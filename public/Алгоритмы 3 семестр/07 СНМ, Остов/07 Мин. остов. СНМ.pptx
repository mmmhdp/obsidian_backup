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1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30.xml" ContentType="application/inkml+xml"/>
  <Override PartName="/ppt/ink/ink17.xml" ContentType="application/inkml+xml"/>
  <Override PartName="/ppt/ink/ink28.xml" ContentType="application/inkml+xml"/>
  <Override PartName="/ppt/ink/ink27.xml" ContentType="application/inkml+xml"/>
  <Override PartName="/ppt/ink/ink16.xml" ContentType="application/inkml+xml"/>
  <Override PartName="/ppt/ink/ink15.xml" ContentType="application/inkml+xml"/>
  <Override PartName="/ppt/ink/ink14.xml" ContentType="application/inkml+xml"/>
  <Override PartName="/ppt/ink/ink13.xml" ContentType="application/inkml+xml"/>
  <Override PartName="/ppt/ink/ink12.xml" ContentType="application/inkml+xml"/>
  <Override PartName="/ppt/ink/ink11.xml" ContentType="application/inkml+xml"/>
  <Override PartName="/ppt/ink/ink10.xml" ContentType="application/inkml+xml"/>
  <Override PartName="/ppt/ink/ink9.xml" ContentType="application/inkml+xml"/>
  <Override PartName="/ppt/ink/ink8.xml" ContentType="application/inkml+xml"/>
  <Override PartName="/ppt/ink/ink7.xml" ContentType="application/inkml+xml"/>
  <Override PartName="/ppt/ink/ink6.xml" ContentType="application/inkml+xml"/>
  <Override PartName="/ppt/ink/ink5.xml" ContentType="application/inkml+xml"/>
  <Override PartName="/ppt/ink/ink4.xml" ContentType="application/inkml+xml"/>
  <Override PartName="/ppt/ink/ink3.xml" ContentType="application/inkml+xml"/>
  <Override PartName="/ppt/ink/ink2.xml" ContentType="application/inkml+xml"/>
  <Override PartName="/ppt/ink/ink1.xml" ContentType="application/inkml+xml"/>
  <Override PartName="/ppt/theme/theme2.xml" ContentType="application/vnd.openxmlformats-officedocument.theme+xml"/>
  <Override PartName="/ppt/ink/ink26.xml" ContentType="application/inkml+xml"/>
  <Override PartName="/ppt/ink/ink25.xml" ContentType="application/inkml+xml"/>
  <Override PartName="/ppt/ink/ink24.xml" ContentType="application/inkml+xml"/>
  <Override PartName="/ppt/ink/ink23.xml" ContentType="application/inkml+xml"/>
  <Override PartName="/ppt/ink/ink22.xml" ContentType="application/inkml+xml"/>
  <Override PartName="/ppt/ink/ink21.xml" ContentType="application/inkml+xml"/>
  <Override PartName="/ppt/theme/theme1.xml" ContentType="application/vnd.openxmlformats-officedocument.theme+xml"/>
  <Override PartName="/ppt/ink/ink20.xml" ContentType="application/inkml+xml"/>
  <Override PartName="/ppt/notesMasters/notesMaster1.xml" ContentType="application/vnd.openxmlformats-officedocument.presentationml.notesMaster+xml"/>
  <Override PartName="/ppt/ink/ink19.xml" ContentType="application/inkml+xml"/>
  <Override PartName="/ppt/ink/ink18.xml" ContentType="application/inkml+xml"/>
  <Override PartName="/ppt/ink/ink29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0"/>
  </p:notesMasterIdLst>
  <p:sldIdLst>
    <p:sldId id="403" r:id="rId2"/>
    <p:sldId id="382" r:id="rId3"/>
    <p:sldId id="319" r:id="rId4"/>
    <p:sldId id="318" r:id="rId5"/>
    <p:sldId id="317" r:id="rId6"/>
    <p:sldId id="322" r:id="rId7"/>
    <p:sldId id="326" r:id="rId8"/>
    <p:sldId id="325" r:id="rId9"/>
    <p:sldId id="323" r:id="rId10"/>
    <p:sldId id="324" r:id="rId11"/>
    <p:sldId id="327" r:id="rId12"/>
    <p:sldId id="328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407" r:id="rId22"/>
    <p:sldId id="395" r:id="rId23"/>
    <p:sldId id="396" r:id="rId24"/>
    <p:sldId id="338" r:id="rId25"/>
    <p:sldId id="339" r:id="rId26"/>
    <p:sldId id="343" r:id="rId27"/>
    <p:sldId id="342" r:id="rId28"/>
    <p:sldId id="344" r:id="rId29"/>
    <p:sldId id="345" r:id="rId30"/>
    <p:sldId id="346" r:id="rId31"/>
    <p:sldId id="348" r:id="rId32"/>
    <p:sldId id="347" r:id="rId33"/>
    <p:sldId id="349" r:id="rId34"/>
    <p:sldId id="350" r:id="rId35"/>
    <p:sldId id="397" r:id="rId36"/>
    <p:sldId id="399" r:id="rId37"/>
    <p:sldId id="404" r:id="rId38"/>
    <p:sldId id="400" r:id="rId39"/>
    <p:sldId id="401" r:id="rId40"/>
    <p:sldId id="405" r:id="rId41"/>
    <p:sldId id="402" r:id="rId42"/>
    <p:sldId id="408" r:id="rId43"/>
    <p:sldId id="409" r:id="rId44"/>
    <p:sldId id="406" r:id="rId45"/>
    <p:sldId id="398" r:id="rId46"/>
    <p:sldId id="340" r:id="rId47"/>
    <p:sldId id="390" r:id="rId48"/>
    <p:sldId id="392" r:id="rId4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A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Средний стиль 3 -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/>
    <p:restoredTop sz="95065"/>
  </p:normalViewPr>
  <p:slideViewPr>
    <p:cSldViewPr snapToGrid="0" snapToObjects="1">
      <p:cViewPr varScale="1">
        <p:scale>
          <a:sx n="113" d="100"/>
          <a:sy n="113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03:58.55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13213 9014 8191,'-9'0'0,"-3"0"5063,-10 0-5063,5 0 0,1 0 0,11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03:34.77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12961 9713 16383,'53'0'0,"0"1"0,0-1 0,5-1 0,2-1 0,2-2 0,-11 1 0,2-2 0,1 0 0,-1 0 0,1-1 0,0-1 0,-1 1 0,0-1 0,-4 1 0,0-1 0,-2 1 0,-1 0 0,7-1 0,-2 1 0,-3 1 0,7 1 0,-5 0 0,-15 3 0,-4 0 0,8 1 0,-24 0 0,-9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03:35.65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15626 9894 16383,'34'0'0,"0"0"0,17 0 0,6 0 0,-11 0 0,2 0 0,1 0 0,5 0 0,1 0 0,-1 0 0,-2 0 0,-2 0 0,-2 0 0,9 0 0,-5 0 0,-9 0 0,-7 0 0,-1 0 0,-18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03:36.60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17713 6898 16383,'54'3'0,"-10"-1"0,2-1 0,4-1 0,2 0 0,-6 0 0,3 0 0,-1 0 0,-5 0 0,0 0 0,0 0 0,0 0 0,0 0 0,-1 0 0,13-3 0,-2-2 0,-11 2 0,-3-2 0,22-7 0,-29 2 0,-5 0 0,-22 7 0,2-3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04:41.32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8662 14561 16383,'22'37'0,"1"0"0,9 9 0,5 3 0,-3-9 0,3 2 0,0 1 0,-4-4 0,0 0 0,1 3 0,-1 0 0,2 4 0,1 2 0,-1 1 0,0-1 0,-3-1 0,1 0 0,-2 0 0,0 0 0,-3-2 0,1-1 0,-2 0 0,0-1 0,6 10 0,-2 0 0,1-3 0,-4-5 0,0-3 0,-1 1 0,1-3 0,1 0 0,-1-1 0,-3-4 0,1-1 0,-1-1 0,10 13 0,0 0 0,-4-5 0,-1 0 0,-3-6 0,-2 0 0,-1 0 0,0-1 0,-3-7 0,-1-2 0,2 6 0,-1-2 0,12 15 0,-7-4 0,-7-10 0,-6-11 0,-7-5 0,-1-8 0,-15-40 0,-11-5 0,1-1 0,-2-3 0,-3 3 0,-3 0 0,-2-4 0,-1 0 0,-1-2 0,-1 0 0,0 1 0,-1 0 0,0 2 0,0 0 0,-2-1 0,0-2 0,7 12 0,-2-2 0,2 1 0,3 2 0,0 0 0,0-1 0,-4-4 0,1-1 0,1 1 0,-2-9 0,1 0 0,6 10 0,0 0 0,1 1 0,-4-9 0,1 0 0,-7-8 0,1 2 0,8 16 0,1 1 0,-4-7 0,0 1 0,5 8 0,0 0 0,-5-8 0,0 0 0,3 2 0,1 1 0,1 0 0,0 0 0,1 0 0,0 1 0,2 0 0,0 0 0,1 2 0,2 0 0,2 2 0,2 0 0,-6-28 0,7 8 0,2 9 0,3 9 0,2 9 0,22 16 0,39 11 0,-13 4 0,4 2 0,7 1 0,4 0 0,-10-1 0,2 0 0,-3 0 0,4 2 0,0-1 0,1 1 0,4 0 0,-1 0 0,-10-2 0,-2 1 0,2-1 0,8 2 0,2 0 0,-1 0 0,-3 0 0,0-1 0,-2 1 0,-3-1 0,-2 0 0,0 0 0,-3-1 0,-1 0 0,1 0 0,-1 0 0,0-1 0,1 0 0,18 4 0,1 0 0,-1 0 0,0 2 0,-3 1 0,-1 1 0,-2 2 0,-1 2 0,-3 0 0,0 1 0,-2 0 0,0 0 0,-2-1 0,0 0 0,-1-3 0,1-2 0,-2-2 0,0 0 0,6-1 0,0 0 0,-11-2 0,-1-1 0,6 1 0,0-1 0,-8-4 0,-2-1 0,4 1 0,0 0 0,3-4 0,0 1 0,-3 2 0,-1 1 0,-3-4 0,-2 0 0,16 5 0,-6-3 0,-13 0 0,6 0 0,-5 0 0,-2 0 0,-2 0 0,-1 0 0,-2 1 0,1 0 0,-2 0 0,-4-2 0,-3-1 0,-7 0 0,-1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04:42.94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8941 14060 16383,'37'-24'0,"0"-1"0,4-2 0,-2 0 0,-5 5 0,0 0 0,12-9 0,2 0 0,-2 1 0,0 0 0,-7 4 0,3-2 0,-1 0 0,0-2 0,0 1 0,0-2 0,1 0 0,0 0 0,0-1 0,-1 1 0,-1 0 0,1 0 0,-1 3 0,0 0 0,-1 1 0,0 3 0,-1 0 0,0 1 0,15-7 0,0 2 0,-5 4 0,-1 2 0,-7 2 0,-2 2 0,-6 3 0,-3 0 0,16-7 0,-11 6 0,-6 3 0,-7 4 0,-10 4 0,-40 13 0,-23 13 0,3-3 0,-7 3 0,14-4 0,-2 2 0,-2-1 0,-5 4 0,-2 0 0,-1 0 0,-3 3 0,-1 0 0,0 1 0,0-1 0,0 1 0,1-1 0,1-1 0,0 0 0,1 1 0,-2 2 0,0 0 0,6-2 0,4-6 0,5-1 0,6 1 0,-1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04:44.27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11261 12916 16383,'51'0'0,"1"0"0,-5 0 0,5 0 0,2 0 0,2 0 0,4 0 0,2 0 0,2 0 0,2 0 0,-12 0 0,3 0 0,2 0 0,0 0 0,-1 0 0,-1 0 0,5 0 0,0 0 0,-2 0 0,1 0 0,-1 0 0,-4 0 0,0 0 0,0 0 0,-1 0 0,-1 0 0,7 0 0,-1 0 0,-2 0 0,0 0 0,-5 0 0,-1 0 0,-2 0 0,-2 0 0,-2 0 0,-3 0 0,0 0 0,4 0 0,0 0 0,-4 0 0,-1 2 0,-3 1 0,6 1 0,-2 0 0,17 7 0,-23-1 0,-23-3 0,-7-3 0,-58-3 0,19 0 0,-4-1 0,-6 1 0,-5-1 0,-1 0 0,-2 0 0,-2 0 0,0 0 0,-7 0 0,0-1 0,-3 2 0,14-1 0,-2 1 0,-1-1 0,-1 1 0,2 0 0,-2-1 0,-1 1 0,0 0 0,2-1 0,-4 1 0,1 0 0,1 0 0,1-1 0,-15 1 0,2 0 0,9 0 0,8-1 0,11 0 0,15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04:49.026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7946 15941 16383,'36'-50'0,"-6"15"0,1 0 0,-3 6 0,0-1 0,8-11 0,-1 0 0,-9 11 0,-4 1 0,8-25 0,-13 24 0,-14 6 0,-3 21 0,0 34 0,0 21 0,0-9 0,0 4 0,0 0 0,0-1 0,0 0 0,0-1 0,0-6 0,0-3 0,0 21 0,0-23 0,0-15 0,0-11 0,0-5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02:25.92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16319 5186 24575,'-36'0'0,"0"0"0,-10 0 0,3 0 0,1 0 0,9 2 0,-5 4 0,7 10 0,-6 9 0,1 10 0,3 6 0,6 2 0,6 0 0,9-2 0,6-3 0,11-6 0,12-5 0,16 0 0,14 2 0,4 3 0,-1-2 0,-4-4 0,11-3 0,-7-12 0,8-1 0,-16-10 0,-8 0 0,-1-6 0,-11-2 0,14-16 0,-16 6 0,16-12 0,-12 10 0,4-6 0,-5-1 0,-2-3 0,-4-3 0,-2 3 0,-5 1 0,-4 5 0,-4 2 0,-2 0 0,-6 1 0,-12-1 0,-14 0 0,-11 3 0,7 6 0,14 6 0,14 5 0</inkml:trace>
  <inkml:trace contextRef="#ctx0" brushRef="#br0" timeOffset="2116">16192 5812 24575,'-28'18'0,"1"1"0,-5 0 0,-1 3 0,-11 12 0,-1 2 0,1 0 0,1 1 0,-3 4 0,1 0 0,10-6 0,0 1 0,4-2 0,-2 2 0,1 1-895,-1 0 0,0 1 0,-2 1 895,3-1 0,-2 1 0,0 2 0,0 0 0,1 0 0,0 0 0,0 1 0,1-1 0,-7 10 0,1-1 0,2-1 160,6-6 1,0 0-1,3-2-160,-5 9 0,3-3 264,8-9 0,2-3-264,-7 16 0,15-21 0,7-15 1368,0-8-1368,-7-4 308,-11-3-308,-11 0 0,-6 0 0,0 0 0,3 0 0,-1 2 0,-1 7 0,-4 9 0,0 10 0,4 5 0,3 6 0,5 9 0,5 10 0,14-25 0,2 1 0,2 1 0,2 1 0,1 0 0,2-1 0,-1-3 0,4 1 0,6 4 0,3-2 0,11 20 0,-1-27 0,4-2 0,18 10 0,8-13 0,3-5 0,-1-11 0,-1-5 0,11-11 0,-32 0 0,1-3 0,5-3 0,0-2 0,-3-3 0,-2-1 0,-3-1 0,-2 0 0,16-24 0,-8-2 0,-10-3 0,-6-3 0,-7 0 0,-5 3 0,-4 7 0,-2 9 0,0 8 0,-1 6 0,-6-5 0,-2 6 0,-5-9 0,2 10 0,-4-3 0,9 12 0,-2 1 0</inkml:trace>
  <inkml:trace contextRef="#ctx0" brushRef="#br0" timeOffset="3799">16825 5541 8191,'-2'-3'0,"30"1"5063,28 21-5063,-5 3 0,5 5 0,-9-1 0,4 3 0,0 3 316,-9-3 1,0 2-1,1 1 1,0 1-317,6 1 0,1 0 0,-1 2 0,-1-1 0,-4 1 0,-1 0 0,-1 0 0,-2-1 467,7 5 0,-2-2 1,-2 1-468,-3 2 0,-2 1 0,-2-2 0,2 4 0,-1-1 1952,-8-11 1,-1 1 0,-1-3-1953,4 5 0,-2-4 0,-5-6 0,-1-3 0,6 5 1939,-9-13-1939,-19-9 856,-18-11-856,-23-11 0,-17-8 0,26 11 0,1 0 0,-25-6 0,12 8 0,8 9 0,13 21 0,-3 23 0,16 19 0,3-17 0,1 1 0,5-5 0,0 1 0,0 4 0,0 0 0,1-2 0,2-1 0,1-8 0,3 1 0,3 4 0,4-2 0,16 13 0,-11-22 0,1-2 0,19 6 0,12-12 0,-19-13 0,2-4 0,4-4 0,1-3 0,7-7 0,1-6 0,1-5 0,-2-5 0,-1-5 0,-4-3 0,-1-2 0,-3-1 0,-8 2 0,-3 0 0,-5 4 0,-2 1 0,9-24 0,-13-2 0,-7 22 0,-5 1 0,-3-3 0,-11-23 0,1 19 0,-1 0 0,-5 0 0,-2 2 0,-1 6 0,-2 4 0,-1 4 0,-1 4 0,-9-5 0,6 18 0,17 9 0</inkml:trace>
  <inkml:trace contextRef="#ctx0" brushRef="#br0" timeOffset="4966">14759 8155 24575,'-27'24'0,"4"-2"0,-3 6 0,-1 0 0,-2 4 0,-2 1-1150,-10 11 0,-3 2 1,0 3 1149,6-8 0,0 1 0,-1 1 0,1 0 0,-2 3 0,0-1 0,0 1 0,1-1 0,3-3 0,1-1 0,1-1 0,1-1 169,-5 7 0,2-1 1,1-2-170,5-7 0,1-1 0,4-4 346,2-4 1,2-4-347,-17 18 0,33-37 0,-3 2 0</inkml:trace>
  <inkml:trace contextRef="#ctx0" brushRef="#br0" timeOffset="6050">13729 9311 24575,'-20'0'0,"-16"0"0,-25 0 0,22 2 0,-1 3 0,-2 3 0,0 4 0,0 4 0,3 3 0,4 5 0,2 2 0,4 1 0,2 2 0,5 0 0,4 2 0,2-1 0,4 2 0,3-1 0,2 0 0,1 29 0,3-6 0,3-5 0,1-7 0,6-6 0,9-5 0,11-2 0,9-5 0,-7-10 0,1-3 0,30 5 0,-19-10 0,0-1 0,-4-3 0,-1-1 0,0 1 0,0-4 0,1-7 0,-2-4 0,17-12 0,-27 6 0,-1-3 0,13-27 0,-10 6 0,2-9 0,-11 4 0,-7 0 0,-5 1 0,-3 2 0,-3 4 0,0 6 0,-1 4 0,-4 5 0,-4 1 0,-5 3 0,-3-1 0,-2 0-1696,2 3 0,7 8 0,4 4 0</inkml:trace>
  <inkml:trace contextRef="#ctx0" brushRef="#br0" timeOffset="7600">14922 8212 24575,'4'1'0,"22"25"0,0 3 0,4 4 0,-1-2 0,2 3 0,2 2-1001,7 7 1,2 3 0,1 1 1000,-10-8 0,1 0 0,0 1 0,-1 1 0,1 1 0,1 1 0,-2 1 0,0 0 0,0 0 0,-1 1 0,0-1 0,-1 1 0,-3-4 0,-1-1 0,0 0 0,-1 0 122,6 8 1,-1-1 0,-1-2-123,-4-6 0,-1-1 0,-1-1 0,8 12 0,-1-5 312,-10-14 1,-1-3-313,12 17 0,-22-33 0,-7-4 1522,-15-14-1522,-4 1 486,-23-13-486,-3 7 0,-12 2 0,0 5 0,0 4 0,3 11 0,3 13 0,5 15 0,8 13 0,10 6 0,11 1 0,7 0 0,5-5 0,3-5 0,6-4 0,12-3 0,14 0 0,-3-18 0,2-1 0,-5-4 0,1-1 0,6 0 0,0-3 0,18-2 0,-1-6 0,-18-6 0,0-4 0,24-14 0,2-2 0,-31 1 0,-1-3 0,15-14 0,-18 15 0,-2-2 0,10-18 0,-9-1 0,-7 1 0,-6-4 0,-4-5 0,-4-3 0,-8 0 0,-8 3-1696,-8 10 0,5 17 0,4 9 0</inkml:trace>
  <inkml:trace contextRef="#ctx0" brushRef="#br0" timeOffset="9867">18015 6561 24575,'6'-21'0,"5"4"0,17-16 0,7 4 0,6-4 0,-5 4 0,-6 8 0,-6 5 0,-5 5 0,-1 2 0,-2 1 0,1 1 0,2 1 0,-2 2 0,1 0 0,-2 3 0,-3 1 0,-4 0 0,-3 0 0,-2 0 0,4 0 0,1 0 0,6 2 0,4 2 0,-1 1 0,5 2 0,-6 0 0,1 0 0,-8-2 0,-4-3 0</inkml:trace>
  <inkml:trace contextRef="#ctx0" brushRef="#br0" timeOffset="20100">14396 10591 24575,'0'15'0,"0"9"0,0 16 0,0 10 0,0 5 0,0-5 0,0-3 0,0-20 0,0-6 0,0-14 0,0-5 0,0-7 0,0-14 0,0-15 0,5-11 0,7-5 0,9 2 0,5 7 0,2 12 0,-6 12 0,-5 10 0,-5 5 0,-4 2 0,-4 2 0,-2 6 0,-1 9 0,-1 11 0,0 10 0,0 6 0,0 6 0,0-11 0,0 0 0,0-20 0,0 2 0,0-8 0,0-3 0,1-2 0,2-4 0,2 0 0,3-1 0,2-2 0,2 0 0,-6-1 0,1 0 0</inkml:trace>
  <inkml:trace contextRef="#ctx0" brushRef="#br0" timeOffset="20817">14884 10812 24575,'36'0'0,"3"0"0,21 0 0,-10 0 0,1 0 0,-25 0 0,-10 0 0,-14 0 0</inkml:trace>
  <inkml:trace contextRef="#ctx0" brushRef="#br0" timeOffset="21915">15458 10651 24575,'0'7'0,"0"8"0,0 3 0,0 1 0,0 5 0,0-8 0,0 3 0,0-2 0,0-5 0,0-2 0,0-1 0,0 0 0,0 6 0,1 6 0,1 5 0,1 3 0,2-3 0,-2-5 0,0-6 0,-1-12 0,-2-1 0,0-7 0</inkml:trace>
  <inkml:trace contextRef="#ctx0" brushRef="#br0" timeOffset="26132">16179 10751 24575,'0'30'0,"0"16"0,0-15 0,0 3 0,0 5 0,0 1 0,0 3 0,0 0 0,0 0 0,0-1 0,0-4 0,0 0 0,0 23 0,0-18 0,0-12 0,0-19 0,0-21 0,-3-21 0,-1-7 0,-3-17 0,3 3 0,2 19 0,0-2 0,1 0 0,1 0 0,2 0 0,1 0 0,9-27 0,8 8 0,5 14 0,3 13 0,2 13 0,2 7 0,2 4 0,0 2 0,-3 0 0,-4 1 0,-6 3 0,-8 6 0,-6 1 0,-4 9 0,-3-1 0,-11 4 0,-7 0 0,-16-3 0,7-6 0,-4-1 0,11-7 0,6-2 0,5-2 0,21-4 0,19-7 0,19-7 0,-21 4 0,1-1 0,26-13 0,-12 4 0,-14 6 0,-11 5 0,-10 5 0,-4-1 0,-5 3 0,-8-3 0,-2 1 0,-9 1 0,3 3 0,6 2 0,2 0 0,3 1 0,-1 9 0,2 12 0,-1 11 0,1 8 0,2-3 0,2-6 0,6-8 0,9-7 0,11-7 0,11-5 0,7-9 0,3-14 0,-4-13 0,-4-12 0,-14 7 0,-10 8 0,-10 16 0,-5 15 0,1 9 0,3 8 0,4 4 0,4-2 0,2-5 0,0-6 0,0-6 0,6-5 0,4-9 0,2-12 0,-4-10 0,-10-4 0,-10 2 0,-15 7 0,-13 6 0,-12 8 0,-7 6 0,13 5 0,3 3 0,17 10 0,6 5 0,3 8 0,3 5 0,0-8 0,4 7 0,9-9 0,9 1 0,9-7 0,3-7 0,-2-10 0,-5-14 0,-10-14 0,-7-10 0,-16-7 0,-22 0 0,5 24 0,-4 2 0,-6-1 0,-3 2 0,1 2 0,-1 0 0,4 3 0,2 1 0,-15-10 0,15 7 0,16 4 0,13-2 0,30-8 0,20-8 0,-13 10 0,3-1 0,2-3 0,-1 1 0,-7 4 0,-3-1 0,2-2 0,-4 1 0,0 0 0,-1-1 0,-18 20 0,-5 19 0,-4 38 0,0-6 0,0 7 0,1-7 0,0 2 0,1 2-391,2 7 0,2 3 1,0-1 390,2 1 0,2-1 0,0 0 0,2-3 0,1-1 0,1-1 0,-1-5 0,1-1 0,-1-2-58,4 15 0,-1-1 58,-1-3 0,-1-3 0,-5-20 0,0-3 0,3 22 0,-7-46 0,-5-30 1165,-3-21-1165,-3 6 0,0-2 61,1 7 1,-1-1-62,-4-13 0,0 0 0,4 9 0,2 0 0,0-8 0,0 0 0,2 5 0,1 0 0,1 6 0,1 1 0,10-23 0,7 12 0,7 12 0,3 13 0,-5 10 0,-3 7 0,-6 4 0,-5 5 0,-5 7 0,-2 3 0,-5 1 0,-6-5 0,-1-7 0,0-3 0,3-4 0,11-9 0,6-1 0,16-12 0,0 6 0,1 1 0,-7 8 0,-13 7 0,0 12 0,-7 15 0,0 12 0,3 4 0,2-7 0,8-11 0,9-12 0,9-12 0,4-13 0,-3-14 0,-6-8 0,-12-11 0,-17 11 0,-20-1 0,-11 19 0,-13 6 0,13 8 0,9 3 0,13 0 0,9 0 0</inkml:trace>
  <inkml:trace contextRef="#ctx0" brushRef="#br0" timeOffset="36498">23564 4429 24575,'-12'0'0,"-2"0"0,6 0 0,-3 0 0,-3 0 0,0 7 0,-6 12 0,0 12 0,3 12 0,6 3 0,5-2 0,4-2 0,7-4 0,13 0 0,14-2 0,14-5 0,5-6 0,-1-9 0,1-8 0,-1-9 0,1-11 0,2-18 0,-13-2 0,-3-5 0,-18 11 0,-4 4 0,-8 3 0,-2 1 0,-5-1 0,-6 3 0,-11-5 0,-8 1 0,-8-6 0,1 2 0,3 3 0,4 4 0,7 4 0,7 2 0,5 5 0,5 2 0</inkml:trace>
  <inkml:trace contextRef="#ctx0" brushRef="#br0" timeOffset="38349">23540 4920 8191,'-7'3'0,"-17"5"5063,-4 7-5063,-22 19 1409,21-12 0,-2 2-1409,-3 10 0,-1 3 859,-3-1 1,1 1-860,6-4 0,0 1 3392,-4 5 0,1-2-3392,5-7 0,1 0 0,-7 5 0,-1 1 0,5-4 0,0-1 0,4-5 0,1 0 0,-15 14 0,15-10 0,9-10 0,10-9 0,5-3 0,2-5 0,0 2 0,0 3 0,0 9 0,0 9 0,6 19 0,-1-6 0,8 4 0,-4-17 0,10-4 0,1-6 0,5-3 0,11 0 0,1-4 0,10 0 0,-4-4 0,-6-4 0,-6-9 0,-4-8 0,-3-8 0,-3-4 0,-5 4 0,-6 4 0,-5 5 0,-3 0 0,-2-4 0,-3-2 0,-6-1 0,-7-1 0,-20-3 0,0 3 0,-12 0 0,1 6 0,-5 9 0,-9 1 0,12 8 0,14-1 0,22 0 0</inkml:trace>
  <inkml:trace contextRef="#ctx0" brushRef="#br0" timeOffset="39932">24020 4739 24575,'35'34'0,"-11"-12"0,3 2 0,2 3 0,2 1 0,9 4 0,0 0 0,-10-6 0,0 0 0,9 5 0,0 0 0,-9-6 0,-1 0 0,6 3 0,-2 0 0,-6-5 0,-2-3 0,13 12 0,-16-10 0,-10-9 0,-7-7 0,-7-4 0,-9-5 0,-10 0 0,-7 0 0,-3 1 0,1 6 0,-4 13 0,12 6 0,-3 15 0,15 0 0,3 4 0,3 5 0,4-4 0,3-9 0,5-2 0,11-13 0,10 3 0,11-6 0,7-6 0,3-6 0,3-3 0,-5-4 0,-6-6 0,-8-7 0,-7-7 0,-6-6 0,-4-3 0,-4-2 0,-4-1 0,-3 2 0,-5 2 0,-1-2 0,-11 8 0,0 1 0,-11 11 0,12 7 0,1 3 0</inkml:trace>
  <inkml:trace contextRef="#ctx0" brushRef="#br0" timeOffset="41132">26442 4185 8191,'-11'15'0,"5"-3"5063,1 5-5063,5 4 2818,0 10-2818,0-4 1719,0 14-1719,14-8 6784,9 7-6784,17-4 0,-7-16 0,4-2 0,2-5 0,2-2 0,7 1 0,2-3 0,-4-6 0,0-4 0,-5-5 0,-3-5 0,-6-3 0,-4-5 0,14-26 0,-19-4 0,-15 0 0,-11 5 0,-14 5 0,-15 9 0,-16 10 0,-12 8 0,27 9 0,-1 1 0,-29 0 0,9 2 0,6 6 0,18 3 0,8-1 0,14 0 0</inkml:trace>
  <inkml:trace contextRef="#ctx0" brushRef="#br0" timeOffset="42549">26583 4560 24575,'-3'31'0,"-10"19"0,1-13 0,-2 4 0,-5 9 0,-2 4 0,5-15 0,-1 2 0,-2 1-355,-4 10 0,-3 3 0,2-2 355,5-9 0,1-1 0,-1 1 0,-5 7 0,0 1 0,2-5 130,2-4 1,2-5-131,2-3 0,2-3 0,-7-1 0,12-18 0,2-9 0,5-7 804,0 0-804,1 6 0,-1 10 0,1 12 0,1 10 0,0 3 0,0-1 0,1-4 0,5-4 0,6-5 0,9-5 0,15-7 0,3-6 0,8-21 0,-6-13 0,-4-22 0,-22 22 0,-3-1 0,3-28 0,-8 13 0,-11 1 0,-12 17 0,-15 2 0,-12 12 0,-4 8 0,6 4 0,9 2 0,17-1 0,6 2 0</inkml:trace>
  <inkml:trace contextRef="#ctx0" brushRef="#br0" timeOffset="43982">26811 4767 24575,'33'44'0,"-9"-15"0,3 2 0,9 16 0,4 5-430,-7-12 0,1 1 0,-1-1 430,-6-4 0,0-1 0,0 1 0,5 5 0,1 1 0,-2-3 210,0 0 1,-2-3-211,4 5 0,-1-3 213,9 9-213,-15-19 0,-12-16 0,-9-8 656,-10-2-656,-19-2 0,-31 0 0,-4 3 0,25-1 0,1 3 0,-5 15 0,17 13 0,15 10 0,6 9 0,2-14 0,4 3 0,2-19 0,5 1 0,4-9 0,11-5 0,14-3 0,15-6 0,-24-4 0,1-3 0,-1-3 0,-1-4 0,-4-3 0,-2-3 0,11-25 0,-16-3 0,-11 2 0,-12 2 0,-13 3 0,-10 6 0,-5 5 0,2 5 0,14 13 0,4 2 0,10 9 0</inkml:trace>
  <inkml:trace contextRef="#ctx0" brushRef="#br0" timeOffset="45349">27410 6055 8191,'-8'25'0,"-9"32"2236,2-2 0,-1 7-2236,3-16 0,1 2 0,-1 0 0,0 2 0,0 0 0,0-1 0,1-3 0,0 0 0,0-3 1444,-5 13 0,1-3-1444,3-10 0,0-2 1790,-5 20-1790,9-24 6562,5-22-6562,4-14 672,-6-11-672,-1-7 0,-16 0 0,-1-3 0,-8 7 0,-9 0 0,4 9 0,-10 0 0,7 6 0,4 10 0,8 15 0,7 19 0,9 14 0,8-29 0,1 1 0,1 28 0,2-12 0,3-11 0,11-10 0,13-3 0,14-2 0,11-1 0,3-6 0,-17-8 0,0-6 0,15-18 0,-13-2 0,-5-7 0,-17-1 0,-5-4 0,7-10 0,-3-2 0,-12 11 0,-2 0 0,5-30 0,-8 25 0,-1 8 0,-11 8 0,9 8 0,-9-1 0</inkml:trace>
  <inkml:trace contextRef="#ctx0" brushRef="#br0" timeOffset="46915">27497 5809 24575,'23'39'0,"12"12"0,-10-9 0,2 2 0,-1-5 0,2 2 0,-4-5 0,2 3 0,1-1-433,-1-1 1,0 0-1,2 1 433,6 10 0,3 2 0,-1-1 0,-1-4 0,-1 0 0,0-1 0,-2-4 0,0 1 0,-1-3 158,10 12 1,-2-3-159,-6-9 0,-2-3 0,-2-1 0,0-3 0,-3-4 0,-2-2 0,19 19 0,-7-7 981,-9-10-981,-8-8 0,-12-14 0,-11-10 0,-8-3 0,-11-2 0,0 7 0,-3 3 0,0 15 0,-1 7 0,7 11 0,-2 15 0,12-6 0,1 9 0,6-5 0,4-5 0,4-6 0,6-8 0,6-7 0,6-7 0,5-6 0,8-4 0,8-6 0,5-9 0,-3-10 0,-6-8 0,-11-3 0,-10-2 0,-11-3 0,-10 6 0,-18-2 0,-6 10 0,-11 7 0,9 1 0,6 9 0,13 1 0,3 4 0</inkml:trace>
  <inkml:trace contextRef="#ctx0" brushRef="#br0" timeOffset="49583">27741 5565 24575,'59'0'0,"2"0"0,-21 4 0,3 3 0,-1 1 0,3 4 0,4 5 0,5 4 0,1 2-789,-10-3 0,2 2 0,0 1 0,2 1 789,-1-1 0,1 2 0,1 1 0,0 0 0,-1 0 0,-1 0 0,0 1 0,-1 0 0,-1-1 0,0 1 0,5 4 0,0 1 0,-3-2 0,-1 0 133,6 4 0,-3-1 1,-3-2-134,4 5 0,-4-4 0,-15-9 0,-4-3 0,4 2 0,-21-15 0,-5-7 2370,-8-5-2370,-6-3 386,-4 2-386,-9 2 0,4 3 0,1 3 0,6 22 0,7 7 0,0 20 0,3-3 0,2-12 0,10-2 0,11-12 0,16 3 0,14-8 0,6-7 0,2-7 0,-2-12 0,-8-12 0,-14-11 0,-17-6 0,-26 4 0,-25 4 0,-13 6 0,11 11 0,10 6 0</inkml:trace>
  <inkml:trace contextRef="#ctx0" brushRef="#br0" timeOffset="51967">28121 4140 24575,'-14'0'0,"-12"0"0,-17 0 0,7 0 0,-5 0 0,2-1 0,-5 0 0,-1-2-662,-8-1 1,-3 0 0,-2-3 661,7 0 0,-2-1 0,-1-1 0,-1 0-462,-5-3 1,-2 0 0,0-1 0,0 0 461,11 1 0,0 1 0,-1-1 0,0 0 0,0 0 0,-3 0 0,-1-1 0,0 1 0,-1 0 0,-1 1-471,6 2 0,-1 0 0,0 0 1,-1 2-1,0-1 0,1 1 471,-1 1 0,1-1 0,-1 2 0,0 0 0,0 0 0,0 0 0,-1 1 0,-1 1 0,0 0 0,0 0 0,0 0 0,0 1 0,1 1 0,-1-1 0,1 2 0,0-1 0,0 1 0,0-1 0,-6 1 0,1 0 0,-1 0 0,1 0 0,0 0-404,-2 0 0,0 0 0,0 0 1,0 0-1,0 0 404,2 0 0,0 0 0,0-1 0,0 0 0,1 0 0,0 0 0,1 0 0,0-1 0,0 0 0,0 0 0,2-1 0,0 0 0,0 0 0,0 0 0,-2-1 0,-4 1 0,-3 0 0,1-1 0,1 1 0,2 0 0,-2 0 0,2-1 0,1 1 0,-1 1-17,7 0 0,-1 1 1,-1-1-1,2 2 0,3-1 17,-14 2 0,3 0 0,3 2 391,4 0 0,2 2 0,0 1-391,4 0 0,0 2 0,1 1 0,2 4 0,1 2 0,2 0 1317,-4 4 0,0 2-1317,8-1 0,-1 3 0,4 0 0,-1 9 0,3 3 0,-7 6 0,1 2 0,6 0 0,2 2 0,2 1 0,3 2 0,2 2 0,2 2 0,2 4 0,1 4 670,8-18 0,1 2 0,2 1-670,-1 2 0,2 2 0,1 0 0,-1 6 0,2 0 0,0 1 93,0 4 0,0 1 1,1 0-94,2-14 0,0 0 0,0 1 0,1 0 0,-1 2 0,1 0 0,1 0 0,0 1 0,2 0 0,-1 1 0,2-1 0,2 2-294,1 1 1,2 0 0,2 1 0,1 0 293,3 2 0,1 1 0,2-1 0,2 0 0,2 1 0,3-1 0,1 0 0,1-1 0,2 0 0,0-1 0,2 0 0,2 0-401,-1-5 0,2 0 0,1 1 0,0-2 0,0-2 401,3 2 0,0-2 0,0-1 0,3 1 0,-3-4 0,3 1 0,0 0 0,0-2 0,0-3 0,3 0 0,-1-2 0,1-2 0,1 0 0,2 1 0,2 0 0,0-1 0,1-1 0,1-1 0,2-1 0,-1-1 0,0-1-213,-6-5 0,-2-1 1,1-1-1,2 0 213,0-1 0,2 0 0,1 0 0,1-1 0,-2-2 0,5 2 0,-1-2 0,0 0 0,3 0-232,-3 0 0,2-1 1,1 1-1,1-1 0,-1 0 232,1-2 0,-1 0 0,1 0 0,0-1 0,1 0 0,-5-2 0,0-1 0,1 1 0,1-1 0,-1 0 0,1-1-186,2 1 0,0-1 0,1 1 0,0-2 0,0 1 0,0-1 186,2 0 0,1 0 0,-1 0 0,1-1 0,-1 0 0,0 0 0,-1-2 0,0 1 0,0-1 0,-1 0 0,0-1 0,-1 0 0,6-1 0,0 1 0,-1-2 0,0 0 0,-1 0-1,-2 0 0,0-1 0,0 0 0,-1-1 1,0 1 0,-2-1 0,0 0 0,-1 1 0,0-1 0,1 1 0,0-1 0,0 2 0,0-1 0,1 0 0,0 0-182,7 1 1,0 0 0,2 0-1,-1 0 1,1 0 181,-9-1 0,-1 0 0,1 0 0,0 0 0,0-1 0,0 1 0,1-1 0,1 0 0,-1 1 0,1-2 0,0 1 0,1-2-102,1 0 1,2 0-1,-1-1 1,1-1-1,0 0 1,0-2 101,-6 0 0,0-1 0,1 0 0,0-2 0,-1 1 0,0-2 0,-1 1 0,5-2 0,-2 0 0,1-1 0,-1-1 0,0 0 0,0-1 0,1 0 0,1-2 0,0 0 0,0-1 0,-3 0 0,-2 0 195,1-2 1,-3 0 0,-2-1-1,-1 0 1,0 0-196,6-3 0,-1 1 0,-1-1 0,-1-1 0,-3 0 0,-1 0 0,-1-2 0,-1 0 315,10-7 0,-1-3 0,-4 1-315,-9 3 0,-2-1 0,0-3 0,-4 0 0,0-2 0,0-3 0,-2 0 155,-2-1 0,-2-2 0,0-1 0,0-2-155,1 0 0,0-2 0,0-1 0,0-1 0,-1-1 155,0-1 0,-1-1 1,-1 0-1,-1-2 1,-1 1-156,-1-2 0,0 0 0,-2-1 0,-1 0 0,-2 0 0,-2 2 0,-1 0 0,-2 0 0,-1-1 0,-2 2-1,-2 2 0,-2 0 1,0 0-1,-3 1 1,-1 1 0,-3-9 0,-2 0 0,-3 2 0,-2 1-27,-2 6 1,-2 1 0,-3 2 0,-2 1 26,-6-9 0,-4 2 0,-3 3 0,1 5 0,-2 3 0,-2 2 534,2 4 0,0 1 1,-2 1-535,2 2 0,-2 1 0,1 1 0,-15-10 0,-1 1 0,0 2 0,1 1 0,3 5 0,0 0 0,-5-4 0,2 0 1237,10 7 0,1 1-1237,-7-6 0,0 0 934,12 6 1,1 0-935,-4-1 0,-1 0 531,-4-7 1,1 0-532,5 7 0,-2 0 0,-13-13 0,-3 0 0,5 7 0,-1 1-60,9 5 1,-2 0 0,0 0 59,1 2 0,-1 0 0,1 0 0,-1 1 0,0 0 0,-1 1 0,1 2 0,0 0 0,-1 1 0,-1 1 0,-2 0 0,-1 1 0,-2 0 0,-2 2 0,-1 0 0,-5 0 0,-1 0 0,4 3 0,2 0 0,4 1 0,4 2 0,0 0 0</inkml:trace>
  <inkml:trace contextRef="#ctx0" brushRef="#br0" timeOffset="61681">6070 8493 24575,'0'-23'0,"-3"6"0,-6 8 0,-1 5 0,-8 2 0,6 2 0,-6 0 0,2 3 0,-3 9 0,1 10 0,1 13 0,4 7 0,4 4 0,5-2 0,9-1 0,18-18 0,22-9 0,-11-19 0,4-7 0,9-7 0,1-6 0,-6-1 0,1-4 0,-2 0 0,4-6 0,-3 0 0,5-6 0,-7 3 0,-17 10 0,-13 9 0,-16 17 0,-2 5 0,-10 25 0,-5 16 0,5 12 0,6-19 0,1-1 0,-1 18 0,-1 1 0,2-24 0,2-16 0,-1-12 0,-3-15 0,-2-16 0,2-12 0,4-9 0,5 5 0,3 8 0,8 7 0,11 10 0,13 8 0,20 7 0,1 3 0,0 16 0,-16 6 0,-11 22 0,-14-1 0,-4-4 0,-7-13 0,0-5 0,1-16 0,2-3 0,6-19 0,5-9 0,9-8 0,5 1 0,4 5 0,1 5 0,-2 8 0,-5 8 0,-7 3 0,-3 4 0,-5 6 0,-1 16 0,-5 0 0,0 13 0,-5-10 0,0-5 0,0-3 0,0-9 0,0-2 0,0-5 0</inkml:trace>
  <inkml:trace contextRef="#ctx0" brushRef="#br0" timeOffset="62164">7029 8717 24575,'0'0'0</inkml:trace>
  <inkml:trace contextRef="#ctx0" brushRef="#br0" timeOffset="63498">7433 8410 24575,'16'-24'0,"4"-9"0,8-9 0,-2 1 0,-9 7 0,-7 14 0,-10 11 0,-6 5 0,-5 4 0,1 0 0,-1 0 0,6 1 0,1 16 0,1 6 0,3 21 0,0 3 0,0 1 0,0-10 0,1 1 0,2-13 0,3 5 0,3-9 0,0-6 0,0 0 0,-3-3 0,0 2 0,-3-5 0,-1-2 0,-2-5 0,-1 2 0,-8 1 0,-9 0 0,-8 2 0,-7-1 0,11-2 0,11-1 0,16-4 0,17 0 0,2 0 0,3 0 0,-7 0 0,-3 0 0,-9 1 0,-2-1 0,-6 1 0</inkml:trace>
  <inkml:trace contextRef="#ctx0" brushRef="#br1" timeOffset="96797">13132 9014 24575,'-44'0'0,"10"0"0,-3 0 0,-14 3 0,-4 3 0,10 2 0,-1 3 0,0 3-809,-6 5 1,1 5-1,1 3 809,11-1 0,1 2 0,1 3 0,1 2 0,0 3 0,1 3 0,2 1 0,3 2 0,1 1 0,1 2 0,3 0 0,2 1 0,-3 12 0,4 0 0,3 0 0,5-5 0,3 0 0,2-2 219,3-6 0,2 0 0,1-3-219,3 13 0,2-2 213,5-4 1,3-2-214,5-7 0,4-1 0,10 6 0,3-2 0,-2-10 0,1-2 622,4 6 1,0-3-623,-5-9 0,1-1 48,5 1 1,3 0-49,6 1 0,4 0 0,-5-4 0,5-1 0,0 0-348,6 0 0,2 0 1,0-1 347,-3-1 0,0 0 0,2 0-436,-4-3 0,3-1 0,0 0 0,-1-2 436,-6-2 0,-1-1 0,1-2 0,2 1 0,9 1 0,3 0 0,1-1 0,0-2 0,-1-1 0,0-1 0,0-1 0,1-1-432,-12 0 0,0-1 1,1-1-1,-1 0 1,1 0 431,1-1 0,-1-1 0,1 0 0,0 0 0,-1-1 0,1 0 0,0 0 0,0-1 0,0 0 0,0 0 0,-1-1 0,1 1 0,0-1 0,-1-1 0,0 1 0,-1-2 0,0 1 0,-1-1 0,1 0 0,-1 0 0,12-1 0,0-1 0,-1 0 0,1 0 0,0 0 0,0 0 0,0 0 0,1 0 0,-2 0 0,1 0 0,0 1 0,1 0 0,-13 1 0,1 1 0,-1 1 0,1-1 0,0 0 0,0 1 0,0-1 0,0 1 0,0-1 0,0 0 0,-1 0 0,1 0 0,-1 0 0,1 0 0,0-2 0,2 0 0,0-1 0,1-1 0,1-1 0,1-2 0,3 0 0,1-3 0,2 0 0,0-1 0,1-1 0,-2-1-628,-3 1 0,0-1 1,-1-1-1,1 0 0,1-2 1,2 0 627,-10 3 0,1-1 0,2 0 0,0-1 0,1 0 0,0-1 0,-1 0 0,0 0 0,-2-1-360,3-3 0,-1 1 0,-1-2 0,0 0 0,-1 0 0,1-1 0,0 0 0,0-1 360,-3 1 0,0 0 0,0-1 0,1 0 0,-1-1 0,0 0 0,-1 1 0,0-1 0,-2 0 0,9-4 0,-2 0 0,-1 0 0,-1-1 0,0 0 0,0 0 0,-1-2-173,0 0 1,1-2-1,-1-1 1,0 1 0,-2-1-1,-1 0 1,-3 1 172,-1 0 0,-2 1 0,-2-1 0,0 1 0,-2 0 0,0 0-8,3-5 1,0 2 0,-1-1 0,-2-1-1,-2-1 8,-1-4 0,-2-2 0,-1-1 0,-3-1 0,-3 2 0,-2-2 0,-5 0 0,-2-1 0,1-1 414,2-6 1,-1-1 0,0-1 0,-4 2-415,-4 8 0,-3 0 0,-1 1 0,-1 3 1225,-1-7 0,-2 4 0,0 3-1225,-1-2 0,-1 5 1760,0 10 0,-2 1-1760,0-3 0,-2-1 0,-5-8 0,-2-4 0,0 7 0,-1-5 0,-1-2 0,-1 0 126,-3-2 0,-1-2 1,-1 0-1,0 0-126,-3-6 0,-1 0 0,0 0 0,0 3 0,-1-3 0,1 4 0,-2 1 363,-1 4 0,0 1 0,-1 5-363,-2 1 0,-1 4 0,-10-10 0,-4 3 0,1 7 0,-2 4 0,-5 3 0,-3 5 0,0 5 0,-2 3 0,0 3 0,-1 2 0,-5-1 0,0 1 0,1 0 0,0 1 0,17 2 0,0 1 0,-1-1 0,-18-4 0,1-1 0,2 3 0,1 0 0,0 1 0,1 2 0,3 2 0,1 2 0,1 1 0,1 2 0,3 1 0,0 0 0,4 0 0,-1 1 0,-6-2 0,1 0 998,8 0 1,0 0-999,-5 0 0,0 1 195,7 0 0,1 1-195,-1 0 0,0 2 0,1-2 0,-2 2 0,-4 4 0,1 1 0,-18 5 0,19 2 0,-1 3 0,9-2 0,0 1 0,-10 4 0,0 1 0,0 1 0,1 0 0,1 1 0,1 2 0,2 1 0,0 1 0,2 3 0,1 3 0,1 2 0,0 1 0,2 3 0,-1 0 0,1 1 0,1 0 0,-1 1 0,0-1 0,-1 4 0,0 0 0,-1 4 0,1 0 0,2 1 0,2 1 0,1 0 0,2 0 0,3-1 0,3 1 0,1 0 0,0 0 0,-2 6 0,0 0 0,3-9 0,-1-1 0,-2 1 0,-1-2 0,6-12 0,-1-3 0,-1 1 0,0-2 0,-15 21 0,10-17 0,-1-1 0,4-8 0,-2 1 0,-12 14 0,-5 2 0,0-5 0,-2 0 0,8-8 0,-2 1 0,0-1 0,-1-1 0,1 0 0,-1-1 0,-17 9 0,0-1 0,6-5 0,0 0 0,2-3 0,1 0 0,5-5 0,1-1 0,3-2 0,2-2 0,2-2 0,1-1 0,-21 7 0,7-3 0,5-2 0,5 0 0,1-2 0,3-2 0,1-3 0,-10-4 0,3-2 0,-14-1 0,-1 0 0,20 0 0,-2 0 0,-10 0 0,-2 0 0,0 0 0,0 0 0,-1 1 0,-1-1 0,-4 1 0,0 1 0,6 0 0,1 1 0,-13 1 0,0 0 0,4 0 0,1 0 0,1 1 0,-1 0 0,1 0 0,0 0 0,5 0 0,1 1 0,1-1 0,2 0 0,3 0 0,1 0 0,2 1 0,1-1 0,-1 1 0,0 0 0,-3 1 0,-1 1 0,0-1 0,-1 0 0,3 0 0,0-1 0,4-1 0,1 0 0,-21 2 0,1 2 0,11-2 0,6 4 0,12-1 0,9-1 0,-2 2 0,3-1 0,-4 5 0,4-5 0,-4 5 0,7-6 0,-5 2 0,-7 5 0,13-9 0,-6 3 0</inkml:trace>
  <inkml:trace contextRef="#ctx0" brushRef="#br0" timeOffset="109998">8446 13720 24575,'-19'2'0,"-1"1"0,-4 4 0,0 5 0,0 2 0,1 4 0,1 4 0,3 3 0,3 0 0,5-1 0,4 1 0,3 3 0,2 3 0,2 0 0,0 0 0,3-2 0,16 9 0,8-5 0,16 9 0,0-9 0,0-4 0,-5-8 0,-4-10 0,-8-6 0,5-5 0,-1 0 0,10-2 0,1-8 0,1-9 0,-3-8 0,-7-3 0,-6-2 0,-7-1 0,-4-1 0,-4 1 0,-4 2 0,-3 4 0,-2 3 0,-1 12 0,1 3 0</inkml:trace>
  <inkml:trace contextRef="#ctx0" brushRef="#br0" timeOffset="111265">8557 13708 24575,'17'-3'0,"4"0"0,24 5 0,-4 6 0,6 11 0,-13 8 0,-10 5 0,-9 0 0,-8-4 0,-3 2 0,-5-3 0,0 0 0,-1-4 0,-1-4 0,1-1 0,0-8 0,0-2 0,1-7 0</inkml:trace>
  <inkml:trace contextRef="#ctx0" brushRef="#br0" timeOffset="112580">8786 14024 24575,'57'-20'0,"-1"0"0,0 0 0,1-1 0,-11 3 0,-1 0 0,0-1 0,3-2 0,2-2 0,2-2 0,2-1 0,-1-1 0,-1 1-1157,-5 0 1,-1 0 0,-1-1-1,1 0 1,2 0 1156,-2 0 0,2-1 0,0 0 0,1 0 0,-1 0 0,-2 0 0,5-1 0,-2-1 0,0 2 0,-2-1 0,-1 2 222,3-2 0,-2 0 0,-2 2 0,-2 1-222,1-1 0,-3 2 0,-3 2 550,-1 0 1,-4 2-551,11-7 0,-26 19 0,-10 9 3011,-8 17-3011,0 17 391,-1 1 0,2 4-391,5-3 0,3 0 0,3 10 0,5-2 0,7-14 0,5-5 0,5-5 0,2-4 0,4-6 0,0-5 0,5-4 0,-1-6 0,-2-5 0,-2-4 0,-7 3 0,-2-3 0,-1-8 0,-4-2 0,3-9 0,-2-5 0,-15 6 0,-10 1 0,-12 1 0,-11 1 0,-9 2 0,-2 6 0,3 6 0,2 6 0,0 3 0,-6-1 0,0-1 0,3 0 0,14 3 0,6 3 0</inkml:trace>
  <inkml:trace contextRef="#ctx0" brushRef="#br0" timeOffset="113814">11444 13120 24575,'41'0'0,"0"0"0,3-1 0,5 0 0,4 0 0,-2 0 0,3 0 0,2 1 0,1-1-1105,-3 0 0,1 0 0,2 0 1,0 1-1,1-1 1105,3 0 0,0 1 0,1-1 0,0 1 0,-1-1 0,-1 1 0,-1 0 0,1 0 0,-1 0 0,-1 0 0,-1 0 0,1 0 0,-1 0 0,-2 0 0,0 0 97,4 0 1,-1 0-1,-1 1 1,-3-2-98,7 1 0,-3-2 0,-3 1 574,9-1 0,-8 0-574,-19-1 0,-4 0 0,12-8 0,-28 2 2807,-24 1-2807,-12 0 1179,-15 7-1179,1-2 0,6 14 0,-1 13 0,13 13 0,1 19 0,11-24 0,5 1 0,6 5 0,5 1 0,4 1 0,5-1 0,7 0 0,4-4 0,4-4 0,4-5 0,1-6 0,1-8 0,3-10 0,0-9 0,-1-13 0,-3-9 0,-3-8 0,-4-5 0,-5-6 0,-4-2 0,-8 2 0,-3 1 0,-5 6 0,-5 1 0,-6 6 0,-5 2 0,-24-18 0,-1 26 0,-5 4 0,1 7 0,-2 2 0,-14 0 0,2 3 0,-3 5 0,7 3 0,35 0 0</inkml:trace>
  <inkml:trace contextRef="#ctx0" brushRef="#br0" timeOffset="115231">11335 13597 24575,'32'13'0,"1"5"0,6 6 0,-1 2 0,5 3 0,2 4 0,-1-2-985,0 1 1,0-1-1,1 1 1,1 2 984,-2-1 0,1 2 0,1 1 0,-1-1 0,-2-1 0,4 2 0,-1-1 0,-2 0 0,-3-1 0,5 7 0,-4-1 0,1 0 255,0-4 0,-1 0 1,-3-2-256,2 8 0,-4-4 371,-7-9 1,-1-2-372,-3-3 0,-3-1 0,0-3 0,1-1 2035,-17-14-2035,-14-6 394,-23-2-394,-18-1 0,-11 2 0,-2 7 0,5 16 0,31-2 0,3 5 0,2 6 0,4 4 0,2 4 0,4 2 0,2 1 0,2-1 0,3-2 0,2 0 0,1 1 0,3-3 0,18 16 0,17-4 0,15-33 0,-20-8 0,0-4 0,1-2 0,-1-5 0,-2-4 0,0-5 0,5-7 0,-2-6 0,-7-6 0,-4-3 0,4-7 0,-2 0 0,-9 4 0,-3 1 0,-4 3 0,-2 2 0,-5-17 0,-14 12 0,-9 11 0,-9 9 0,12 7 0,4 6 0</inkml:trace>
  <inkml:trace contextRef="#ctx0" brushRef="#br0" timeOffset="116314">13088 14163 24575,'0'23'0,"-1"5"0,-1 5 0,0-7 0,0-9 0,2-9 0,-6 3 0,-18 24 0,5-11 0,-3 3 0,-3 6 0,-2 1 0,-5 5 0,1-2 0,-5 10 0,15-21 0,3-2 0,1-2 0,5-7 0,6-9 0,10-17 0,10-14 0,19-24 0,-7 13 0,5-4 0,-5 7 0,3-3 0,0 0-353,6-5 1,0-2 0,2 1 352,0-1 0,1 1 0,0 0 0,-1 2 0,1 1 0,-1 0 0,1-1 0,0 0 0,-1 3 0,4-6 0,-1 3 0,1-4 0,-3 1 0,-12 9 0,-3 1 0,-3 4 0,-1 1 0,-3-1 0,-2 1 0,11-15 264,-8 12 0,-6 14 0,-6 9 1</inkml:trace>
  <inkml:trace contextRef="#ctx0" brushRef="#br0" timeOffset="117381">8760 14299 24575,'35'0'0,"-1"0"0,11 0 0,5 0 0,6 0 0,8 0 0,2 0-1083,-11-1 0,1 1 0,2 0 0,0 1 1083,-7 1 0,1 1 0,1 1 0,0 0 0,2 1-394,7 1 0,1 0 1,2 1-1,-2 1 0,-1 1 394,-9 2 0,-2 0 0,0 1 0,0 1 0,2 0 0,6 1 0,2 0 0,0 1 0,0 0 0,-3-1-22,5 3 0,-2-1 1,-1 1-1,-1-1 22,-4-1 0,0 0 0,-1 0 0,0 0 0,-5-2 0,0-1 0,0 0 0,-1 0-207,11 2 1,-1 0 0,-1-1 206,-2 0 0,-1-1 0,-2-1 0,-4 0 0,-1-1 0,-2-1 850,12 2 0,-3-2-850,-4-2 0,-3-1 1289,-6-3 0,-3-1-1289,-5-1 0,-1 0 1829,23 2-1829,-14 0 0,-20 1 0,-9-3 0</inkml:trace>
  <inkml:trace contextRef="#ctx0" brushRef="#br0" timeOffset="119130">8599 14398 24575,'30'48'0,"-7"-16"0,6 6 0,6 5 0,6 6 0,1 2-1011,-7-8 0,1 2 0,0 0 1,1 1 1010,0 1 0,1 0 0,1 2 0,0 1-401,-3-4 0,1 3 0,1 0 0,-1-1 0,-1-1 401,-4-5 0,-2-2 0,1 0 0,-1 1 0,2 0 0,3 6 0,1 2 0,1-1 0,-1 1 0,-1-3 35,3 5 1,-1-2-1,0-2 1,-2 0-36,-3-6 0,-1 0 0,-1-2 0,-1-1-41,3 2 1,-2-2 0,0-1 40,8 7 0,-1-3 840,-6-8 0,-1-3-840,14 13 2658,-14-15-2658,-14-12 1519,-19-9-1519,-21-4 170,-27-2-170,16-1 0,-3 0 0,-2-1 0,-1 2 0,2 1 0,1 4 0,-1 9 0,2 5 0,10 3 0,3 3 0,-1 12 0,5 4 0,10 0 0,4 0 0,0 1 0,3 0 0,1-1 0,4-1 0,5-5 0,3-3 0,10 17 0,5-24 0,5-4 0,3-5 0,3-2 0,10 2 0,2-1 0,2-5 0,2-3 0,4-3 0,0-4 0,-1-7 0,-1-6 0,-3-7 0,-3-5 0,-4-5 0,-5-4 0,-8-3 0,-4-2 0,-6 4 0,-2 1 0,5-24 0,-12 11 0,-8 11 0,-5 6 0,-4 6 0,-7 2 0,-11-3 0,-4 7 0,-4-3 0,-2 6 0,18 7 0,0 1 0</inkml:trace>
  <inkml:trace contextRef="#ctx0" brushRef="#br0" timeOffset="120281">10534 16612 24575,'25'-19'0,"-1"0"0,5-4 0,8-7 0,6-5 0,1-1-1063,1-1 0,2 1 0,2-3 1063,-4 2 0,2-2 0,1-1 0,-3 3 0,-6 5 0,-2 2 0,-1 0 0,2-1 0,2-1 0,1-1 0,0 1 0,-2 0 0,7-7 0,-1 1 0,-1 1 76,-5 5 0,0 1 0,0-1-76,1-1 0,0-1 0,-2 2 0,6-4 0,-2 1 210,-10 8 1,1-1 0,0 0-211,9-7 0,-2 1 0,-4 4 0,-2 1 0,-2 3 0,-1 1 801,-2 1 1,-1 2-802,20-16 652,-8 8-652,-7 4 74,0 2-74,4-4 0,3-2 0,0 0 0,-6 3 0,-9 8 0,-10 5 0,-7 5 0,-6 4 0,-2 1 0</inkml:trace>
  <inkml:trace contextRef="#ctx0" brushRef="#br2" timeOffset="126747">10308 16509 24575,'-8'-18'0,"-13"-12"0,-17-16 0,10 13 0,-2-3 0,-4-3 0,-1-2 0,-2-5 0,0-2 0,12 14 0,0-2 0,1 1 0,-8-15 0,0-1 0,1-3 0,-1 1 0,3 1 0,0 2 0,1 4 0,1 1 0,1 4 0,0 1 0,5 8 0,1 1 0,-2-1 0,2 1 0,-10-17 0,-4-4 0,10 10 0,-9-1 0,0-4 0,-4 2 0,6 3 0,-6-8 0,5 1 0,13 17 0,-1-1 0,0 1 0,1-1 0,0 1 0,-1 1 0,-1 1 0,0 1 0,-3-1 0,0 0 0,-2-1 0,-1 0 0,-1-1 0,-1-1 0,0 0 0,1-1 0,0 2 0,1 1 0,2 1 0,-1 1 0,2 4 0,0 1 0,-19-14 0,4 7 0,4 6 0,4 5 0,-3 0 0,9 9 0,0-1 0,14 7 0,6 2 0,4 2 0</inkml:trace>
  <inkml:trace contextRef="#ctx0" brushRef="#br2" timeOffset="127930">8511 14187 24575,'25'0'0,"18"0"0,-9 0 0,2 0 0,9 1 0,3 1 0,4 3 0,1 1 0,5 3 0,1 3 0,1 0 0,3 2-465,-10-3 1,3 1-1,-1 0 465,-4-2 0,0 0 0,0 0 0,8 1 0,1 1 0,-2-1 0,-8-2 0,-3-1 0,0 0 45,-2 1 1,-1 1-1,-1-1-45,16 1 0,-3-1 0,-6 2 0,-3-1 0,-9-3 0,-2 0 0,0-1 0,-1 1 0,22 0 522,-23-2 0,0 0-522,29 5 214,-7 3-214,-2 2 0,-4 0 0,-3-3 0,-1 1 0,5 0 0,6-1 0,-24-5 0,1 0 0,2-1 0,1 0 0,1 1 0,0-1 0,3 0 0,-1 0 0,1-1 0,0 0 0,2 2 0,1-1 0,14 0 0,0 1 0,-11-2 0,0 1 0,8 2 0,0-1 0,-16-2 0,-2-1 0,-3 2 0,-1-1 0,1 1 0,-2-1 0,18 3 0,9 3 0,-13-4 0,7 3 0,-6-1 0,-4 0 0,2 0 0,4-1 0,4 1 0,0-1 0,-7-1 0,-10-1 0,-18-3 0,-8-2 0</inkml:trace>
  <inkml:trace contextRef="#ctx0" brushRef="#br2" timeOffset="129331">8965 13987 8191,'12'0'0,"44"-30"2111,-10 9 0,5-3-2111,0-2 0,4-3 0,0 0 0,-9 6 0,0 0 0,3 0 455,-1 1 1,3-2-1,1 1 1,-3 1-456,4 0 0,-2 1 0,1-1 0,-8 4 0,1-1 0,0 1 0,-1-1 550,7-2 0,-2 0 0,-1 1-550,-7 1 0,-1 1 0,0 0 0,15-7 0,-1 1 2920,-4 1 0,0 1-2920,-5 2 0,0 1 435,-3 2 0,-1 1-435,-4 1 0,0 0 737,-3 2 0,-1-1-737,24-10 506,-11 3-506,-9 3 0,-9 5 0,-7 3 0,-2 1 0,7-3 0,-2 0 0,7-4 0,-2 0 0,-5 5 0,-7 1 0,-9 7 0</inkml:trace>
  <inkml:trace contextRef="#ctx0" brushRef="#br2" timeOffset="130080">11608 13052 24575,'41'3'0,"2"-1"0,8-1 0,-1-1 0,6 0 0,2 0-1278,-2 0 0,3 0 0,2 0 1,1 0 1277,-6 0 0,1 0 0,2 0 0,0 0 0,-1 0 0,2 0 0,1 0 0,0 0 0,0 0 0,-2 0 0,-2-1 0,-1 1 0,-1 0 0,-1 0 0,-1 1 158,4 0 0,-2 0 1,-1 0-1,-4 1-158,3 1 0,-2 0 0,-6 0 203,1 2 1,-6-1 0,2 4-1,-22-6 1</inkml:trace>
  <inkml:trace contextRef="#ctx0" brushRef="#br0" timeOffset="151613">9198 12818 24575,'3'-20'0,"12"-3"0,6-1 0,12-4 0,-6 8 0,-1 4 0,-8 7 0,1 5 0,-4 1 0,1 3 0,-4 0 0,3 0 0,-7 2 0,1 3 0,-5 3 0,-2 5 0,0 3 0,-2 4 0,0 4 0,-1 1 0,-5 3 0,-6 4 0,-5 2 0,-4 3 0,1-3 0,1-4 0,0 1 0,7-11 0,1 1 0,7-14 0,2 1 0,5-5 0,10-1 0,15-9 0,14-6 0,19-1 0,-30 3 0,3 6 0</inkml:trace>
  <inkml:trace contextRef="#ctx0" brushRef="#br0" timeOffset="153030">12090 12233 24575,'2'-18'0,"10"1"0,9 2 0,9 4 0,4 5 0,-6 4 0,-6 2 0,-9 2 0,-6 16 0,-7 1 0,-9 12 0,-5-8 0,-2-5 0,1-3 0,6-6 0,3-2 0,9-3 0,14-2 0,14-1 0,16-1 0,5 0 0,-6 1 0,-11 6 0,-15 7 0,-9 9 0,-8 5 0,-8 1 0,-11-4 0,-22-2 0,-7-11 0,-8-3 0,17-9 0,14 0 0,13 0 0,8 0 0</inkml:trace>
  <inkml:trace contextRef="#ctx0" brushRef="#br0" timeOffset="154616">10335 14010 8191,'0'-6'0,"0"11"5063,0 18-5063,0 25 2818,0 6-2818,0-4 1719,0-19-1719,0-17 6784,0-6-6784,2-5 0,5 0 0,7-2 0,7-1 0,6 0 0,2 0 0,-4 0 0,-2-1 0,-5-4 0,-4-5 0,-3-6 0,-4-4 0,0-1 0,-2 0 0,-2-1 0,-1 10 0,-2 0 0,0 7 0,0 2 0,0 10 0,0 6 0,0 15 0,0 6 0,0 8 0,0 3 0,0-2 0,0-6 0,0-8 0,0-7 0,0-6 0,0-7 0,0 0 0,0-8 0,0 2 0</inkml:trace>
  <inkml:trace contextRef="#ctx0" brushRef="#br0" timeOffset="156064">11819 13551 24575,'0'51'0,"0"1"0,0-1 0,0-10 0,0-14 0,0-12 0,0-15 0,4-5 0,4-7 0,7-5 0,5 1 0,6 3 0,2 6 0,1 3 0,-3 4 0,-4 0 0,-5 1 0,-6 6 0,-6 7 0,-2 10 0,-3 6 0,0 4 0,0 0 0,0-7 0,-2-4 0,-5-4 0,-7-3 0,-7 1 0,-3-2 0,-3-3 0,2-5 0,3-3 0,4-3 0,5-1 0,6 0 0,3 0 0</inkml:trace>
  <inkml:trace contextRef="#ctx0" brushRef="#br0" timeOffset="156979">11791 13455 24575,'28'-4'0,"10"2"0,20 2 0,2 0 0,-12 0 0,-13 0 0,-21 0 0,-7 0 0</inkml:trace>
  <inkml:trace contextRef="#ctx0" brushRef="#br0" timeOffset="158180">13626 13949 8191,'8'4'0,"-10"-3"5063,-6 1-5063,-9-2 2818,-4 0-2818,-1 1 1719,-3 5-1719,0 9 6784,2 11-6784,3 15 0,7 13 0,5 8 0,4 1 0,4-7 0,0-7 0,0-16 0,15-3 0,8-10 0,19-3 0,6-3 0,-9-6 0,4-8 0,-15-9 0,1-10 0,-13-10 0,-7-6 0,-10 2 0,-8 5 0,-5 8 0,-5 9 0,-2 6 0,-1 3 0,-5 7 0,2 1 0,7 0 0,7-1 0</inkml:trace>
  <inkml:trace contextRef="#ctx0" brushRef="#br0" timeOffset="159413">11488 15741 24575,'28'-3'0,"11"-3"0,-5 3 0,2 0 0,26-2 0,-1 3 0,-32 2 0,-9 0 0,-14 0 0,3 8 0,-7 2 0,-1 14 0,-1 7 0,0 16 0,0 10 0,0 5 0,0-5 0,0-13 0,0-12 0,0-11 0,0-10 0,1-2 0,1-6 0,-1 0 0,1-2 0</inkml:trace>
  <inkml:trace contextRef="#ctx0" brushRef="#br0" timeOffset="160214">11583 15954 24575,'27'0'0,"13"0"0,17 0 0,-24 0 0,0 0 0,27 0 0,-25 0 0,-12 0 0</inkml:trace>
  <inkml:trace contextRef="#ctx0" brushRef="#br0" timeOffset="175129">10253 16728 24575,'1'-10'0,"-6"2"0,-8-2 0,-9 0 0,2-1 0,-10 2 0,6-4 0,-5 9 0,6-2 0,5 6 0,0 0 0,2 3 0,-9 6 0,-1 7 0,-5 5 0,5 1 0,5-4 0,7-1 0,6-2 0,4 0 0,3 0 0,1-1 0,0 0 0,0-2 0,0 0 0,3 0 0,2-3 0,7-2 0,7-2 0,13-3 0,3-1 0,5-7 0,-6-1 0,-8-6 0,-7 1 0,-7 2 0,0-2 0,-3 3 0,3-3 0,0 1 0,-4 3 0,-2 2 0,-1 6 0,0 8 0,3 7 0,1 7 0,2 4 0,3 3 0,-4-9 0,2 1 0,-9-10 0,0-4 0,-3-2 0</inkml:trace>
  <inkml:trace contextRef="#ctx0" brushRef="#br0" timeOffset="177162">8526 13944 24575,'5'-37'0,"9"-9"0,9-13 0,-9 28 0,-1-1 0,11-25 0,-8 14 0,-9 13 0,-7 10 0,-18 5 0,-4 3 0,-15 6 0,3 3 0,4 3 0,7 0 0,5 0 0,11 0 0,-3 0 0,7 0 0,-5 5 0,3 8 0,-2 8 0,2 9 0,3 4 0,1 4 0,1 2 0,0 3 0,3 3 0,3-1 0,3 0 0,3-5 0,-2-7 0,0-8 0,0-5 0,1-6 0,-2 1 0,2-4 0,-2-2 0,2-1 0,1-4 0,-1-2 0,-1-1 0,1 1 0,-1-1 0,2 1 0,0-2 0,4-3 0,3-7 0,3-5 0,0-7 0,-3 0 0,-4 1 0,-2 4 0,-3 2 0,-3 7 0,-2 1 0,-14 5 0,-4 1 0,-16 1 0,-2 0 0,-2 0 0,5 0 0,-3 0 0,10 0 0,5 0 0,7 0 0</inkml:trace>
  <inkml:trace contextRef="#ctx0" brushRef="#br0" timeOffset="178912">12601 14804 24575,'-30'0'0,"2"0"0,-4 0 0,12 0 0,1 2 0,9 5 0,-5 20 0,2-3 0,0 15 0,3-17 0,7 0 0,0-6 0,3-2 0,2-4 0,8 2 0,10-2 0,9-1 0,3-3 0,-6-3 0,-6-3 0,-5 0 0,-7 0 0,-2 0 0,-4 0 0</inkml:trace>
  <inkml:trace contextRef="#ctx0" brushRef="#br0" timeOffset="183929">11049 12434 24575,'-3'9'0,"1"12"0,2 24 0,0-14 0,0 2 0,0 10 0,0 2 0,0-3 0,0 0 0,0 1 0,0 0 0,0-2 0,0-2 0,0 21 0,0-24 0,0-2 0,0 8 0,0 7 0,0-25 0,0 2 0,0-18 0,-2-7 0,-4-11 0,-8-6 0,-8-4 0,-11-1 0,-7 2 0,-2 6 0,2 5 0,2 4 0,10 4 0,1 2 0,14 4 0,1 1 0,9 0 0,0-2 0,3 3 0,0-1 0,1 6 0,2-1 0,7 5 0,9 2 0,10 0 0,8 0 0,3-3 0,-1-2 0,-4-5 0,-9-3 0,-7-4 0,-4-2 0,-9 0 0,0 0 0</inkml:trace>
  <inkml:trace contextRef="#ctx0" brushRef="#br0" timeOffset="187596">13842 13283 24575,'35'-29'0,"6"-4"0,9-6 0,-6 4 0,-15 10 0,-15 11 0,-12 8 0,-16 4 0,-31 1 0,-2 1 0,-13 0 0,22 0 0,15 0 0,10 1 0,8 7 0,5 8 0,0 11 0,0 10 0,2 3 0,4 0 0,3-5 0,5-4 0,3-8 0,4-4 0,3-7 0,0-5 0,-1-3 0,-2-4 0,-2-2 0,-3-3 0,-6 1 0,-5 0 0</inkml:trace>
  <inkml:trace contextRef="#ctx0" brushRef="#br0" timeOffset="201047">11916 17273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06:22.5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21234 8756 24575,'51'0'0,"2"0"0,9 0 0,-14 0 0,5 0 0,2 0 0,3 0-1248,-1 0 0,2 0 0,2 0 0,1 0 1,0 0 1247,-7 0 0,1 0 0,0 0 0,0 0 0,0 0 0,0 0 0,-1 0 0,1 0 0,-1 0 0,0 0 0,-1 0 0,-2 0 41,3 0 0,-1 0 0,-1 0 0,-2 0 0,-1 0-41,3 0 0,-2 0 0,-1 0 0,-3 0 439,4 0 0,-2-1 0,-5 2-439,3 2 0,-5 3-1306,13 8 1,-33-3 0,-17 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09:57.486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25252 1811 16383,'34'0'0,"0"0"0,-1 0 0,1 0 0,28-2 0,-2-1 0,-3-4 0,-2-1 0,1-2 0,3 0 0,-28 5 0,2 0 0,1 0 0,1 0 0,3 0 0,2 0 0,2 0 0,0 0 0,1 0 0,1 1 0,-1 0 0,1-1 0,9 0 0,-2 0 0,-18 2 0,2 1 0,6-1 0,4 0 0,-1-1 0,1-3 0,2 0 0,7 2 0,5 0 0,-2-2 0,-11-1 0,-2-2 0,1 0 0,6 3 0,0 0 0,-6 1 0,-9-2 0,-3 1 0,1 0 0,-2-1 0,17-19 0,-10 5 0,3-4 0,5-4 0,2-2 0,0-2 0,0 0 0,-12 9 0,0 1 0,-2 1 0,4-1 0,0 3 0,4-4 0,-2 4 0,9 6 0,-11 8 0,6 4 0,-14 1 0,17-2 0,-10-1 0,8-2 0,-3 2 0,-5 2 0,-4 1 0,-4 0 0,-5 0 0,-4 0 0,0-1 0,8-1 0,12-3 0,14-1 0,2-2 0,-9 0 0,-15 3 0,-13 1 0,-13 3 0,-63 3 0,3 0 0,-7 0 0,-4 0 0,14 2 0,2 0 0,4-1 0,1-1 0,-4 2 0,2 0 0,-18-2 0,27 0 0,0 0 0,-22 1 0,9 1 0,3 5 0,-3 3 0,-6 5 0,-4 5 0,28-8 0,-2 1 0,-1 1 0,-1 0 0,-2 1 0,0 0 0,1-1 0,-1 1 0,1-2 0,2 0 0,3-1 0,0 1 0,-2 1 0,0 0 0,-22 9 0,21-9 0,1-1 0,-24 6 0,23-7 0,-3-1 0,-4-2 0,-2 0 0,-8 1 0,0 1 0,-2-2 0,1-1 0,6-1 0,1 0 0,-5 1 0,1-1 0,8-1 0,0 1 0,-8 1 0,0 2 0,4 0 0,2 1 0,-1 0 0,1 1 0,1-1 0,-1 0 0,2-1 0,0 0 0,1-1 0,1-1 0,4 0 0,1 0 0,-24 5 0,10-5 0,9-3 0,6-2 0,0 0 0,2 1 0,3 0 0,3-1 0,4 0 0,-5-2 0,-5 4 0,-8-3 0,-7 1 0,-2 1 0,1 0 0,9 0 0,0 1 0,14-4 0,1 1 0,10-1 0,10-2 0,60-14 0,-19 7 0,5-1 0,5-2 0,5-1 0,4-2 0,-2 0 0,2-1 0,2-1 0,0 0 0,0 1 0,-1 0 0,2 0 0,0-1 0,-7 1 0,1 0 0,1 0 0,-1-1 0,-2 2 0,2-2 0,-2 0 0,-1 2 0,0-1 0,-3 2 0,0 1 0,-1 0 0,-2-1 0,7-4 0,-2 0 0,0 1 0,6 1 0,1 1 0,-4 0 0,1-4 0,-3 1 0,-10 4 0,1 1 0,-3 0 0,-3-2 0,-1-1 0,8-1 0,-1-1 0,-6 3 0,-2 1 0,23-11 0,-10 3 0,-5 0 0,0-1 0,6-2 0,6-1 0,-23 14 0,0-1 0,2 1 0,1 0 0,1 1 0,1 0 0,1 1 0,1 0 0,0-1 0,0 1 0,-1 1 0,0 0 0,4 1 0,-2 1 0,15-2 0,2 4 0,-26 4 0,-4 0 0,-7 0 0,-5 0 0,-2 0 0,-4 0 0,4 0 0,-1 0 0,7 0 0,-1 0 0,-2 0 0,-2 0 0,-3 0 0,-2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1:00.118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24981 2037 16383,'35'16'0,"1"-1"0,1 1 0,-1 0 0,-2 0 0,0-1 0,1 0 0,-1-1 0,-4-2 0,-1-1 0,21 8 0,-8-4 0,-8-3 0,-3-2 0,-2-1 0,3-1 0,4 4 0,19 9 0,-5 4 0,-21-10 0,-1 0 0,23 11 0,-8-2 0,12 2 0,-27-13 0,2 0 0,7 3 0,0 0 0,-4-3 0,1 1 0,9 2 0,1 0 0,-11-4 0,-1 1 0,5 0 0,-2 0 0,19 8 0,-13-6 0,-6-4 0,-2-2 0,4-1 0,5 1 0,6 0 0,5 0 0,3-1 0,4 1 0,1 1 0,-6 0 0,-14-3 0,-4 0 0,-1 1 0,2 2 0,8 1 0,-1 1 0,1 0 0,-1 1 0,0 2 0,-2-1 0,0 0 0,0 1 0,2-1 0,1 2 0,8 6 0,-7-4 0,1 7 0,-7-8 0,-6 3 0,6 1 0,-12-4 0,8 5 0,-9-5 0,5 5 0,-4-2 0,-2-2 0,-3 0 0,0 1 0,-1 0 0,-1 0 0,-2-2 0,-4 0 0,-2-2 0,-1-2 0,-3-4 0,-2-1 0,-3-3 0,-4 11 0,2 1 0,1 7 0,3-4 0,-1-4 0,-3-7 0,-2-4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1:15.59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28902 1779 16383,'-55'-1'0,"-4"-1"0,2-5 0,24 2 0,-1 0 0,0 0 0,-1-1 0,-26-4 0,13 3 0,17 2 0,15 2 0,13 1 0,48 4 0,-3-2 0,-4 3 0,3 1 0,16-3 0,-2 5 0,-14-5 0,-11 7 0,-17-1 0,-21 9 0,-33 17 0,3-9 0,-5 2 0,7-3 0,-2 0 0,0 0 0,-2 1 0,-1 0 0,1-1 0,-16 10 0,4-2 0,9-6 0,5-1 0,-15 9 0,24-12 0,23-12 0,47-6 0,5-2 0,-8-2 0,2-1 0,18-4 0,-11 0 0,-21 1 0,-3 3 0,-19 6 0,-4 10 0,-24 14 0,-18 9 0,16-16 0,0-2 0,-20 15 0,18-5 0,26-2 0,32 1 0,-2-13 0,4-3 0,7 1 0,1-3 0,-3-1 0,-1-1 0,16 7 0,-48-2 0,-32 6 0,-6-7 0,-6 0 0,-3 3 0,0 0 0,-5 2 0,2 0 0,9-3 0,4 0 0,-15 6 0,23-2 0,17-12 0,6 5 0,25-4 0,-5-1 0,13 4 0,-19-2 0,-6 5 0,-10 10 0,-8 13 0,-5 12 0,8-18 0,1 2 0,2 2 0,1 1 0,4 1 0,1 0 0,4-3 0,1 0 0,7 19 0,4-10 0,-7-15 0,-19-5 0,-31-5 0,-17-9 0,18-4 0,-2-1 0,9-2 0,2-2 0,-19 1 0,12 0 0,29 0 0,49 12 0,-10 0 0,3-2 0,-1 2 0,-9 5 0,-9-3 0,-7-5 0,0-61 0,1 2 0,1-11 0,2-2 0,-1 26 0,1 3 0,0-4 0,0 7 0,0 11 0,-6 16 0,4 16 0,0-5 0,7 1 0,-44-37 0,5 11 0,-28-20 0,24 22 0,23 8 0,22 4 0,18 4 0,7 0 0,-9 12 0,-16 14 0,-16 18 0,-25 6 0,0-6 0,-5-16 0,15-14 0,9-7 0,27-5 0,3-1 0,19-1 0,-10 0 0,-8 0 0,-7 2 0,-12-1 0,-30-21 0,-10-1 0,5 3 0,-2-1 0,-13-5 0,13 9 0,29 11 0,27 19 0,9 1 0,1 13 0,-20-17 0,-14-2 0,-29-12 0,-10-8 0,-5 0 0,0-10 0,26 9 0,5 0 0,38 3 0,2 3 0,19-2 0,-21 0 0,-22-4 0,-31-8 0,-27-6 0,18 10 0,-1 0 0,1 1 0,3 1 0,-11-5 0,35 9 0,51 9 0,-13 5 0,1 2 0,8-1 0,-1 1 0,12 8 0,-31-8 0,-73-25 0,24 8 0,-12-4 0,5-1 0,29 9 0,38 0 0,5 8 0,22 0 0,-34-5 0,-13-20 0,-12-18 0,-8-13 0,-1 2 0,3 16 0,22 18 0,23 11 0,16 9 0,2 5 0,-8 3 0,-29-2 0,-52-38 0,1-3 0,2 4 0,2-1 0,9-8 0,21 18 0,23 11 0,21 14 0,14 5 0,-4 5 0,-17-1 0,-21-6 0,-50-48 0,1-2 0,1 4 0,1-1 0,-2-13 0,22 18 0,41 17 0,-9 12 0,7 5 0,3 2 0,11 5 0,5 1 0,-17-1 0,-33-3 0,-26-13 0,-5-7 0,3-4 0,24 6 0,29 5 0,22 10 0,9 4 0,-9 2 0,-19 0 0,-36-2 0,-41-19 0,18 2 0,-2-3 0,-9-5 0,2-3 0,10 2 0,5-1 0,-6-12 0,37 16 0,23 10 0,5 7 0,5 2 0,-3-1 0,0 0 0,3 1 0,-1 0 0,12 1 0,-28-3 0,-29-10 0,-25-17 0,-15-13 0,23 17 0,1-1 0,-11-18 0,30 15 0,34 13 0,24 11 0,-20 4 0,0 1 0,21 4 0,-22 5 0,-45 9 0,-23-4 0,3-7 0,-2-3 0,-24-1 0,20-10 0,22-6 0,42-4 0,27-5 0,-20 14 0,1 2 0,25-4 0,-16 4 0,-26 3 0,-7 1 0,-64-5 0,-2-8 0,7 2 0,0-4 0,13-4 0,5-4 0,5-1 0,4-2 0,-5-26 0,26 6 0,26 13 0,21 10 0,13 12 0,-25 10 0,-2 0 0,11 2 0,-10 5 0,-23-2 0,-7 2 0,-2-4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1:21.5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16802 11257 16383,'59'0'0,"1"0"0,-1 0 0,0 0 0,1 0 0,-1 0 0,1 0 0,-3-1 0,-1-1 0,1 0 0,-1 0 0,0 0 0,0 0 0,0 0 0,0 1 0,0 0 0,1 0 0,-1 0 0,-1 0 0,-1 0 0,-2-1 0,6 0 0,-3-2 0,-1 0 0,-1 1 0,-1 0 0,10 0 0,-1 1 0,-1 0 0,-5 0 0,0 1 0,-4 0 0,1 0 0,4 0 0,1-1 0,-4 2 0,3-1 0,-6 2 0,10 1 0,-30 2 0,-19 1 0,-33 3 0,-20-1 0,0 0 0,-7 0 0,-6 0 0,3 0 0,-5 0 0,-5 1 0,-2 0 0,-1 0 0,6-2 0,-1 1 0,-3 0 0,-1-1 0,-1 1 0,0 0 0,-1-1 0,11 0 0,0-1 0,-2 1 0,1-1 0,-1 1 0,0-1 0,0 1 0,0-1 0,1 0 0,-7 1 0,1-1 0,-1 1 0,1-1 0,0 0 0,1 0 0,0 0 0,2 0 0,-3-1 0,0 1 0,1-1 0,1 0 0,2 0 0,0 0 0,3-1 0,-6 1 0,1-1 0,2 0 0,2 0 0,3 0 0,-14 0 0,3-1 0,7 0 0,-1 0 0,9-1 0,9 0 0,37 6 0,64 9 0,-19-9 0,5 0 0,6-1 0,-6 0 0,3 0 0,3-1 0,3 1 0,0-1 0,0 0 0,2-1 0,2 1 0,1-1 0,-1 0 0,0 0 0,0 1 0,1-1 0,0 1 0,-1-1 0,0 1 0,-3-1 0,4 0 0,-3 0 0,0 0 0,-1 1 0,-1-1 0,-2 1 0,0 0 0,0 1 0,-3-1 0,-3 0 0,9 2 0,-5 0 0,1 0 0,5 1 0,1 0 0,-4 0 0,5 1 0,-7 0 0,-16-2 0,-5-2 0,10 2 0,-15-5 0,-16 0 0,-34-3 0,-20-3 0,4-2 0,-5-2 0,-3-1 0,-7-1 0,-4-1 0,-3 0 0,0-2 0,8 2 0,0-2 0,-1 1 0,-1-2 0,2 1 0,1 0 0,0-1 0,0 1 0,1-1 0,2 1 0,-5-1 0,1 0 0,2 0 0,3 1 0,-4-2 0,4 1 0,5 1 0,4 1 0,7 1 0,-3-3 0,32 9 0,35-9 0,19 2 0,16 2 0,-21 4 0,4 0 0,4 0 0,2 0 0,2 1 0,-5 0 0,3-1 0,2 1 0,1 0 0,0 1 0,0-1 0,-2 1 0,4 1 0,-1-1 0,0 2 0,0-1 0,1 1 0,1 0 0,-3-1 0,3 1 0,1-1 0,0 1 0,-2 0 0,-3 1 0,-3-1 0,10 2 0,-5 0 0,-3 0 0,2 0 0,4 0 0,1 0 0,-1 0 0,-7 0 0,-4 1 0,-4-1 0,-6 2 0,7 0 0,-22 2 0,-35-1 0,-29 1 0,-24-3 0,-7-2 0,19-1 0,-4-1 0,-4 0 0,-1-2 0,-3 1 0,0-1 0,6 0 0,-2 0 0,-2-1 0,0 0 0,-2 0 0,0 0 0,0-1 0,0 0 0,4 0 0,-2 0 0,0 0 0,-1 0 0,0-1 0,1 0 0,0 0 0,1 0 0,2-1 0,-2 0 0,1 0 0,0-1 0,2 0 0,-1 0 0,2 0 0,2 1 0,0-1 0,-5 0 0,0 0 0,2-1 0,2 1 0,2 1 0,2 0 0,-7-2 0,3 2 0,3-1 0,4 2 0,-11-3 0,9 2 0,4-3 0,30 7 0,13-1 0,46 5 0,-2 1 0,7 3 0,1 3 0,6 1 0,0 2 0,2-1 0,1 1 0,0 1 0,4 3 0,-1 0 0,-5-1 0,-1 1 0,-5 0 0,-3-3 0,-6-1 0,-14-1 0,-5-2 0,-19-3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08:01.9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31853 11963 24575,'-3'19'0,"1"19"0,2 21 0,0-23 0,0 2 0,0 1 0,0 0 0,0-5 0,0-2 0,0 22 0,0-18 0,0-12 0,-2-14 0,-4-9 0,-3-13 0,-3-6 0,2-6 0,3 3 0,4 1 0,3 1 0,6 4 0,10-1 0,9 0 0,12 2 0,-2-3 0,2 7 0,-9 3 0,3 4 0,-8 3 0,4 0 0,-4 3 0,-3 6 0,-2 10 0,-3 9 0,-1 4 0,0 0 0,-2-2 0,-2-5 0,-2-6 0,-3-3 0,-1-8 0,0 1 0,1-5 0,4 3 0,1-4 0,6 1 0,2-4 0,2 0 0,1-5 0,-10 3 0,-3-3 0</inkml:trace>
  <inkml:trace contextRef="#ctx0" brushRef="#br0" timeOffset="917">32561 12279 24575,'17'0'0,"3"0"0,3 0 0,2 0 0,-4 0 0,-8 0 0,-3 0 0,-6 0 0,0 0 0,-1-1 0,-5-1 0,-4-1 0,2 1 0,-2 0 0</inkml:trace>
  <inkml:trace contextRef="#ctx0" brushRef="#br0" timeOffset="2483">33080 12003 24575,'0'21'0,"0"18"0,3-4 0,1 13 0,3-15 0,2 1 0,-2-4 0,0-6 0,-2-2 0,-4-9 0,1 2 0,-1-5 0,-1-2 0,0-2 0,0-2 0,0-1 0,0 1 0,0 3 0,0 6 0,1 7 0,1 16 0,2-5 0,-2 0 0,1-14 0,-3-10 0,0-2 0</inkml:trace>
  <inkml:trace contextRef="#ctx0" brushRef="#br0" timeOffset="7649">10597 9891 24575,'0'22'0,"0"14"0,0 22 0,0-19 0,0 1 0,0 6 0,0 1 0,0 2 0,0 0 0,0 1 0,0 0 0,0 1 0,0 0 0,0 1 0,0 0 0,0 0 0,0 1 0,0-3 0,0-1 0,0-5 0,0-3 0,0-6 0,0-4 0,0 15 0,0-14 0,0-14 0,0-2 0,0-8 0,2-2 0,8-4 0,15-1 0,22-5 0,-16-1 0,2-1 0,3-1 0,1-2 0,-1 0 0,-2 0 0,20-5 0,-15 3 0,-16 5 0,-11 3 0,-6 0 0,-4 3 0,-2-1 0</inkml:trace>
  <inkml:trace contextRef="#ctx0" brushRef="#br0" timeOffset="8716">10655 9821 24575,'31'0'0,"26"-8"0,-20 6 0,2-1 0,2-3 0,1-1 0,1 1 0,-1-1 0,18-8 0,-3-3 0,-29-4 0,-17 11 0,-9-2 0</inkml:trace>
  <inkml:trace contextRef="#ctx0" brushRef="#br0" timeOffset="12534">26641 10721 8191,'4'0'0,"32"0"1805,2 0 0,11 0-1805,-7 0 0,8 0 0,5 0 0,0 0 0,-3 0 0,5 0 0,-2 0 0,2 0 0,4 0 121,-5 0 1,4 0 0,3 0-1,0 0 1,-1 0 0,-3 0-122,0 0 0,-1 0 0,-2 0 0,1 0 0,1 0 0,2 0 0,2 0 0,-1 0 0,1 0 0,-1 0 0,0 0 0,1 1 0,-1-1 0,-1 0 0,0-1 157,-5 1 0,-2-1 0,1 1 1,-1-2-1,1 0-157,1 0 0,2-2 0,0 0 0,-2 1 0,-2-1 777,0 0 1,-2 1 0,-1-1 0,3 1-778,1-2 0,3 0 0,1 0 0,-1 0 0,-1 1 0,3 2 0,-2 0 0,1 1 0,1 0 0,-5 0 0,2 0 0,0 0 0,0 1 0,-2 0 0,5 2 0,-1 0 0,-1 0 0,-2 1 271,7 1 0,-1 0 0,-5 1-271,8 3 0,-7 0 1269,-17-1 0,-4 0-1269,8 1 2224,-23-4-2224,-10-3 529,-3-1 0,-6 0 0,2 0 0</inkml:trace>
  <inkml:trace contextRef="#ctx0" brushRef="#br0" timeOffset="15749">8210 11571 24575,'5'15'0,"11"4"0,26 11 0,-2-7 0,9 2 0,-2-2 0,5 1 0,5-1-954,-11-7 1,3 1 0,3-1 0,2-1 0,1 0 953,0-1 0,2 0 0,1 0 0,2-1 0,0-1 0,1-1-368,-7-1 0,0-1 0,1 0 0,0-1 1,1-1-1,0 0 0,1 0 368,3-1 0,1 0 0,1 0 0,0-1 0,0-1 0,-1 0 0,0 0 0,-2-1 0,-1 0 0,0-1 0,0-1 0,0 1 0,-1-1 0,0 0 0,4 0 0,1 0 0,-1-1 0,-1 0 0,-1 0 0,0 0-280,7-1 1,-1 1 0,-1-2 0,-2 1 0,-2-1 279,2 0 0,-2 0 0,-3-1 0,-6 1 0,12-2 0,-6 0 0,-8-1 0,-4 1 2581,13 4-2581,-15 0 0,4 0 0,13 0 0,4 0 1024,-15 1 0,2 0 0,0 1-1024,3 0 0,1 1 0,0 0 0,4 0 0,0 1 0,1 0 0,0 0 0,0 0 0,0-1 0,-1-1 0,-1 0 0,1 0 0,-1-1 0,1 0 0,0 0 0,0-1 0,-1 0 0,1 0 0,-1 0 0,0 0 0,0 0 0,-1 0 0,1 0 0,-1 0 0,-2 0 0,1 0 0,-2 0 0,0 0 0,-2 0 0,1 0 0,0 0 0,0 0 0,2 0 0,-3 0 0,1 0 0,2 0 0,-2 0 119,-5-1 0,-1-1 1,0 1-1,2-1-119,10 1 0,3-1 0,0 1 0,-3-1 0,-9 0 0,-1 1 0,-1-1 0,1 1 0,1 0 0,1 0 0,-1-1 0,-1 1-92,11-3 1,-1 0 0,-4-1 91,7-1 0,-4-2 0,-8-6 0,-6-2 0,1-2 459,-10 9 1,3 2-460,5 5 0,3 0 0,13 1 0,7-2-138,-15-1 1,5-1-1,2-1 1,-2-1 137,-3 2 0,-1-1 0,1 0 0,3-2 0,-3 0 0,4-1 0,0 0 0,-1-1 0,-4 2 0,-1 0 0,-3 1 0,0 0 0,-1 0-147,1-1 0,0 0 0,-1 0 0,-2 1 147,7 1 0,-2 1 0,-2 1-74,12-2 0,-1 2 74,-14 2 0,1 0 0,-3 1 0,3 1 0,-2 0 0,11 0 0,0 0 0,-6 0 0,-1 0 1053,-4 0 1,-2 0-1054,-3 0 0,-2 0 483,-4 0 0,0 0-483,30 0 87,-31 0 1,1 0-88,3 0 0,0 0 0,3 0 0,0 0 0,2 0 0,0 0 0,1 0 0,1 0 0,-1 1 0,0 0 0,0 0 0,0 0 0,-1 1 0,2 0 0,8 0 0,1 0 0,-8 0 0,0-1 0,5 0 0,-1 0 0,-13-1 0,-2 0 0,16 0 0,-15 0 0,-16 0 0,-7 0 0,-3 0 0,1 0 0,11 0 0,13 0 0,15-1 0,11-6 0,-25 1 0,-2 0 0,6-3 0,-7-1 0</inkml:trace>
  <inkml:trace contextRef="#ctx0" brushRef="#br0" timeOffset="17750">23614 11650 24575,'56'2'0,"1"-1"0,-14 0 0,3 0 0,5 0 0,3-1 0,6 0 0,4 0 0,1 0 0,-4 0-1161,-8 0 0,-3 0 1,1 0-1,0 0 1,4 0 1160,2-1 0,3 0 0,2 0 0,0 0 0,1 0 0,-1 0-372,-1-1 0,1 1 0,0 0 0,0 0 0,-1-1 1,0 1 371,-5 0 0,0-1 0,-1 1 0,0 0 0,0 0 0,2-1 0,4 1 0,2 0 0,0 0 0,0 0 0,-1 0 0,0 0 0,-3 1 0,0 0 0,0 0 0,-1 0 0,-1 0 0,0 0 0,6 0 0,-2 0 0,0 0 0,0 0 0,2 0-29,-6 0 1,1 0 0,1 0 0,0 0 0,-2 0-1,-3 0 29,13 0 0,-4 0 0,-1 0 0,-1 0-201,-5 0 0,0 0 0,-1 0 1,-3-1 200,9 0 0,-2 0 0,-1 0 605,-8-2 1,-1 1 0,-1-2-606,-3 1 0,-2 0 0,-1-1 0,14-2 0,-3-1 1528,-5 2 0,-1-1-1528,-2 1 0,-2 1 1211,-3 0 1,-1 1-1212,-1-1 0,-1 1 657,1 0 0,0-1-657,3 0 0,2 0 198,3-2 1,1-1-199,2 1 0,1-2 0,12-6 0,-1-1 0,-10 2 0,-3-1 0,2-3 0,-4 1 0,12-8 0,-23 8 0,-13 8 0,-11 3 0,-4 5 0,-3 0 0,0 0 0,1 0 0,2 0 0,9 0 0,15 0 0,14 0 0,11 0 0,6 0 0,1-2 0,-5-1 0,-7-4 0,-7-4 0,-17 2 0,-6 0 0,-13 6 0,-2 5 0,-17 16 0,-28 16 0,6-10 0,-7 0 0,-12 3 0,-7-1-468,10-7 0,-4-2 1,-1 0 467,7-4 0,-1 0 0,0-1 0,5-1 0,-17 4 0,4-1 0,6-4 0,-1 0 0</inkml:trace>
  <inkml:trace contextRef="#ctx0" brushRef="#br0" timeOffset="19266">24213 11649 24575,'21'-3'0,"28"0"0,-7 3 0,4 0 0,7 0 0,3 0 0,1 0 0,-2 0 0,-9 0 0,-4 0 0,20 0 0,-30 1 0,-14 7 0,-15-2 0,0 15 0,-3 7 0,0 13 0,0-9 0,0 2 0,0 22 0,0-24 0,0-1 0,0 20 0,-3-4 0,-2 9 0,1 6 0,1-4 0,3-12 0,0-9 0,0-18 0,0 3 0,0-4 0,0 3 0,0 0 0,0-1 0,0-3 0,0-8 0,0 0 0,-1-4 0,-1 3 0,1 3 0,-2-4 0,-1 0 0,-5-5 0,-16-1 0,-9-1 0,-19-14 0,-5-4 0,4-9 0,21 10 0,14 7 0</inkml:trace>
  <inkml:trace contextRef="#ctx0" brushRef="#br0" timeOffset="90948">24605 1601 24575,'-10'0'0,"-4"0"0,-4 0 0,-6 0 0,-3 0 0,1 2 0,1 5 0,3 10 0,3 13 0,1 13 0,4 13 0,8-23 0,1 1 0,0 2 0,1-1 0,1 1 0,0-1 0,1 0 0,0-2 0,0 17 0,0-6 0,2-14 0,0-8 0,0 3 0,6-3 0,3 1 0,6-6 0,7 0 0,0-5 0,10 2 0,3-4 0,7-3 0,5-5 0,3-3 0,2-8 0,2-9 0,-4-9 0,-7-10 0,-4-3 0,-5-8 0,-3-3 0,-5 2 0,-2-5 0,-11 21 0,-3 2 0,-7 20 0,-3 3 0,0 6 0,0-1 0</inkml:trace>
  <inkml:trace contextRef="#ctx0" brushRef="#br0" timeOffset="92031">24814 1660 24575,'26'4'0,"3"8"0,2 8 0,-4 8 0,-6 5 0,-6 7 0,-3 5 0,-4 3 0,-4-3 0,-3-10 0,7-15 0,-5-10 0,4-9 0</inkml:trace>
  <inkml:trace contextRef="#ctx0" brushRef="#br0" timeOffset="93181">28735 946 24575,'-24'0'0,"-4"0"0,1 0 0,-1 0 0,-7 1 0,4 6 0,-5 14 0,11 16 0,10 17 0,6 8 0,8 1 0,3-4 0,10-4 0,15-6 0,14-5 0,10-6 0,0-9 0,0-8 0,-1-9 0,-1-7 0,12-12 0,-12-12 0,-19 1 0,-2-3 0,-6-3 0,-2-2 0,1-6 0,-2 0 0,-3 0 0,-1 1 0,-3-3 0,-1 2 0,3-15 0,-5-6 0,-8 16 0,-8-7 0,-14 6 0,-13 6 0,-1 7 0,12 12 0,12 6 0</inkml:trace>
  <inkml:trace contextRef="#ctx0" brushRef="#br0" timeOffset="94581">27861 3566 24575,'-14'3'0,"-9"0"0,-13-2 0,-7 6 0,1 8 0,7 13 0,13 11 0,10 10 0,9-14 0,2 1 0,1 27 0,9-25 0,4 1 0,-1-6 0,3-2 0,10-2 0,3-1 0,-5-1 0,1-2 0,29 10 0,-5-10 0,0-14 0,-15-6 0,2-4 0,-2-5 0,1-2 0,8-4 0,0-3 0,-3-4 0,-2-4 0,-5-1 0,-4-1 0,16-23 0,-20 4 0,-13 1 0,-7-5 0,-10-5 0,-6-1 0,-7 6 0,-1 10 0,3 13 0,-2 6 0,-7 4 0,-28-6 0,25 9 0,-10-4 0</inkml:trace>
  <inkml:trace contextRef="#ctx0" brushRef="#br0" timeOffset="95831">31036 2758 24575,'-4'6'0,"2"6"0,2 12 0,0 11 0,3 13 0,8 9 0,0-19 0,1 0 0,1-8 0,1 0 0,2 1 0,3-3 0,25 1 0,-11-21 0,3-3 0,0 1 0,1-5 0,18-10 0,0-7 0,-15 1 0,-3-3 0,3-6 0,-2-4 0,-7-4 0,-5-3 0,-9 8 0,-3-1 0,3-4 0,-2 1 0,0-17 0,-9 11 0,-4 6 0,-3 2 0,-5 1 0,-3 3 0,-4 3 0,-4 7 0,-8 4 0,-11 4 0,-17 3 0,20 3 0,-2 1 0,-2-1 0,0 2 0,-2 3 0,2 1 0,-3-3 0,10 8 0</inkml:trace>
  <inkml:trace contextRef="#ctx0" brushRef="#br0" timeOffset="97514">25111 3488 24575,'-24'0'0,"-5"0"0,-8 2 0,-7 12 0,-1 14 0,2 14 0,10 12 0,18-26 0,3 3 0,0 9 0,2 1 0,4-4 0,1 0 0,0 6 0,1-2 0,4 16 0,6-6 0,15-16 0,9-4 0,9-10 0,10-2 0,-6-5 0,5-1 0,-9-7 0,-3-4 0,-1-10 0,7-16 0,3-18 0,-21 14 0,-1-1 0,0-2 0,-1 0 0,-4 0 0,-1 1 0,11-23 0,-7 8 0,-6 6 0,-6 6 0,-4-1 0,-3-2 0,-6-13 0,-9 5 0,-10-9 0,-2 18 0,7 12 0,9 12 0</inkml:trace>
  <inkml:trace contextRef="#ctx0" brushRef="#br0" timeOffset="98447">24755 2501 24575,'0'34'0,"-1"15"0,0-16 0,1 2 0,2 5 0,1 2 0,2-1 0,1 0 0,3 0 0,0 1 0,0 5 0,0-1 0,-1-11 0,1-1 0,-2 5 0,0-1 0,5 15 0,-4-2 0,-2-15 0,-3-10 0,0-15 0,0-6 0,-3-4 0</inkml:trace>
  <inkml:trace contextRef="#ctx0" brushRef="#br0" timeOffset="99215">25500 3929 24575,'33'0'0,"1"0"0,4 0 0,5 0 0,4 0 0,4 0 0,4 0 0,3 0 0,1 0-1444,-4 0 0,1 0 1,2 0-1,2 0 1,1 0 1443,-7 0 0,3 0 0,1 0 0,1 0 0,0 0 0,-1 0 0,-2 0 0,2 0 0,-1 0 0,-1 0 0,0 0 0,0 0 0,1 0 0,5 0 0,3 0 0,0 0 0,-2 0 0,-2 0 0,-4 0 239,1 0 1,-5 0 0,-1 0 0,-1 0-240,14 0 0,-1 0 0,-9 0 678,-11 0 1,-6 0-679,-3 0 0,-6 0 0,-9 0 0,-15 0 0</inkml:trace>
  <inkml:trace contextRef="#ctx0" brushRef="#br0" timeOffset="100148">25185 2012 24575,'47'14'0,"1"0"0,-1 0 0,1 0 0,7 6 0,0 1 0,3 1 0,4 2 0,-12-6 0,3 1 0,2 1 0,2 1 0,0 0 0,-1 0 0,0 2-1102,0 1 0,1 0 1,-1 2-1,0 0 0,0 1 1,-1-1-1,0-1 1102,-3-1 0,0 0 0,-1 0 0,0 0 0,0 0 0,-1 0 0,0 1 0,7 5 0,0 0 0,0 2 0,-1-1 0,-3-1 0,-4-1 242,5 3 0,-4 0 1,-2-2-1,-1 0-242,-4-3 0,-1 0 0,-1-1 0,-3-1 480,1 3 1,-2-1 0,-3-3-481,-2 0 0,-3-2 0,2 1 0,-3-2 0,-2 0 0,-14-12 0,-9-6 0</inkml:trace>
  <inkml:trace contextRef="#ctx0" brushRef="#br0" timeOffset="101198">24917 1803 24575,'15'-3'0,"42"-2"0,-16-1 0,7 0 0,4-2-1664,3-2 0,6-1 0,3-1 0,2-1 1664,-11 2 0,3-1 0,2-1 0,1 0 0,1-1 0,1 0-447,-10 1 0,1 1 1,1-2-1,1 1 1,1-1-1,0 0 1,0 0-1,0 0 447,-4 0 0,2 1 0,-1-1 0,1 0 0,1 0 0,-1 0 0,0 0 0,0-1 0,0 1 0,6-1 0,0-1 0,0 0 0,1 0 0,-1 0 0,-1 0 0,0 0 0,0 1-56,-4 0 0,0 0 0,0 0 0,0 0 0,-2 0 0,1 1 0,-2 0 0,-1 0 56,9-2 0,-1 0 0,-1 0 0,-1 1 0,-2 1 0,-2 0-123,0 0 1,-2 0 0,-2 1 0,-1 1 0,-3 0 122,15-4 0,-3 2 0,-7 1 998,1 2 0,-7 1-998,12-1 0,-34 9 0,-12 2 0</inkml:trace>
  <inkml:trace contextRef="#ctx0" brushRef="#br0" timeOffset="102031">28590 1517 24575,'0'18'0,"-7"24"0,0-2 0,-2 6 0,-1-2 0,-1 4 0,-2 2-867,1-4 0,-1 2 0,0 1 1,-1 0 866,-1 4 0,0 1 0,-1 1 0,1-1 0,-2 0 0,1 0 0,0-1 0,-1 0 0,2-4 0,0 0 0,0-1 0,0-2 105,-3 10 0,1-1 0,1-3-105,1-5 0,0-1 0,1-1 0,-4 13 0,1-2 370,3-6 0,0-2-370,2-6 0,0-1 0,1-8 0,0-1 0,-6 19 1755,-1-15-1755,5-15 0,5-7 0,3-12 0</inkml:trace>
  <inkml:trace contextRef="#ctx0" brushRef="#br0" timeOffset="102881">28312 3592 24575,'22'3'0,"6"-4"0,7-3 0,3-2 0,5-1 0,3-1-1074,-1-2 0,2 0 0,2-2 0,2 0 1074,0 0 0,3-2 0,0 0 0,2 0 0,-1-1-433,4-1 1,0 0-1,0-1 1,1 1-1,0-1 433,1 1 0,1-1 0,-1 1 0,0-1 0,-1 2 0,-4 1 0,-1 0 0,0 1 0,-2 0 0,-1 1 169,2-1 0,-2 1 1,-2 1-1,-1 0-169,5 0 0,-3 0 0,-2 0 0,12-4 0,-6-2 0,-16 3 0,-5-3 367,-2 0 0,-7 0 1,-6-3-1,-11 5 0</inkml:trace>
  <inkml:trace contextRef="#ctx0" brushRef="#br0" timeOffset="103831">30896 2351 24575,'0'0'0</inkml:trace>
  <inkml:trace contextRef="#ctx0" brushRef="#br0" timeOffset="104598">31008 2512 24575,'-46'-18'0,"18"4"0,-1-3 0,-8-6 0,-2-4 0,4 3 0,-2-2 0,-2 0-849,-5-3 0,-3-1 0,-2 0 849,7 5 0,-1 0 0,-3 1 0,-2-1-589,-4 0 1,-3-1 0,-2 1 0,-1 0 0,2 1 588,5 3 0,1 0 0,0 1 0,0 1 0,-2-2 0,2 2 0,-1-1 0,-1 0 0,0 0 0,2 0 0,3 1 45,-7-3 0,3 1 0,1 0 0,2 0-45,-10-6 0,2 0 0,5 0 0,-3-9 0,7 2 0,12 7 0,4 1 260,-6-14 1,26 26 0,5 5-1</inkml:trace>
  <inkml:trace contextRef="#ctx0" brushRef="#br1" timeOffset="125114">24643 3071 24575,'23'-2'0,"13"-4"0,16-4 0,4 0 0,-12 1 0,-13 6 0,-20 3 0,-5 0 0</inkml:trace>
  <inkml:trace contextRef="#ctx0" brushRef="#br1" timeOffset="126714">24589 2896 24575,'15'32'0,"-1"0"0,1-4 0,0 1 0,4 5 0,0-1 0,14 16 0,-17-25 0,-3-6 0,-7-20 0,16-17 0,18-26 0,-13 11 0,1-3 0,3-5 0,0-1 0,-3 3 0,-3 1 0,-5 8 0,-1 2 0,7-8 0,-16 21 0,-4 11 0</inkml:trace>
  <inkml:trace contextRef="#ctx0" brushRef="#br1" timeOffset="127781">26224 2401 24575,'3'28'0,"8"12"0,7 18 0,-6-26 0,1 0 0,11 21 0,-7-11 0,-4-18 0,-9-18 0,5-16 0,7-19 0,19-21 0,-16 23 0,1 0 0,2-1 0,1 2 0,6-10 0,-6 10 0,-8 10 0,-9 5 0,0 3 0,-6 6 0,0-1 0</inkml:trace>
  <inkml:trace contextRef="#ctx0" brushRef="#br1" timeOffset="128998">28309 2144 24575,'34'19'0,"3"8"0,8 16 0,-23-19 0,-2 1 0,13 22 0,-10-9 0,-10-12 0,-9-18 0,0-23 0,7-27 0,1 8 0,3-3 0,5-8 0,2 0 0,1 1 0,1 2 0,-3 5 0,-1 4-1696,4-11 0,-13 25 0,-7 11 0</inkml:trace>
  <inkml:trace contextRef="#ctx0" brushRef="#br1" timeOffset="129881">29523 1688 24575,'0'61'0,"0"-8"0,0-19 0,0 1 0,0-1 0,0-1 0,0 16 0,0 9 0,0-30 0,1-4 0,2-20 0,5-6 0,11-22 0,14-20 0,-9 13 0,3-2 0,5-4 0,0 1 0,1 1 0,-1 2 0,-4 4 0,-1 2 0,10-11 0,-15 15-1696,-12 11 0,-6 6 0,-2 4 0</inkml:trace>
  <inkml:trace contextRef="#ctx0" brushRef="#br0" timeOffset="212149">27911 5121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2:43.0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1080 7708 24575,'19'0'0,"19"0"0,-7 0 0,3 0 0,7 0 0,2 0 0,5 0 0,2 0 0,8 0 0,-1 0 0,-11 0 0,-2 0 0,2 0 0,-4 0 0,2 0 0,-18 0 0,-15 0 0,-5 0 0,-5 0 0</inkml:trace>
  <inkml:trace contextRef="#ctx0" brushRef="#br0" timeOffset="2049">3396 8590 24575,'23'22'0,"13"15"0,-10-11 0,2 2 0,7 7 0,1 1 0,2 2 0,2 1 0,-9-9 0,0 1 0,0 0 0,7 7 0,-1 0 0,1 1 0,-2-3 0,6 10 0,-14-18 0,-14-14 0,-8-8 0,-5-5 0</inkml:trace>
  <inkml:trace contextRef="#ctx0" brushRef="#br0" timeOffset="3248">4185 9662 24575,'0'59'0,"0"-25"0,0 2 0,0 8 0,0 1 0,0 3 0,0 0 0,0-4 0,0 0 0,0-3 0,0-4 0,0 9 0,0-13 0,0-26 0,0-2 0</inkml:trace>
  <inkml:trace contextRef="#ctx0" brushRef="#br0" timeOffset="4400">2027 11748 24575,'18'-20'0,"13"-9"0,-6 7 0,2-2 0,4-2 0,2 0 0,3-2 0,0 0 0,0 0 0,1 0 0,-3 2 0,-1 0 0,-2 2 0,-1 0 0,15-11 0,-14 13 0,-17 12 0,-7 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2:52.2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303 7424 24575,'63'0'0,"-4"0"0,-13 0 0,2 0 0,-6 0 0,0 0 0,6 0 0,0 0 0,-3 0 0,0 0 0,5 0 0,0 0 0,-11 0 0,-1 0 0,-5 0 0,-2 0 0,15 0 0,-32 0 0,1 0 0</inkml:trace>
  <inkml:trace contextRef="#ctx0" brushRef="#br0" timeOffset="1665">4220 14522 8191,'59'0'0,"-15"0"0,7 0 0,2 0 994,-7 0 0,1 0 0,2 0 0,0 0-994,2 0 0,1 0 0,1 0 0,-2 0 0,14 0 0,-1 0 0,-4 0 489,4 0 1,-4 0-1,-10 0 1,-4 0 0,9 0-1</inkml:trace>
  <inkml:trace contextRef="#ctx0" brushRef="#br0" timeOffset="2883">4151 7784 24575,'37'-3'0,"-6"1"0,6 1 0,6 1 0,4 0 0,1 0-318,-3 0 0,0 0 1,2 0 317,6 0 0,1 0 0,-3 0 0,5 0 0,-4 0 156,-11 0 0,-3 0-156,20 0 159,-23 0-159,-13 0 0,-11 0 0,-6 0 0,-4 0 0</inkml:trace>
  <inkml:trace contextRef="#ctx0" brushRef="#br0" timeOffset="4083">6813 9460 24575,'28'3'0,"1"-2"0,5 0 0,23 0 0,8-2 0,-7 1 0,4 0 0,3 0-912,-12 0 0,3 0 0,0 0 0,0 0 912,1 0 0,0 0 0,0 0 0,0 0 0,-3 0 0,0 0 0,-1 0 0,-2 0 88,8 0 0,-2 0 0,-1 0-88,-2 0 0,-2 0 0,-3 0 394,0 2 1,-4-1-395,-5 0 0,-5-1 0,-8 3 0,-15-3 0,-6 0 0</inkml:trace>
  <inkml:trace contextRef="#ctx0" brushRef="#br0" timeOffset="20798">2334 8576 24575,'0'0'0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3:30.1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4278 5171 24575,'47'0'0,"0"0"0,13-1 0,2 0 0,-13-1 0,2 0 0,0 0 0,-1-1 0,1 1 0,-5-1 0,0 0 0,-6 0 0,10-2 0</inkml:trace>
  <inkml:trace contextRef="#ctx0" brushRef="#br0" timeOffset="1567">4307 7740 24575,'47'0'0,"-16"0"0,4 0 0,14 0 0,4 0 0,7 0 0,3 0 0,-20 0 0,0 0 0,0 0 0,16 0 0,-4 0 0,-19 0 0,-5 0 0,7 0 0</inkml:trace>
  <inkml:trace contextRef="#ctx0" brushRef="#br0" timeOffset="2633">7077 9647 24575,'36'-4'0,"5"3"0,11 0 0,0 1 0,-4 0 0,0 0 0,4 0-512,2 0 0,4 0 1,1 0-1,-5 0 512,1 0 0,-3 0 0,-5 0 0,-1 0 0,-6 0 0,13 0 0</inkml:trace>
  <inkml:trace contextRef="#ctx0" brushRef="#br0" timeOffset="3751">4321 14679 24575,'63'0'0,"-15"0"0,5 0 0,-6 0 0,5 0 0,0 0-301,2 0 1,2 0-1,-3 0 301,-7 0 0,-1 0 0,-3 0-1591,6 0 0,-6 0 0,-3 0 0,-24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4:05.5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4067 5077 24575,'37'0'0,"-1"0"0,8 0 0,2 0 0,5 0 0,2 0 0,4 0 0,0 0 0,-5 0 0,-2 0 0,-3 0 0,-4 0 0,20 0 0,-10 0 0,-29 0 0,2 0 0,-16 0 0,-3 0 0</inkml:trace>
  <inkml:trace contextRef="#ctx0" brushRef="#br0" timeOffset="2516">4227 7777 24575,'29'0'0,"24"0"0,-15 0 0,4 0 0,6 0 0,2 0 0,1 0 0,-1 0 0,-4 0 0,-3 0 0,-7 0 0,-3 0 0,18 0 0,-21 0 0,-15 0 0,-7 0 0</inkml:trace>
  <inkml:trace contextRef="#ctx0" brushRef="#br0" timeOffset="3800">6916 9510 24575,'25'0'0,"9"0"0,-4 0 0,16 0 0,-5 0 0,16 0 0,-24 0 0,1 0 0,4 0 0,0 0 0,2 0 0,-1 0 0,0 0 0,-1 0 0,-5 0 0,-1 0 0,16 0 0,-12 0 0,-10 0 0,-12 0 0,-4 0 0</inkml:trace>
  <inkml:trace contextRef="#ctx0" brushRef="#br0" timeOffset="5367">10814 11480 24575,'32'0'0,"1"0"0,3 0 0,1 0 0,-2 0 0,-2 0 0,30 0 0,-29 0 0,0 0 0,19 0 0,-21 0 0,2 0 0,28 0 0,-4 0 0,-8 0 0,-7 0 0,-23 0 0,-4 0 0</inkml:trace>
  <inkml:trace contextRef="#ctx0" brushRef="#br0" timeOffset="6700">10500 16005 24575,'33'0'0,"16"0"0,-14 0 0,4 0 0,10 0 0,2 0 0,3 0 0,2 0 0,4 0 0,1 0 0,2 0 0,-1 0 0,-2 0 0,-2 0 0,-1 0 0,-2 0 0,-8 0 0,-2 0 0,-9 0 0,-3 0 0,4 0 0,-18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4:33.4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10687 4898 24575,'44'0'0,"1"0"0,4 0 0,0 0 0,-8 0 0,0 0 0,1 0 0,1 0 0,2 0 0,-1 0 0,-5 0 0,-2 0 0,5-1 0,-1 0 0,15-3 0,-18-2 0,-14-2 0,-9 0 0,-7 3 0,-3 1 0,-3 3 0</inkml:trace>
  <inkml:trace contextRef="#ctx0" brushRef="#br0" timeOffset="1601">10574 8018 24575,'19'0'0,"27"0"0,8 0 0,3 0 0,-10 0 0,1 0 0,-4 0 0,2 0 0,-4 0 0,-8 0 0,-3 0 0,26 0 0,-29 0 0,-6 0 0,-18 0 0,2 0 0,-4 0 0</inkml:trace>
  <inkml:trace contextRef="#ctx0" brushRef="#br0" timeOffset="3034">7005 9467 24575,'33'0'0,"1"0"0,20 0 0,8 0 0,-3 0 0,4 0 0,2 0-877,-11 0 0,2 0 0,0 0 0,1 0 877,-1 0 0,1 0 0,0 0 0,-2 0 0,-6 0 0,0 0 0,-1 0 0,-2 0 365,3 0 1,-2 1 0,-4-2-366,8-2 0,-7 0 0,-3 2 0,-23-5 0</inkml:trace>
  <inkml:trace contextRef="#ctx0" brushRef="#br0" timeOffset="4052">10704 11557 24575,'54'3'0,"7"-1"0,-17-1 0,7-2 0,0 1-311,-7 0 1,0 0 0,1 0 310,5 0 0,2 0 0,-4 0 0,11 0 0,-6 0-1588,-17 0 0,-5 0 1,5 0-1,-24 0 1</inkml:trace>
  <inkml:trace contextRef="#ctx0" brushRef="#br0" timeOffset="5235">10673 15985 24575,'21'0'0,"20"0"0,19 0 0,-21 0 0,1 0 0,4 0 0,1 0 0,2 0 0,2 0 0,-6 0 0,3 0 0,-2 0 0,10 0 0,0 0 0,-11 0 0,1 0 0,-3 0 0,-1 0 0,-4 0 0,19 0 0,-23 0 0,-18 0 0,-9 0 0,-1-2 0,-3-6-1696,-13-16 0,8 12 0,-9-8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5:12.4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10646 4898 24575,'20'3'0,"44"0"0,-12-3 0,6 0 0,-10 0 0,1 0 0,1 0 0,1 0 0,1 0 0,-2 0 0,14 0 0,-6 0 0,-23 0 0,-4 0 0,7 0 0</inkml:trace>
  <inkml:trace contextRef="#ctx0" brushRef="#br0" timeOffset="1585">14122 7352 24575,'40'0'0,"0"0"0,10 0 0,1 0 0,-6 0 0,-1 0 0,8 0 0,0 0 0,-7 0 0,-2 0 0,-8 0 0,-2 0 0,15-2-1696,-16-6 0,-18 5 0,-7-4 0</inkml:trace>
  <inkml:trace contextRef="#ctx0" brushRef="#br0" timeOffset="11500">14048 12595 24575,'28'0'0,"0"0"0,17 0 0,-1 0 0,8 0 0,-11 0 0,7 0 0,-10 0 0,6 0 0,-5 0 0,-3 0 0,-7 0 0,-6-3 0,-5-5 0,-10 3 0,-1-3 0</inkml:trace>
  <inkml:trace contextRef="#ctx0" brushRef="#br0" timeOffset="12930">10526 15880 24575,'29'0'0,"15"0"0,-9 0 0,3 0 0,10 0 0,3 0 0,5 0 0,-1 0 0,2 0 0,-1 0 0,-3 0 0,0 0 0,-5 0 0,-1 0 0,-4 0 0,-2 0 0,-5 0 0,-2 0 0,20 0 0,-16 0 0,-9 0 0,-10 0 0,-5 0 0,-2 0 0,5 0 0,-1 0 0,-3 0 0,-4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5:45.4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14275 12741 24575,'19'3'0,"18"-1"0,-5-1 0,4-2 0,14 1 0,2 0 0,5 0 0,0 0 0,1 0 0,0 0 0,-6 0 0,-2 0 0,-10 0 0,-2 0 0,-3 1 0,-4-2 0,7-1 0,-15 1 0,-18-1 0</inkml:trace>
  <inkml:trace contextRef="#ctx0" brushRef="#br0" timeOffset="1150">10605 15993 24575,'36'-3'0,"4"0"0,9-1 0,-1 1 0,5 1 0,4-2-1125,-4 0 0,3 0 0,2 0 0,0 0 1125,-5 1 0,0-1 0,2 1 0,-1 0 0,0-1 0,-1 1 0,-1 1 0,0-1 0,0 0 0,-2 1 0,9-1 0,-1 0 0,-1 1 0,-3 0 347,8 1 0,-4 0 0,-3 0-347,6 0 0,-8 0 0,4 1 0,-30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9:08.41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7265 968 16383,'55'0'0,"-22"0"0,2 0 0,6 0 0,1 0 0,5 0 0,0 0 0,9 0 0,0 0 0,-11 0 0,0 0 0,8 0 0,-2 0 0,-14 0 0,-1 0 0,3 0 0,-1 0 0,-4 0 0,-1 0 0,28 0 0,-17 0 0,2 0 0,-11 0 0,12 0 0,4 0 0,7 0 0,-25-1 0,1 0 0,0-1 0,0 0 0,0 0 0,0 0 0,27-2 0,-7 2 0,-5 0 0,-3-2 0,2-1 0,3-3 0,7-2 0,5 1 0,0 1 0,-27 6 0,-1 0 0,22 0 0,3 2 0,-14-3 0,-4 2 0,0-5 0,0 5 0,-7-5 0,-7 4 0,-3-4 0,-4 2 0,2-1 0,-4-1 0,-5-1 0,-6 1 0,-3 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9:09.68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8541 2764 16383,'50'-37'0,"-22"13"0,2-4 0,10-11 0,2-4 0,-12 10 0,1-2 0,0 0 0,2-4 0,0 0 0,0 0 0,0 2 0,-1-1 0,1 2 0,-2 2 0,0 1 0,0 0 0,12-11 0,0 1 0,-4 4 0,0 0 0,-2 2 0,-2 0 0,-2 2 0,-1 0 0,-3 4 0,0 0 0,3-5 0,-1 2 0,-7 8 0,0 2 0,1-3 0,0 2 0,6-5 0,-2 7 0,-6 1 0,2 2 0,-8 6 0,9-3 0,-6 1 0,8-8 0,-3-4 0,-2-2 0,-1 2 0,-4 7 0,-8 9 0,-2 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9:11.23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11015 963 16383,'56'4'0,"1"-1"0,-9 5 0,1 2 0,2 0 0,1 0 0,2 1 0,1 2 0,-8-1 0,2 2 0,0 0 0,0 0 0,-2-1 0,0 0 0,-1 0 0,1 1 0,0 0 0,1 1 0,-2 0 0,-1-1 0,1-1 0,-2-1 0,0 1 0,8 4 0,1 0 0,-4-2 0,3 0 0,-3-1 0,8 3 0,-1-1 0,-11-2 0,-3-1 0,-6-4 0,-2 1 0,24 6 0,-8-2 0,-9-2 0,-11-4 0,-6-2 0,-15-3 0,-8-18 0,-9-7 0,1 1 0,1 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9:16.263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7239 1391 16383,'11'30'0,"1"-1"0,5 6 0,4 0 0,10 4 0,4 0 0,-2 1 0,1-1 0,8-1 0,-2-2 0,-13-8 0,1-1 0,10 6 0,1 0 0,-12-8 0,1 0 0,5 5 0,0 1 0,-5-5 0,0 0 0,-3-1 0,-1-2 0,16 19 0,-2-1 0,1 1 0,-17-18 0,1 0 0,4 2 0,0 0 0,1 1 0,0-1 0,0 0 0,-1-2 0,-2-2 0,0-2 0,15 14 0,-10-9 0,-7-5 0,-11-10 0,-2-1 0,-5-7 0,3 1 0,1 0 0,3 0 0,-5 0 0,-1-3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9:17.444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8870 2977 16383,'50'0'0,"-1"0"0,12 1 0,0-2 0,-5-2 0,2 0 0,-4 0 0,4 0 0,-2-1 0,-9 0 0,-1 0 0,1-1 0,7 0 0,2 1 0,-1-1 0,-7 2 0,-1 0 0,-1-1 0,14-2 0,-1-1 0,-4 0 0,0-1 0,-2-1 0,-2 0 0,1-1 0,0-1 0,-1 1 0,0 0 0,-3 0 0,0-1 0,2 1 0,-1 0 0,-1-2 0,1 0 0,2-2 0,0 0 0,5-3 0,1-1 0,-16 5 0,2-2 0,1 1 0,4-2 0,1 1 0,0-1 0,-1 0 0,0 0 0,2 0 0,5-2 0,2 0 0,-3 1 0,-12 4 0,-2 1 0,1 0 0,5-2 0,0 0 0,-2 2 0,2 0 0,-1 2 0,4-1 0,0 0 0,-6 5 0,-2-1 0,-6 1 0,-1 0 0,9 0 0,-3 1 0,-1-2 0,22-4 0,-35 6 0,2 0 0,-15 2 0,-4 1 0,-8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9:19.393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10939 1156 16383,'34'15'0,"1"0"0,0 2 0,-10-3 0,-2 0 0,-16-8 0,0-2 0,-1 2 0,5 2 0,8 8 0,18 8 0,12 7 0,-16-12 0,2 1 0,0 1 0,0-1 0,0-2 0,-1 0 0,-2-2 0,-1 0 0,26 12 0,-6-7 0,-1 0 0,-6-3 0,-2-2 0,-3 0 0,-4-4 0,0 0 0,1 0 0,2 0 0,13 2 0,-7 0 0,13 0 0,-14-3 0,3 0 0,-4-4 0,0-1 0,-11 0 0,6 0 0,-11-1 0,5 0 0,-4-2 0,-4-2 0,-3 1 0,-3-1 0,-3 1 0,-6-1 0,-1-1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8:44.2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6864 969 24575,'-21'-3'0,"4"2"0,6-1 0,3 2 0,-1 0 0,-11 0 0,-7 1 0,-8 5 0,1 4 0,4 6 0,5 2 0,4 2 0,4 3 0,3 6 0,4 5 0,4 2 0,4 2 0,1 2 0,1-1 0,2-2 0,2-4 0,7-3 0,0-9 0,4-1 0,3-8 0,5-2 0,15-1 0,15-5 0,5-1 0,-6-3 0,4 0 0,-18 0 0,6 0 0,-8-4 0,-5-5 0,-1-4 0,-2-6 0,-1-5 0,-1-4 0,-1-5 0,-4-4 0,-5 2 0,-6 0 0,-5 4 0,-3 2 0,-5 3 0,-6-1 0,-1 6 0,-2 1 0,0 5 0,6 3 0,-5 0 0,4 1 0,0 1 0,-1-1 0,1 1 0,-3-4 0,-2 1 0,-1-1 0,0 1 0,0 3 0,0 1 0,5 5 0,-1 0-1696,6 4 0,1 0 0,0 0 0</inkml:trace>
  <inkml:trace contextRef="#ctx0" brushRef="#br0" timeOffset="1337">7138 927 24575,'15'3'0,"43"-1"0,-20-1 0,5-1 0,3-1-1439,4 1 0,4-1 0,4 0 0,1 0 1439,-7-1 0,1 0 0,3 0 0,1 0 0,0-1 0,0 0-390,4 0 0,0-1 0,0 1 0,1-2 0,0 1 1,0 0 389,2 0 0,-1-1 0,1 0 0,-1 0 0,0 0 0,0 0 0,-5 0 0,1 0 0,-1 0 0,-1 0 0,-1 0 0,-2 0 99,1 0 1,-2 1 0,-1-1 0,-2 1 0,0 0-100,6 0 0,-2 0 0,-1 0 0,-3 1 0,3 0 0,-4 0 0,-3 1 0,4 1 0,-6 0 2312,18 0-2312,-34 0 3593,-15-3-3593,-11 2 0,-1-2 0,-4 4 0</inkml:trace>
  <inkml:trace contextRef="#ctx0" brushRef="#br0" timeOffset="2520">9998 584 24575,'-20'0'0,"-7"0"0,-12 1 0,-4 4 0,0 7 0,9 9 0,9 12 0,9 12 0,9 11 0,5-25 0,1 2 0,0-1 0,1 1 0,5 30 0,10-8 0,15-6 0,17-11 0,-10-20 0,3-3 0,-2-1 0,1-3 0,8-3 0,1-2 0,-7-2 0,0-1 0,0-1 0,1-4 0,-1-4 0,0-2 0,-1 0 0,-2-2 0,-7-3 0,-1-3 0,3-1 0,-1-2 0,14-15 0,-18 12 0,-2-1 0,15-22 0,-9 1 0,-12-1 0,-10 0 0,-6-4 0,-14-2 0,-16 0 0,3 26 0,-6 3 0,-7 1 0,-3 5 0,-6 2 0,-3 5 0,-4 2 0,0 2 0,9 3 0,4 2 0,-16 0 0,31 0 0</inkml:trace>
  <inkml:trace contextRef="#ctx0" brushRef="#br0" timeOffset="3617">10875 941 24575,'59'7'0,"-13"3"0,5 1 0,-2 0 0,3 1 0,3 0-887,-8-1 1,2 1 0,1 0 0,1 1 886,3 0 0,2 1 0,1 0 0,0 1 0,2 0 0,1 1 0,0 0 0,2 2-401,-4 1 1,3 1 0,-1 1 0,0 1 0,-2-1 400,-9-2 0,-1-1 0,-1 1 0,0 0 0,0 1 0,11 4 0,0 2 0,-2-1 0,-4 0 408,-4 0 0,-5-1 0,-4-1-408,-1-1 0,-4-2 0,20 9 0,-28-15 1611,-18-12-1611,-16-2 2708,-12-2-2708,-12-2 3,-9 0-3,-3 1-1696,4 2 0,16 1 0,8 0 0</inkml:trace>
  <inkml:trace contextRef="#ctx0" brushRef="#br0" timeOffset="4054">13127 2000 8191,'0'-3'0,"0"0"0</inkml:trace>
  <inkml:trace contextRef="#ctx0" brushRef="#br0" timeOffset="5222">13046 1683 24575,'-16'0'0,"-10"-2"0,-9 0 0,-8 0 0,-7 0 0,6 2 0,3 0 0,3 0 0,8 9 0,0 2 0,-9 20 0,2 5 0,15-13 0,0 2 0,1 2 0,2 0 0,1 2 0,2 1 0,2 0 0,2 1 0,-5 30 0,10-2 0,13 0 0,4-29 0,5-1 0,8 2 0,5-3 0,7 0 0,4-2 0,3-2 0,3-4 0,2-2 0,1-3 0,-2-5 0,0-2 0,-3-3 0,0-2 0,-4-3 0,-1-5 0,1-9 0,-2-5 0,-7-1 0,-2-3 0,0-7 0,-2-2 0,8-20 0,-13 9 0,-10 9 0,-5 1 0,-6 9 0,-5-12 0,-6 1 0,-9-10 0,-5 2 0,4 8 0,9 16 0,6 10 0</inkml:trace>
  <inkml:trace contextRef="#ctx0" brushRef="#br0" timeOffset="6816">7282 1333 8191,'-3'5'0,"14"10"5063,25 23-5063,-2-6 0,4 5 0,-3-3 0,2 2 0,2 2 353,-4-5 1,1 0-1,1 2 1,1-1-354,2 4 0,0 0 0,1 1 0,0-1 0,1 1 0,-1 1 0,0-1 0,-1-1 0,-3-3 0,-1-1 0,-1 0 0,-2-1 555,6 8 0,-1-2 0,-2-1-555,9 9 0,-2-3 3031,-9-9 0,-3-1-3031,-3-6 0,-3-3 0,11 10 0,-15-16 1794,-15-10-1794,-17-11 386,-32-10-386,-6 4 0,14 2 0,0 1 0,-26 5 0,2 21 0,27-4 0,3 6 0,1 17 0,3 4 0,6-10 0,2 2 0,2 15 0,4 2 0,8-12 0,2 0 0,1 9 0,3 0 0,6-2 0,5-3 0,3-3 0,6-3 0,4-6 0,4-4 0,2-3 0,1-4 0,0-4 0,1-4 0,0-4 0,0-3 0,-1-4 0,0-4 0,-1-6 0,-2-4 0,-1-4 0,-2-5 0,-4-2 0,-2-4 0,10-28 0,-21 22 0,-2-1 0,0-23 0,-8 21 0,-5 1 0,-14-15 0,-9-3 0,-9 16 0,4 8 0,9 9 0,8 11 0,3 1 0,8 5 0,-2 1 0</inkml:trace>
  <inkml:trace contextRef="#ctx0" brushRef="#br0" timeOffset="7441">8508 2835 24575,'21'-28'0,"1"-1"0,15-18 0,5-5 0,-7 8 0,2-3 0,2-1-1110,-3 3 1,3-2 0,0-1 0,1 0 1109,-8 8 0,1 1 0,0-1 0,1 1 0,-1 0 0,9-9 0,1 0 0,0 1 0,-1 2-18,-4 4 0,1 0 0,-1 2 0,-1 1 18,7-6 0,0 2 0,-2 1 329,-6 7 1,-1 2-1,-2 2-329,6-4 0,-3 3 0,-8 7 0,-2 3 0,9-8 2202,-18 15-2202,-3-1-1374,-10 5 1,1 3-1,-4 1 1</inkml:trace>
  <inkml:trace contextRef="#ctx0" brushRef="#br0" timeOffset="8221">8741 2965 24575,'36'1'0,"1"1"0,9-2 0,5 0 0,2-3 0,2-4 0,2-2 0,4-1-1226,-12 3 0,3 0 0,2 0 0,1-1 0,1-2 1226,-4 0 0,1-2 0,0 0 0,2-1 0,-1 0 0,0 1 0,-1 1 0,0 0 0,1 0 0,-1 0 0,2 0 0,1 0-289,-2 0 0,1 0 0,2-1 0,0 1 0,-1 0 0,0 0 0,-2 1 289,2-1 0,-1 1 0,-1 0 0,-1 0 0,1 0 0,-2 1 0,9-2 0,-1 0 0,-1 1 0,-1 0 0,-1 1 197,4-1 0,-1 1 0,-3 0 0,-1 1-197,5-2 0,-2 2 0,-3 0 0,9-1 0,-5 1 0,-17 1 0,-4 0 638,14-6 0,-33 6 1,-9 1-1</inkml:trace>
  <inkml:trace contextRef="#ctx0" brushRef="#br0" timeOffset="10716">8383 288 24575,'0'16'0,"0"15"0,0 12 0,0 4 0,0-8 0,0-26 0,0-9 0,0-16 0,0 5 0,5-6 0,8 10 0,11-3 0,-1 6 0,10 0 0,-8 4 0,1 5 0,-6 7 0,-8 6 0,-8 3 0,-12 3 0,-15 1 0,-8-4 0,-4-5 0,6-5 0,8-6 0,10-4 0,5-4 0</inkml:trace>
  <inkml:trace contextRef="#ctx0" brushRef="#br0" timeOffset="11349">8432 223 24575,'39'0'0,"1"0"0,0 0 0,1 0 0,3 0 0,-3 0 0,13 0 0,-11 0 0,-36 0 0</inkml:trace>
  <inkml:trace contextRef="#ctx0" brushRef="#br0" timeOffset="12583">11461 536 24575,'4'21'0,"-2"0"0,-2 13 0,0 0 0,0-17 0,0 4 0,0-17 0,0-2 0,9-7 0,7 2 0,14-1 0,6 5 0,-2 8 0,-4 12 0,-7 25 0,-12 1 0,-3 11 0,-17-20 0,-8-4 0,-14-14 0,0-3 0,3-10 0,1-5 0,16-2 0,-3 0 0,13 0 0</inkml:trace>
  <inkml:trace contextRef="#ctx0" brushRef="#br0" timeOffset="13266">11515 533 24575,'25'0'0,"9"0"0,7 0 0,-1 0 0,-18 0 0,-8 0 0,-13 0 0,0 0 0</inkml:trace>
  <inkml:trace contextRef="#ctx0" brushRef="#br0" timeOffset="14402">9562 1925 24575,'0'29'0,"0"3"0,0 7 0,0-2 0,0-16 0,0-7 0,5-20 0,8-1 0,7-4 0,9 2 0,-6 5 0,0 1 0,-6 3 0,-6 4 0,4 9 0,-6 14 0,-1 13 0,-4 7 0,-4-2 0,-8-8 0,-7-10 0,-7-8 0,-5-6 0,-1-6 0,-1-3 0,13-4 0,4 0 0</inkml:trace>
  <inkml:trace contextRef="#ctx0" brushRef="#br0" timeOffset="15082">9608 1792 24575,'31'0'0,"14"-1"0,-9 0 0,-5 0 0,-15-1 0</inkml:trace>
  <inkml:trace contextRef="#ctx0" brushRef="#br0" timeOffset="16302">10103 3010 24575,'0'34'0,"0"-1"0,0-3 0,0-12 0,0-7 0,0-9 0,0-1 0,6-6 0,10-6 0,12-1 0,11 1 0,2 5 0,-4 4 0,-9 3 0,-8 3 0,-9 4 0,-5 7 0,-3 8 0,-3 9 0,-1-10 0,-6 11 0,-1-21 0,-2 3 0,-1-8 0,5-3 0,-6-2 0,7 1 0,-3-3 0,5 2 0,0-1 0,2 1 0</inkml:trace>
  <inkml:trace contextRef="#ctx0" brushRef="#br0" timeOffset="16985">10119 2976 24575,'33'-3'0,"3"-4"0,7-4 0,-11-3 0,-2 7 0,-20 1 0,-2 6 0</inkml:trace>
  <inkml:trace contextRef="#ctx0" brushRef="#br0" timeOffset="18255">7444 1893 24575,'0'23'0,"0"11"0,0 15 0,0 6 0,0-7 0,0-12 0,0-14 0,0-13 0,0-11 0,0-7 0,3 1 0,5-3 0,8 7 0,7-1 0,4 3 0,3 2 0,-4 6 0,-5 7 0,-5 5 0,-7 6 0,-4-2 0,-3 1 0,-4 0 0,-7-2 0,-10-1 0,-10-3 0,-6-2 0,-9-1 0,21-6 0,-9-2 0,28-6 0,-4 0 0</inkml:trace>
  <inkml:trace contextRef="#ctx0" brushRef="#br0" timeOffset="19069">7456 1916 24575,'46'0'0,"14"-2"0,-21 0 0,1 0 0,1-1 0,0-1 0,-3 1 0,-3 0 0,6-1 0,-14 2 0,-24 2 0</inkml:trace>
  <inkml:trace contextRef="#ctx0" brushRef="#br0" timeOffset="47829">7302 11600 24575,'0'0'0</inkml:trace>
  <inkml:trace contextRef="#ctx0" brushRef="#br0" timeOffset="402976">15126 11798 24575,'0'-9'0,"-4"0"0,-7-4 0,-4-2 0,-2-1 0,-4-1 0,-7-1 0,-9-3 0,-8-2 0,-3-1 0,2 2 0,0 3 0,3 2 0,2 6 0,0 1 0,4 5 0,4 3 0,-3 0 0,9 2 0,-2 3 0,4 3 0,-1 4 0,-23 18 0,14-8 0,-17 9 0,32-14 0,-8 2 0,8 3 0,-9 11 0,-3 8 0,-2 6 0,1 0 0,5-5 0,6-4 0,5-3 0,4 1 0,1 4 0,2 5 0,4 2 0,3 1 0,3-3 0,0 7 0,0-11 0,3 6 0,6-15 0,8-1 0,5-6 0,11-3 0,2-1 0,0-7 0,11 5 0,-3-4 0,13 2 0,-2 0 0,-4-1 0,-6-2 0,-6-3 0,-7-4 0,-4-2 0,-2-1 0,4-2 0,5 0 0,7 0 0,5 0 0,0-3 0,-5-3 0,-3-5 0,-14 0 0,-3-6 0,-10 2 0,5-7 0,-3 2 0,2-1 0,-3-1 0,-2 4 0,1-9 0,-2 0 0,0-9 0,-1-2 0,0 0 0,-2 2 0,-1 5 0,-2 2 0,-1 1 0,-2 1 0,0 2 0,0-3 0,0 7 0,-1-3 0,-1-3 0,-2 0 0,1-4 0,-3 2 0,6 3 0,-6 0 0,2-3 0,-3 5 0,-3-10 0,0 5 0,3 8 0,1 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16:41.0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26727 18043 24575,'39'0'0,"1"0"0,5 0 0,5 0 0,4 0 0,3 0 0,4 0 0,3 0 0,3 0-984,-9 0 0,3 0 1,3 0-1,-1 0 0,-1 0 1,-3 0 983,-3 0 0,-3 1 0,-1-1 0,1 0 0,3-1 0,4 1 0,4-1 0,2 0 0,-1 0 0,-1-1 0,-5 0 0,-4 0 0,-4-2 0,-1 1 0,1-1 0,0 0 0,7 0 0,1-1 0,0 1 0,0-1 0,-3-1 145,5 0 0,0-1 1,-4 0-1,-1 0-145,2-1 0,-4 0 0,-3 1 592,2-1 0,-6 0-592,-13 2 0,-4 0 0,0 0 0,-19 4 3028,-11 1-3028,-8 1 0,2 0 0,0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26:53.1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6775 8378 8191,'37'0'0,"3"0"2307,10 0 1,8 0-2308,-15 0 0,3 0 0,2 0 0,-2 0 0,4 0 0,0 0 0,1 0 394,3 0 0,0 0 1,1 0-1,0 0-394,1 0 0,0 0 0,0 0 0,-1 0 0,-6 0 0,0 0 0,-2 0 0,0 0 570,8 0 1,-2 0-1,-2 0-570,-6 0 0,-3 0 0,-1 0 2972,8 0 0,-2 0-2972,-5 0 0,-2 1 227,-7 0 1,-1 1-228,29 5 1711,-2 4-1711,1 3 185,-29-7 1,0 1-186,0 0 0,1 0 0,28 7 0,-1-1 0,-21-7 0,2-1 0,-6-3 0,1 0 0,7 0 0,1-1 0,-6 0 0,-2 0 0,3-2 0,1 0 0,0 4 0,0-1 0,-6-1 0,0-1 0,8 3 0,0 0 0,-7 0 0,0 0 0,7 1 0,1 0 0,-4-1 0,-1 1 0,-3-1 0,0-1 0,26 4 0,-5-4 0,0 2 0,3 0 0,-25-2 0,1-1 0,3 0 0,1-1 0,3 0 0,1 0 0,3-1 0,0 0 0,1 0 0,1 0 0,5-1 0,1-2 0,3-1 0,2-1 0,-14 0 0,3 1 0,-2-2 0,17-3 0,-1 0 0,-18 3 0,1 0 0,-2 0 0,12-1 0,-1 0 0,-2-2 0,-1 1 0,-2 3 0,-1 1 0,-2-1 0,-3 1 0,-9 2 0,-2 0 0,6 2 0,-1 0 0,16 0 0,8 0 0,-10 0 0,-8 0 0,-10 0 0,-8 0 0,-7 0 0,-7 0 0,-2 0 0,-4-1 0,-1 0 0,0-1 0,0 1 0,5 1 0,9 0 0,5 0 0,4 0 0,-8 0 0,-7 0 0,-3 0 0,-5-3 0,0-10 0,1-12 0,3-19 0,1-14 0,-3 23 0,0 0 0,-1-2 0,-2 0 0,0 1 0,-1 1 0,0 2 0,0 0 0,-1 0 0,0 1 0,3-20 0,-2 2 0,2 16 0,0 5 0,-3-1 0,6 0 0,-5 0 0,4-8 0,-3 0 0,0-18 0,-1 24 0,-1 0 0,0-4 0,0-1 0,-1 1 0,-1 1 0,-2-23 0,-3 17 0,0 16 0,3 15 0,-1 5 0,-1 5 0,0 0 0,-6 0 0,-4 1 0,-10 3 0,-19 1 0,8 0 0,-3-1 0,-4 1 0,-3-1 0,-6 3 0,-1 0 0,3-2 0,2 0 0,4 1 0,0 0 0,1-1 0,0-1 0,-6-2 0,1 0 0,7 0 0,-2 0 0,1-2 0,-3 0 0,0 0-242,3 0 1,1 0 0,-2 0 241,-11 0 0,-1 0 0,-2 0 0,0 0 0,0 0 0,-1 0-420,-1 0 0,-2 0 0,1 0 420,0 0 0,0 0 0,0 0 0,2 0 0,0 0 0,1 0-259,3 0 1,1 0 0,0 0 258,2 0 0,1 0 0,0 0 0,2 0 0,0 0 0,0 0-40,4-1 0,0 1 1,1-1 39,-18 0 0,2-2 0,5 0 0,2-2 322,4 0 0,1-1-322,-3 0 0,0 1 0,1-1 0,-2 0 0,8 3 0,-2 1 0,1 0 0,-17-1 0,1 1 0,15 1 0,-1 0 0,1 0 0,-14 1 0,1 0 0,17 0 0,-1 0 0,0 0 0,-18 0 0,-1 0 0,17 0 0,-1 0 0,3 0 0,-3 0 0,0 0 621,-11 0 1,2 0-622,12 0 0,0 0 426,-8-1 1,0 0-427,6-1 0,1 0 69,7 0 0,1 0-69,4-1 0,1 0 0,-27-4 0,2-3 0,-1 0 0,-2-1 0,27 4 0,-1 0 0,-2 0 0,0 0 0,-1-1 0,1 1 0,1 1 0,1 1 0,-25-2 0,11 3 0,10 1 0,4 2 0,13 1 0,3 0 0,9 0 0,5 1 0,0 4 0,2 3 0,1 8 0,0 6 0,0 10 0,0 9 0,0 6 0,0 7 0,0 5 0,0 4 0,0-30 0,0 1 0,0-1 0,0-1 0,0 30 0,0-6 0,0-9 0,-2-7 0,-2-5 0,-1-13 0,-5-6 0,6-11 0,-1-5 0</inkml:trace>
  <inkml:trace contextRef="#ctx0" brushRef="#br0" timeOffset="21417">8174 9536 24575,'0'28'0,"0"7"0,0 9 0,0 8 0,0 7 0,1-27 0,-2 1 0,1 2 0,-1 2 0,-3 2 0,0 0 0,-2 0 0,-1 2 0,-3 6 0,0 0 0,1-9 0,-1-1 0,1 2 0,-1 0 0,-5 21 0,0-7 0,7 2 0,-2-7 0,9-6 0,-2-13 0,3-2 0,0-12 0,0 4 0,0-10 0,0 0 0,0-4 0,1 0 0,10 2 0,24 1 0,-3-4 0,5 0 0,15-1 0,5 0 0,-11-2 0,2-1 0,1 1-622,5-1 0,1 0 0,4 0 622,0 1 0,2-1 0,2 0 0,-2-1 0,-7 0 0,-2-2 0,1 0 0,2 0 0,-2 0 0,2 0 0,1 0 0,-1-1 0,-2 0 0,2-2 0,-2 0 0,-1 0 0,0 0 0,1 0 0,0 1 0,0-1 0,-1 1 0,-1-1 0,-1 1 0,1-1 0,-2 2-252,15 0 0,-2 0 0,-1 0 252,-10 0 0,-1-1 0,1 0 0,10 1 0,1-1 0,0 1-356,-8-1 1,-1 1-1,1-1 356,-7 0 0,1 1 0,1 0 0,-2-1 0,12 0 0,-2 0 0,-1 0-62,-7 0 0,-2 1 0,-1 0 62,13-1 0,-3 0 832,-8 1 0,-2 1-832,-8 0 0,-2 0 773,22 1-773,-14 1 1211,-13 1-1211,-10-3 227,-11 3-227,-1-3 0,-6-5 0,6-13 0,8-29 0,-4 10 0,1-2 0,-1 5 0,0-2 0,3-18 0,-1-2 0,-5 14 0,0 0 0,1-8 0,1 0 0,-3 8 0,-1 2 0,-2 10 0,0 1 0,0-18 0,-3 12 0,-3 5 0,0 5 0,0 3 0,0 4 0,0 3 0,0 2 0,0 6 0,0 2 0,-2 2 0,-4 3 0,-9-4 0,-26 3 0,-16-8 0,11 5 0,-4 0 0,-4-2 0,-1 0 0,3 2 0,-2 0 0,9 1 0,-3 0 0,2 1 0,-14 1 0,0 0 0,12 1 0,-1 1 0,1 0 0,3 1 0,1 0 0,1 1 0,-18 0 0,2 0 0,6 0 0,1 0 0,6 0 0,1 0 0,5 0 0,2 0 0,2 0 0,0 0 0,1 0 0,0 0 0,-1 0 0,0 0 0,0-1 0,1 0 0,2 0 0,0 0 0,-27-1 0,1 0 0,-4 2 0,21 0 0,-1 0 0,3 0 0,-1 0 0,-9 0 0,0 0 0,9 0 0,2 0 0,-2 0 0,0 0 0,4 0 0,2 0 0,-28 3 0,6-2 0,19 2 0,-2-3 0,7 0 0,-7 0 0,-1 0 0,-18 0 0,31 0 0,-10 0 0</inkml:trace>
  <inkml:trace contextRef="#ctx0" brushRef="#br0" timeOffset="33100">9174 12669 24575,'0'36'0,"0"-1"0,0 5 0,0 4 0,0-2 0,0 4 0,0-1 0,0 14 0,0 1 0,0 4 0,0-2 0,0-21 0,0-5 0,0 14 0,0-30 0,0-32 0,0-22 0,6-21 0,0 20 0,2 0 0,3 2 0,1 1 0,20-20 0,2 14 0,-2 17 0,-3 9 0,-5 12 0,-5 15 0,-3 22 0,-2 20 0,-8-23 0,-2 2 0,0 0 0,-2-1 0,0 21 0,-2-15 0,2-22 0,4-15 0,7-33 0,19-13 0,-14 11 0,1-2 0,5 1 0,1 3 0,12-16 0,4 5 0,-15 25 0,4 1 0,-7 11 0,-5 10 0,-3 11 0,-2 15 0,-2 8 0,-2-1 0,-3-7 0,-3-9 0,-1-6 0,-2-7 0,0-3 0,0-5 0</inkml:trace>
  <inkml:trace contextRef="#ctx0" brushRef="#br0" timeOffset="33733">10268 13090 24575,'39'0'0,"9"0"0,1-3 0,-3 0 0,-2-2 0,-19 3 0,0 0 0,-12 2 0,-8 0 0,-2 0 0</inkml:trace>
  <inkml:trace contextRef="#ctx0" brushRef="#br0" timeOffset="34419">10287 13237 24575,'12'3'0,"12"-1"0,22-2 0,-9 0 0,3 0 0,13 0 0,-1 0 0,-19 0 0,-2 0 0,30 0 0</inkml:trace>
  <inkml:trace contextRef="#ctx0" brushRef="#br0" timeOffset="35534">11201 12670 24575,'0'17'0,"0"17"0,0 27 0,0-22 0,0 3 0,0 4 0,0 0 0,0-1 0,0-1 0,0-6 0,0-3 0,0 19 0,0-24 0,0-19 0,0-16 0,0-17 0,0-13 0,0-15 0,0-5 0,16-4 0,-1 18 0,23 8 0,-11 23 0,6 7 0,-11 3 0,1 16 0,-9 1 0,1 28 0,-7-2 0,0 6 0,-4-10 0,0-11 0,2-11 0,-1-8 0,4-4 0,6-9 0,11-10 0,11-14 0,6-10 0,-4-1-1696,-9 11 0,-13 13 0,-10 9 0</inkml:trace>
  <inkml:trace contextRef="#ctx0" brushRef="#br0" timeOffset="36784">11661 12362 24575,'0'-17'0,"0"2"0,0-3 0,0 6 0,5-7 0,5 4 0,4-1 0,10 6 0,-9 5 0,7 3 0,-11 2 0,3 0 0,-2 4 0,-4 6 0,-3 9 0,-3 6 0,-2 1 0,0-3 0,0-5 0,0-3 0,0-1 0,-5 5 0,-2-1 0,-8 6 0,-1-1 0,-4 2 0,1 1 0,7-9 0,-1 2 0,11-11 0,-2 6 0,4-5 0,2 3 0,4-2 0,7-2 0,4-3 0,0-1 0,-2-3 0,-4-1 0,-3 1 0,-2 0 0,-2 3 0,2 3 0,-3-3 0,1 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27:41.9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20209 4718 24575,'0'0'0</inkml:trace>
  <inkml:trace contextRef="#ctx0" brushRef="#br0" timeOffset="35393">15259 5326 24575,'31'0'0,"9"0"0,11 0 0,2 0 0,-3 0 0,-6 0 0,-5 0 0,2 0 0,-13 0 0,2 0 0,-15 0 0,3 0 0,-2 0 0,2 0 0,1 0 0,-2 0 0,5 0 0,-1 0 0,8 0 0,-1 0 0,1 0 0,-1 0 0,-2 0 0,0 0 0,0 0 0,0 0 0,0 0 0,2 0 0,0 0 0,0 0 0,-1 0 0,-3-3 0,6-1 0,-7-2 0,4 0 0,-5 3 0,0-3 0,1 3 0,1-1 0,-1-2 0,-2 5 0,2-3 0,-3 3 0,3-1 0,-1-1 0,0 1 0,-1 1 0,2-1 0,-2 2 0,0 0 0,0 0 0,-3-1 0,-2-1 0,-1 1 0,-1-2 0,0 1 0,-1 1 0,2-1 0,-3 0 0,5 1 0,-4-2 0,4 3 0,-4 0 0,4-3 0,-3 3 0,8-4 0,-1 3 0,6-2 0,-1 0 0,2 0 0,1 1 0,-1-1 0,0 2 0,-2-2 0,0 0 0,2 0 0,0-1 0,1 1 0,-1 0 0,-2 1 0,-2 1 0,1 0 0,4 1 0,-3 0 0,5 0 0,-2 0 0,-2 0 0,6 0 0,-11 0 0,9 0 0,-5 0 0,6 0 0,-1 0 0,-1 0 0,-3 0 0,-4 1 0,-2 1 0,-1 1 0,0 2 0,0 0 0,-1 1 0,0 1 0,-2-1 0,-3-1 0,-2 1 0,-4-1 0,-3-3 0,-5-11 0,1 7 0,-3-9 0</inkml:trace>
  <inkml:trace contextRef="#ctx0" brushRef="#br0" timeOffset="41810">1656 9490 24575,'-23'0'0,"-7"0"0,-8 0 0,3 0 0,11 0 0,8 0 0,11 1 0,1 2 0,3 6 0,1 9 0,0 10 0,0 11 0,0 9 0,0 8 0,-2 6 0,0-28 0,-1-1 0,1 2 0,-1 0 0,-1 0 0,1 0 0,-1 1 0,1 0 0,-1 1 0,0-1 0,0 1 0,0-1 0,0 1 0,1 0 0,0 0 0,0-1 0,1 0 0,0 1 0,-1 9 0,0 1 0,2-4 0,-1 1 0,-1 10 0,-1 2 0,2-5 0,-1-1 0,-3 1 0,-1-1 0,2 1 0,1-2 0,-2-12 0,0 0 0,1 7 0,1-1 0,-1-8 0,1-1 0,-1 9 0,-1 1 0,2-1 0,0 0 0,-1 1 0,0 0 0,0 2 0,0 0 0,-2 1 0,0 0 0,-1-2 0,0-1 0,1-2 0,0-2 0,0-3 0,0-1 0,1-4 0,1-1 0,-3 28 0,4-4 0,0-5 0,2-6 0,0-6 0,-2 5 0,3-7 0,-4-5 0,4-6 0,-2-17 0,3 3 0,0-8 0,0 1 0,0-2 0,0 2 0,0 2 0,0 6 0,0 10 0,0 12 0,0 6 0,0-1 0,0-9 0,0-12 0,2-9 0,4-6 0,8-3 0,10 0 0,14 0 0,6 0 0,8 0 0,-15-1 0,0-5 0,-19-4 0,0-5 0,-10 5 0,-4 2 0</inkml:trace>
  <inkml:trace contextRef="#ctx0" brushRef="#br0" timeOffset="50159">5940 1196 24575,'-15'0'0,"3"0"0,2 0 0,2 0 0,2 4 0,-4 7 0,-7 17 0,-2 18 0,7-16 0,1 2 0,0 3 0,1 2 0,2-1 0,2-1 0,0-1 0,1-2 0,1 22 0,2-7 0,5-13 0,6-1 0,7-10 0,10-1 0,1-5 0,9-4 0,-9-6 0,20-5 0,-4-8 0,14-8 0,-1-6 0,-10-5 0,-10 1 0,-10-4 0,-6-3 0,-2-5 0,-2-3 0,-2 2 0,0 1 0,-2 3 0,-2 1 0,-3 2 0,-3 3 0,-2-5 0,-2 9 0,0-3 0,-5 10 0,-5 1 0,-6 3 0,-2 0 0,-1 2 0,2 2 0,-3 2 0,2 1 0,-4-1 0,2 1 0,-1 1 0,-2 1 0,0 0 0,3 1 0,2-1 0,6 0 0,5 1 0,4 0 0</inkml:trace>
  <inkml:trace contextRef="#ctx0" brushRef="#br0" timeOffset="51043">6048 1439 24575,'0'11'0,"0"5"0,0-2 0,0 5 0,0-9 0,0 3 0,0-6 0,0-1 0</inkml:trace>
  <inkml:trace contextRef="#ctx0" brushRef="#br0" timeOffset="51627">6043 1343 24575,'0'0'0</inkml:trace>
  <inkml:trace contextRef="#ctx0" brushRef="#br0" timeOffset="52510">6324 1341 24575,'47'-23'0,"-11"3"0,7-6 0,-5 2 0,6-4 0,1-2 0,1 1-1055,0-1 1,2 1 0,0-2-1,1 0 1055,-4 2 0,2-1 0,-1-1 0,0 2 0,-2 1 0,-1 2 0,-1 1 0,-2 1 0,0 0 363,8-5 1,-1 1 0,-4 2-364,2-2 0,-5 2 367,-5 5 0,-4 2-367,6-7 0,-14 14 0,-18 7 0,2 0 0</inkml:trace>
  <inkml:trace contextRef="#ctx0" brushRef="#br0" timeOffset="53493">6804 557 24575,'46'0'0,"7"0"0,-4 3 0,-2 7 0,-9 4 0,-17 2 0,-3 3 0,-11-6 0,-1 3 0,-5-3 0,-5-2 0,-5 1 0,-6 1 0,-2-2 0,-1-3 0,2-3 0,3-3 0,2-2 0,5 0 0,3 0 0,2 0 0</inkml:trace>
  <inkml:trace contextRef="#ctx0" brushRef="#br0" timeOffset="54360">6812 550 24575,'1'-20'0,"4"-2"0,7 0 0,6-2 0,6 1 0,2 0 0,-2 1 0,-2 2 0,-5 4 0,-5 6 0,-6 5 0,-3 4 0</inkml:trace>
  <inkml:trace contextRef="#ctx0" brushRef="#br0" timeOffset="55277">6328 1606 24575,'60'0'0,"-2"0"0,10 0 0,-18 0 0,6 0 0,2 0 0,1 0-1117,-5 0 1,2 0 0,1 0-1,1 0 1,0 0 1116,4 0 0,1 0 0,1 0 0,0 0 0,-2 0 0,-5 0 0,0 0 0,0 0 0,-2 0 0,0 0 148,9 0 1,1 0-1,-4 0 1,-4 0-149,-4 0 0,-4 0 0,-4 0 560,11 1 0,-12-2-560,-22-1 0,-14 1 0,-8-1 0</inkml:trace>
  <inkml:trace contextRef="#ctx0" brushRef="#br0" timeOffset="56160">7479 1449 24575,'11'-43'0,"1"13"0,3 0 0,3 0 0,2 0 0,1-4 0,-1 2 0,10-16 0,-17 26 0,-8 17 0,-5 20 0,1 9 0,4 10 0,8 14 0,7 10 0,-3-11 0,1 1 0,-4-6 0,0 0 0,6 9 0,-2-2 0,-7-16 0,-1-3 0,11 15 0,-9-19 0,-5-17 0,-2-3 0</inkml:trace>
  <inkml:trace contextRef="#ctx0" brushRef="#br0" timeOffset="57310">6419 1810 24575,'30'2'0,"11"7"0,8 5 0,-8 0 0,3 2 0,3 1-671,-2 0 0,3 0 1,1 2-1,-1 1 671,-2 2 0,1 1 0,-1 0 0,0 1 0,0-1 0,1 0 0,-1 0 0,-3 0 0,5 4 0,-3 1 0,0-1 201,0 0 0,-1 1 0,-2-1-201,4 3 0,-3-1 249,-10-6 1,-2-1-250,18 11 0,-29-19 0,0-1 1375,-11-8-1375,-4-2 206,-3-3-206,-6-6 0,-9-9 0,-6-7 0,-5-4 0,4 4 0,5 3 0,5 2 0,3-4 0,1-13 0,3 2 0,1-10 0,2 23 0,0 4 0</inkml:trace>
  <inkml:trace contextRef="#ctx0" brushRef="#br0" timeOffset="58159">7582 2012 24575,'0'29'0,"0"1"0,0 5 0,0 0 0,0-3 0,0-3 0,0 0 0,0-11 0,0 1 0,0-12 0,0-2 0</inkml:trace>
  <inkml:trace contextRef="#ctx0" brushRef="#br0" timeOffset="60094">7758 2084 24575,'-4'10'0,"2"2"0,2 5 0,0 2 0,0 2 0,0 3 0,1-1 0,1 1 0,3-1 0,1-2 0,0-1 0,5 4 0,-4-5 0,3 1 0,-1-2 0,-2-6 0,1 3 0,1-6 0,0-1 0,-1-5 0,1 1 0,-1-2 0,4-1 0,2 0 0,4-3 0,4-5 0,1-6 0,2-7 0,-2-5 0,-1-3 0,-2 1 0,-3 1 0,-4 4 0,-4 3 0,-2 1 0,-4 1 0,-1-7 0,-2 5 0,0-8 0,0 9 0,0-1 0,0-3 0,-3 3 0,-1-1 0,-8-1 0,-1 4 0,-5-3 0,-2 7 0,0 4 0,-1 3 0,-2 4 0,-4 0 0,-1 2 0,-1 0 0,3 0 0,4 2 0,5 2 0,4 1 0,6 0 0,3-1 0</inkml:trace>
  <inkml:trace contextRef="#ctx0" brushRef="#br0" timeOffset="72276">20718 5355 24575,'53'0'0,"-16"0"0,3 0 0,11 0 0,3 0 0,-12 0 0,1 0 0,-1 0 0,17 0 0,0 0 0,-11 0 0,1 0 0,-3 0 0,1 0 0,1 0 0,-3 0 0,4 0 0,-4 0 0,4 0 0,-2 0 0,11 0 0,1 0 0,-9 0 0,-2 0 0,-5 0 0,-1 0 0,-6 0 0,-2 0 0,21 0 0,-6 0 0,-7 0 0,-1 0 0,-1 0 0,4 0 0,1 0 0,1 0 0,-3 0 0,-4 0 0,-7 0 0,-6 0 0,-9 0 0,-8-3 0,-3 3 0,-6-3 0</inkml:trace>
  <inkml:trace contextRef="#ctx0" brushRef="#br0" timeOffset="79110">8156 243 24575,'-34'0'0,"-1"0"0,-2 0 0,4 0 0,4 0 0,-4 0 0,2 0 0,-6 0 0,7 8 0,-3 0 0,6 10 0,1-1 0,4 1 0,3 4 0,5-2 0,-2 9 0,6 1 0,-2 10 0,2 6 0,3 4 0,3 5 0,2 3 0,3-2 0,6-4 0,7-9 0,9-9 0,7-9 0,3-10 0,3-6 0,2-5 0,-5-8 0,3-4 0,-3-1 0,1-3 0,14-7 0,1-3 0,-3-3 0,-1-3 0,-1 0 0,0-2 0,2-3 0,0 0 0,-8 1 0,-2-1 0,-2 1 0,-4 1 0,9-15 0,-13 3 0,-16 15 0,-2-5 0,-6 5 0,-5 0 0,-5 4 0,-7 3 0,-8 5 0,-7 6 0,-8 6 0,-9 2 0,-5 2 0,-3 1 0,2 3 0,9 1 0,10 1 0,13-3 0,12-2 0,6-1 0</inkml:trace>
  <inkml:trace contextRef="#ctx0" brushRef="#br0" timeOffset="80426">8038 494 24575,'14'0'0,"3"0"0,2 0 0,2 3 0,-3 5 0,-4 6 0,-5 6 0,-6 6 0,-2 5 0,-2 2 0,-3 3 0,-2-3 0,-2-4 0,1-6 0,2-10 0,4-7 0,6-26 0,17-7 0,-11 0 0,9 6 0</inkml:trace>
  <inkml:trace contextRef="#ctx0" brushRef="#br0" timeOffset="81776">8410 1366 24575,'-21'0'0,"-3"0"0,-6 0 0,1 0 0,7 3 0,7 3 0,2 11 0,9-7 0,0 16 0,4-13 0,0 9 0,5-3 0,8 0 0,10 0 0,6-5 0,18 3 0,8-4 0,-19-4 0,2-1 0,1-1 0,1 0 0,0-1 0,0-1 0,-3-1 0,0-1 0,26 1 0,-11-3 0,-8-6 0,-6-9 0,-5-9 0,-3-11 0,-6-4 0,-6-3 0,-7-2 0,-5-2 0,-10-6 0,-14 7 0,-15 0 0,-20 17 0,22 15 0,-1 2 0,-9 5 0,-1 2 0,5-2 0,0 2 0,2 3 0,2 0 0,-2 2 0,2 1 0,-16 11 0,-6 10 0,12 8 0,8 5 0,17-17 0,5-4 0</inkml:trace>
  <inkml:trace contextRef="#ctx0" brushRef="#br0" timeOffset="83076">8587 1278 24575,'9'-16'0,"-1"7"0,17-1 0,-3 8 0,4 2 0,-3 11 0,-8 16 0,-5 19 0,-5 15 0,-4-28 0,-1-1 0,-4 30 0,-4-12 0,-3-12 0,0-13 0,2-12 0,5-6 0,1-9 0,1-4 0,2-2 0,0 0 0,8 5 0,6 0 0,15 2 0,-4 1 0,12 0 0,-11 4 0,1 7 0,-7 7 0,-7 4 0,-6 1 0,-3-2 0,-6-3 0,-6-2 0,-7-4 0,6-5 0,-1-4 0</inkml:trace>
  <inkml:trace contextRef="#ctx0" brushRef="#br0" timeOffset="84559">8583 2481 24575,'-43'0'0,"2"0"0,-9 0 0,6 0 0,12 0 0,3 0 0,17 2 0,0 8 0,5 9 0,4 13 0,2 10 0,1 4 0,0 2 0,1-2 0,7-4 0,8-4 0,9-7 0,7-4 0,3-6 0,1-5 0,8-6 0,-2-5 0,6-3 0,-6-2 0,-3 0 0,-2 0 0,-3-3 0,0-7 0,-6-3 0,10-18 0,-3-5 0,-14 11 0,0-2 0,-1 0 0,-2-1 0,11-28 0,-8 4 0,-9 3 0,-6 5 0,-5 2 0,-8 4 0,-9 7 0,-11 4 0,-9 5 0,-7 7 0,-5 8 0,-1 3 0,-8 4 0,14 6 0,-5 7 0,18 7 0,4 6 0,1 0 0,8-4 0,4-8 0,7-6 0</inkml:trace>
  <inkml:trace contextRef="#ctx0" brushRef="#br0" timeOffset="85876">8535 2484 24575,'1'6'0,"6"-2"0,5-3 0,7-1 0,11 0 0,-8 0 0,3-3 0,-10 3 0,-8-4 0,2-3 0,-6 3 0,0-6 0,-3 4 0,0-3 0,0-1 0,0 4 0,0-2 0,0 8 0,0 7 0,0 7 0,0 8 0,0 15 0,0 4 0,0 8 0,0 1 0,0-7 0,0-4 0,0-12 0,0-9 0,0-12 0,0-1 0</inkml:trace>
  <inkml:trace contextRef="#ctx0" brushRef="#br0" timeOffset="126409">15206 7206 24575,'32'0'0,"14"0"0,11 0 0,-25 0 0,1 0 0,26 0 0,-11-1 0,-10-1 0,-11 1 0,-8-1 0,-8 2 0,-3 0 0,-4 0 0,-3 0 0,1 0 0</inkml:trace>
  <inkml:trace contextRef="#ctx0" brushRef="#br0" timeOffset="129311">13564 7658 24575,'0'15'0,"0"8"0,0 15 0,0 19 0,1-21 0,0 2 0,1 5 0,1 1 0,4 3 0,0 1 0,2-3 0,2 0 0,-1-2 0,1-1 0,0-3 0,-2-2 0,0-5 0,-2-1 0,5 26 0,-3-6 0,-3 6 0,-1-10 0,-3 1 0,5-7 0,-7-7 0,3 4 0,-3-5 0,0-5 0,0 3 0,0-8 0,0 3 0,0-4 0,0-4 0,0-3 0,0-4 0,0-3 0,1-2 0,2-1 0,1 1 0,1 1 0,0 2 0,0-3 0,-2 1 0,-2-4 0,1-1 0,-2 0 0</inkml:trace>
  <inkml:trace contextRef="#ctx0" brushRef="#br0" timeOffset="192207">13498 12927 24575,'0'24'0,"0"12"0,0 20 0,0-22 0,0 2 0,0 1 0,0 1 0,0-1 0,0-1 0,0-1 0,0-1 0,0 29 0,0-5 0,1-3 0,1-2 0,2-2 0,-1-4 0,1-2 0,1-2 0,2 18 0,1-10 0,-3-18 0,-1 0 0,0 18 0,2-3 0,-5-6 0,2-8 0,-2-11 0,0-2 0,1-6 0,-1 2 0,0-2 0,-1-1 0,1 1 0,1 1 0,1 5 0,2 5 0,0 4 0,2 4 0,-1-1 0,-1-3 0,-2-5 0,-2-5 0,0-5 0,-1-4 0,0-5 0,0-4 0</inkml:trace>
  <inkml:trace contextRef="#ctx0" brushRef="#br0" timeOffset="197057">19287 14462 24575,'47'0'0,"-11"0"0,5 0 0,0 0 0,4 0 0,3 0-1265,9 0 0,3 0 1,4 0 1264,-5 0 0,3-1 0,3 1 0,-1-1-446,-9 0 1,1-1 0,0 1 0,1-1 0,0-1 445,3-1 0,1 0 0,0 0 0,0-1 0,1-1 0,-10 1 0,2-1 0,-1 0 0,0-1 0,0 1 0,-1-1 0,8-2 0,-2 0 0,0 0 0,0 0 0,-1 0 0,-2 1 0,0 0 0,0 0 0,-1 0 0,-2 0 81,7 1 1,-1-1 0,-1 1 0,-3 1-82,8 0 0,-2 2 0,-3 0-18,-9 1 1,-2 1 0,-1 0 17,11 0 0,-2 2 795,-10-1 0,-1 1-795,-5 0 0,0 0 1402,5 0 1,0 0-1403,-6 2 0,0 0 639,5-2 0,-1 1-639,-7 1 0,-2-1 72,25-1-72,-1 0 0,-9 0 0,-8 0 0,6 0 0,-4 0 0,13 2 0,-1 2 0,-1 1 0,-5 2 0,-3-1 0,0 0 0,2 2 0,3 1 0,2 1 0,3 2 0,3-1 0,3 0 0,-28-4 0,1-1 0,0 0 0,1 0 0,2 1 0,2 0 0,10 0 0,0 0 0,-5-1 0,0-1 0,17 1 0,-1 1 0,-17-1 0,-2 0 0,13-2 0,-1 2 0,-15 1 0,0 1 0,2-4 0,-1 1 0,14 6 0,6 1 0,-12 0 0,11 5 0,-2 3 0,-1 1 0,1 2 0,2-2 0,3-3 0,-29-10 0,1-1 0,-1 0 0,0-2 0,30 4 0,-3-5 0,-3-2 0,-3-2 0,7-6 0,-26 2 0,2-2 0,13-4 0,2 0 0,-3 0 0,0 0 0,6 0 0,-1 2 0,-9 1 0,-3 2 0,-7 0 0,-2 2 0,24-2 0,-23-1 0,-7 6 0,-6-3 0,-3 3 0,7 0 0,3-1 0,3 0 0,4-2 0,-5 0 0,-4-2 0,-5 2 0,-7 1 0,-3 0 0,-6 2 0,-1 0 0</inkml:trace>
  <inkml:trace contextRef="#ctx0" brushRef="#br0" timeOffset="201491">13396 15283 24575,'0'36'0,"0"-1"0,0 19 0,0 6 0,0-4 0,0 4 0,0 3-1662,0-8 0,0 2 0,0 2 1,0 5 1661,0-6 0,0 5 0,0 3 0,0 0 0,0-1 0,0-3 0,0-1 0,0-3 0,0-1 0,0 1 0,0 3 0,0-7 0,0 3 0,0 1 0,0 0 0,0 0 0,0-2 0,0-3-35,0 4 0,0-2 0,0-2 0,0 0 0,0-2 35,0 9 0,0-2 0,0-1 0,0 0 139,0 0 0,0 1 0,0-2 1,0-3-140,0 3 0,0-3 0,0-3 0,-1 10 0,-1-3 0,1-1 0,-2-5 3081,-3 1-3081,0 0 1966,1-22-1966,-1-16 304,-4-11 1,4-1-1,0-5 1</inkml:trace>
  <inkml:trace contextRef="#ctx0" brushRef="#br0" timeOffset="239357">10318 9688 24575,'0'41'0,"0"12"0,0-16 0,0 3 0,3 15 0,1 3 0,1 5 0,1 0 0,1-2 0,0 0 0,-2-18 0,-1 1 0,1-3 0,-1 9 0,1-2 0,-1 6 0,1-1 0,-3-5 0,0-1 0,2-3 0,0 0 0,-3-5 0,-1-1 0,4 25 0,-4-27 0,0-1 0,0 26 0,0-23 0,0 3 0,0-1 0,0 1 0,0 3 0,0 0 0,0 4 0,0 0 0,-1 4 0,0 0 0,1 1 0,-2-1 0,2 0 0,-2 0 0,1-3 0,-1 0 0,0-4 0,1-1 0,0-2 0,-1-1 0,1-3 0,-1-2 0,0 26 0,-1-14 0,0-14 0,2-10 0,-1-8 0,1-6 0,1-2 0,1-3 0,2 2 0,0-1 0,1-3 0,-2-7 0,-2-20 0,-4-15 0,0 11 0,-1 1 0</inkml:trace>
  <inkml:trace contextRef="#ctx0" brushRef="#br0" timeOffset="242507">10514 12824 24575,'0'58'0,"0"-18"0,0 5 0,0-3 0,0 2 0,0 3-833,0 8 0,0 2 1,0 3 832,0-12 0,0 1 0,0 1 0,0 1-553,0 3 1,0 1-1,0 0 1,0 4 552,0-3 0,0 2 0,0 2 0,0 0 0,0-3 0,0 4 0,0-1 0,0-1 0,0 2 0,0-6 0,0 1 0,0 1 0,0-2 0,0-2 76,1-2 1,1-2 0,-1-1 0,0-2-77,-1 7 0,1-2 0,-1 0 0,2 3 0,0 0 0,-1-1 0,-1-10 0,0-1 0,0 1-2,0 3 1,0 1-1,0-3 2,0 8 0,0-2 540,0 5 1,0-1-541,0-13 0,0 0 1199,0 9 0,0 1-1199,0-5 0,0-1 460,0-2 1,0-2-461,0-2 0,0-1 3,0-3 0,0-2-3,0 27 0,0-9 0,0-11 0,0-8 0,0-6 0,0-3 0,0-1 0,0 0 0,0 1 0,0 7 0,0-8 0,0 10 0,0-10 0,0 1 0,0-4 0,0-5 0,-1-7 0,-2-3 0,-2-9 0,-3-9 0,-7-15 0,6 12 0,-1-5 0</inkml:trace>
  <inkml:trace contextRef="#ctx0" brushRef="#br0" timeOffset="375921">5461 5654 24575,'42'0'0,"0"0"0,-1 0 0,2 0 0,3 0 0,-2 0 0,4 0 0,1 0 0,0 0-923,7 0 0,1 0 0,1 0 0,-1 0 923,2 0 0,-1 0 0,0 0 0,1 0 0,-1 0 0,0 0 0,1 0 0,-1 0 0,-3 0 0,1 0 0,-1 0 0,0 0 0,0 0 0,-1 0 0,1 0 0,0 0 0,-1 0 0,0-1 0,0 1 0,-1 1-44,-3-1 0,-1 0 0,-1 1 0,0 0 44,13 0 0,0 1 0,-3 0 0,-6 0 0,-1 0 0,-1 1 275,-2 0 1,-1 1-1,-2 0-275,6 1 0,-2-1 0,-2-1 0,-3 1 0,7 2 1822,-4-5-1822,-9 2 1142,-1-3-1142,-11 0 78,3 0-78,-8 0 0,7 0 0,1 0 0,1 0 0,0 0 0,-4 0 0,-12 0 0,-6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34:55.7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8098 889 24575,'3'16'0,"0"12"0,-3 6 0,0 9 0,0 2 0,0-5 0,0-3 0,0-10 0,0-3 0,0 2 0,0 4 0,0 4 0,0-2 0,0-7 0,0-8 0,-3-18 0,0-9 0,-3-20 0,2-5 0,1 3 0,3-5 0,2 15 0,5-1 0,5 7 0,7 3 0,3 1 0,-1 0 0,-1 2 0,-3 2 0,-1 2 0,-1 3 0,-2 1 0,-1 2 0,0 7 0,1 13 0,1 17 0,-5-5 0,0 2 0,-3-2 0,1-1 0,0 3 0,0-1 0,-3 10 0,-1-13 0,-3-15 0,0-8 0,2-27 0,4-2 0,4-18 0,7 6 0,4 0 0,6-2 0,4-1 0,3 2 0,0 3 0,-4 7 0,-5 8 0,-5 6 0,-5 6 0,-1 3 0,0 2 0,-2 0 0,2 5 0,-1 11 0,2 12 0,0 14 0,2 1 0,-7-7 0,0-4 0,-7-12 0,-4-10 0,-7-13 0,-9-16-1696,-3-4 0,8 8 0,4 6 0</inkml:trace>
  <inkml:trace contextRef="#ctx0" brushRef="#br0" timeOffset="1566">9056 1304 8191,'8'3'0,"8"-1"5063,20-1-5063,22-1 1409,-16 0 0,4 0-1409,4 0 0,2 0 859,0 0 1,1 0-860,-4 0 0,-1 0 3392,-9 0 0,-2 0-3392,18 0 0,-20 0 0,-19-2 0,-12-4 0,-15-4 0,-7-4 0,-9-4 0,4 6 0,5 3 0,10 7 0,13 3 0,10 4 0,15 3 0,12 3 0,9 1 0,0 1 0,-5-2 0,-12-1 0,-11-3 0,-7-1 0,-5-1 0,-2 2 0,-2 1 0,-2 3 0,-2-2 0,-2 1 0,-1-3 0,0-2 0,0 6 0,-5-3 0,-4 5 0,-4-4 0,-2-1 0,7-5 0,1 0 0,3-4 0,-3-6 0,3 4 0,0-4 0</inkml:trace>
  <inkml:trace contextRef="#ctx0" brushRef="#br0" timeOffset="2533">10274 1033 24575,'0'18'0,"0"7"0,0 12 0,0 4 0,0-1 0,0 2 0,0 2 0,0 0 0,0-4 0,0-9 0,0-9 0,1-8-1696,0-6 0,1-5 0,-1-1 0</inkml:trace>
  <inkml:trace contextRef="#ctx0" brushRef="#br0" timeOffset="3966">10304 1384 8191,'3'-9'0,"-1"-20"5063,9-5-5063,1-20 2818,6 12-2818,6-9 1719,-2 11-1719,8-7 6784,1 6-6784,-2 7 0,2 3 0,-2 4 0,2 2 0,-1 4 0,-4 7 0,-3 6 0,-6 5 0,-8 6 0,-3 6 0,-6 7 0,0 19 0,0-4 0,0 16 0,0-9 0,0 0 0,0 3 0,0-12 0,0 7 0,0-10 0,0 4 0,0-6 0,0-6 0,3-3 0,-2-8 0,4 0 0,-1-7 0,3 0 0,2 0 0,6 0 0,5 0 0,4 0 0,2-3 0,-1-2 0,-4-2 0,-2-2 0,-5 3 0,-3 0 0,-6 3 0,-4 2 0</inkml:trace>
  <inkml:trace contextRef="#ctx0" brushRef="#br0" timeOffset="13950">2097 7776 24575,'30'0'0,"13"0"0,17 0 0,-24 0 0,1 0 0,2 0 0,0 0 0,-1 0 0,-1 0 0,1 0 0,-1 0 0,-1 0 0,-1 0 0,0 0 0,-1 0 0,-2 0 0,0 0 0,25 0 0,-8 0 0,-12-2 0,-9-2 0,-15 1 0,-5-1 0</inkml:trace>
  <inkml:trace contextRef="#ctx0" brushRef="#br0" timeOffset="42265">23191 971 24575,'0'23'0,"0"18"0,0 21 0,0-23 0,0 2 0,0 1 0,0 0 0,1-6 0,0-1 0,3 23 0,1-22 0,0-14 0,-4-13 0,-15-17 0,-7-8 0,-8-11 0,2 4 0,11 7 0,6 5 0,5 6 0,5 3 0,10 8 0,3 3 0,11 8 0,-4-2 0,-2-2 0,-2-3 0,-8-4 0,0-3 0,-4-4 0,0-2 0,-1-2 0,-1-1 0,2-3 0,-1 5 0,4-1 0,-4 5 0,-1-2 0,1 1 0,-1-1 0,1 1 0,1-1 0,-2 1 0,0-2 0,-1 2 0,0-1 0,1 1 0,0 0 0,2-1 0,-1-1 0,1 1 0,-2-1 0,1 0 0,1 1 0,0 0 0,1 0 0,2-2 0,-4 1 0,2-1 0,-4 1 0,1 1 0,-1 1 0</inkml:trace>
  <inkml:trace contextRef="#ctx0" brushRef="#br0" timeOffset="45649">22119 744 24575,'0'59'0,"0"-19"0,0 1 0,0 6 0,0 1 0,0 6 0,0 0 0,0-8 0,0-4 0,0 19 0,0-14 0,0-28 0,0-2 0,-2-10 0,-4-4 0,-6-2 0,-7-4 0,-5-7 0,-1-9 0,3-6 0,2-2 0,5 4 0,3 4 0,12 13 0,7 12 0,12 15 0,8 9 0,0 4 0,0-6 0,-10-7 0,-2-5 0,-6-7 0,0-2 0,-3-5 0,1-2 0,7-2 0,12-6 0,12-11 0,12-11 0,-21 10 0,-4 3 0</inkml:trace>
  <inkml:trace contextRef="#ctx0" brushRef="#br0" timeOffset="63116">13384 5150 24575,'24'0'0,"29"0"0,-10 0 0,4 0 0,8 0 0,2 0 0,3 0 0,1 0 0,-6 0 0,-2 0 0,-5 0 0,-1 0 0,-5 0 0,-3 0 0,22 0 0,-16 0 0,-16 0 0,-9 0 0,-8 0 0,-8-2 0,-13-7 0,-11-5 0,-7-5 0,5 5 0,2 1 0,10 8 0,2 0 0,11 4 0,14 1 0,14 0 0,10 0 0,2 2 0,-5 1 0,-8 0 0,-9 2 0,-6-2 0,-9 0 0,-1 1 0,-5 0 0,0 2 0,0-2 0,0-1 0,0 1 0,0 0 0,0 1 0,0 2 0,0-2 0,-1 5 0,-3-2 0,-8 4 0,-8 2 0,-8 3 0,-5 1 0,1 1 0,4-1 0,7-2 0,8-5 0,6-3 0,4-6 0,1-2 0</inkml:trace>
  <inkml:trace contextRef="#ctx0" brushRef="#br0" timeOffset="67732">18674 4889 24575,'30'-26'0,"10"-8"0,-15 12 0,2-1 0,-1 1 0,0 0 0,15-14 0,-14 14 0,-13 10 0,-7 7 0,-4 3 0</inkml:trace>
  <inkml:trace contextRef="#ctx0" brushRef="#br0" timeOffset="70232">18641 4799 24575,'2'7'0,"1"4"0,-3 7 0,0 4 0,0-2 0,0-3 0,0-3 0,0-5 0,0-2 0,0-2 0,0-2 0,0 1 0,0 0 0,0 1 0,1-1 0,1-1 0,2-2 0,1-1 0,1 0 0,2 0 0,5-3 0,5-1 0,3-1 0,1 0 0,-1 0 0,-3 1 0,-3 0 0,1 1 0,-2 0 0,-3 2 0,-6 1 0,-4 0 0,-8-1 0,3-1 0,-4 0 0,2-2 0,1 0 0,-2-2 0,1 1 0,0 1 0,-1-1 0,-1-3 0,-4-1 0,-3-1 0,-1-1 0,1-2 0,5 4 0,2-1 0,2 4 0,2 2 0,-1-1 0,2 4 0,-3-9 0,4 6 0,-2-4 0</inkml:trace>
  <inkml:trace contextRef="#ctx0" brushRef="#br0" timeOffset="108481">16097 9318 24575,'19'0'0,"24"0"0,-6 0 0,3 0 0,8 0 0,3 0 0,4 0 0,2 0 0,-2 0 0,-1 0 0,2-1 0,-3-1 0,-14 0 0,-3 0 0,25-2 0,-39 1 0,-13 1 0,-11-6 0,-17-9 0,-13-8 0,-9-5 0,0 2 0,7 6 0,8 4 0,13 10 0,6 2 0,11 6 0,2 1 0,4 2 0,3 3 0,4 3 0,5 2 0,7 2 0,2 0 0,2-3 0,-3 3 0,-8-7 0,-3 3 0,-6-3 0,-3-1 0,0 0 0,-6-1 0,-2-1 0,0 1 0,-2 0 0,0 1 0,0 0 0,0 1 0,0-1 0,0 3 0,0-3 0,0 5 0,0-4 0,-4 7 0,-12 6 0,-8 7 0,-16 14 0,7-4 0,-2-3 0,17-11 0,3-7 0,11-9 0,1 0 0,2-6 0</inkml:trace>
  <inkml:trace contextRef="#ctx0" brushRef="#br0" timeOffset="114515">4784 6732 24575,'0'-25'0,"14"-33"0,0 9 0,-2 8 0,3 2 0,6-2 0,-6 1 0,0 17 0,-11 15 0,2 8 0,-6 12 0,0 11 0,0 13 0,0 17 0,0-20 0,0 1 0,0 3 0,0 1 0,0 1 0,0 0 0,0-3 0,0-2 0,0 26 0,0-17 0,1-16 0,1-12 0,-1-9 0,1-3 0</inkml:trace>
  <inkml:trace contextRef="#ctx0" brushRef="#br0" timeOffset="115864">6060 6667 24575,'0'-16'0,"0"0"0,0 1 0,1 6 0,9 4 0,12 4 0,13 1 0,9 0 0,0 0 0,-2 6 0,-13 0 0,-5 9 0,-9 4 0,-8 0 0,-1 6 0,-6 1 0,0-4 0,0 7 0,-2-6 0,-5 6 0,-6 1 0,-5 0 0,-1-3 0,1-3 0,5-6 0,4-3 0,6-6 0,1 0 0,2-6 0,3-1 0,7 0 0,25-2 0,15 0 0,-18-2 0,2 0 0,23-5 0,-17-1 0,-14-1 0,-17 6 0,-3 0 0</inkml:trace>
  <inkml:trace contextRef="#ctx0" brushRef="#br0" timeOffset="117566">8024 6608 24575,'0'-11'0,"0"2"0,0-1 0,1 5 0,12 0 0,14 4 0,16 3 0,11 7 0,-5 4 0,-8 6 0,-12 0 0,-13 1 0,-7-2 0,-5 2 0,-7 3 0,-8 4 0,-7 2 0,-5-2 0,1-6 0,7-4 0,6-8 0,4-5 0,4-10 0,-1 2 0,2-9 0,0 8 0,0-3 0,2 5 0,5 0 0,11 2 0,14 0 0,11 2 0,6 4 0,-3 3 0,-7 6 0,-10 4 0,-10-1 0,-7 2 0,-6-3 0,-5-1 0,-1 3 0,-4 1 0,-16 10 0,-4-6 0,-11 4 0,2-10 0,3-4 0,0-6 0,3-5 0,6-2 0,8-5 0,4 3 0,6-4 0</inkml:trace>
  <inkml:trace contextRef="#ctx0" brushRef="#br0" timeOffset="119666">9718 6466 24575,'0'20'0,"0"0"0,0-2 0,0 0 0,0-3 0,0 2 0,3 1 0,4 0 0,5-1 0,5-5 0,2-6 0,0-3 0,1-2 0,-4-7 0,0-1 0,-7-5 0,-3 4 0,-4 0 0,-2 4 0,0-2 0,0 2 0,0 1 0,0 0 0,0 0 0,0 0 0,0 1 0,0-1 0,0-1 0,0-2 0,0 3 0,0 10 0,0 2 0,0 12 0,0 0 0,0 4 0,1 6 0,4 5 0,2 3 0,2-3 0,-2-7 0,-2-6 0,-3-11 0,1 0 0,-2-7 0,1 0 0,-1-2 0,0-1 0</inkml:trace>
  <inkml:trace contextRef="#ctx0" brushRef="#br0" timeOffset="122698">8090 7833 24575,'40'0'0,"-1"0"0,13 0 0,7 0 0,3 0 0,-9 0 0,2 0 0,2 0 0,3 0-1202,-7 0 0,3 0 0,2 0 1,1 0-1,1 0 0,-1 0 1202,2 0 0,2 0 0,0 0 0,0 0 0,-2 0 0,-2 0 0,1 0 0,-2 0 0,-2 0 0,2 0 0,1 0-150,-3 0 1,3 0-1,0 0 1,1 0-1,-3 0 1,-2 0 149,9 0 0,-3 0 0,-1 0 0,2 0 33,-5 0 1,1 0 0,2 0 0,-2 0 0,-2 0-34,7 0 0,-2 0 0,-2 0 0,-2 0-112,6 0 0,-3 0 0,-3 0 112,-12 0 0,-2 0 0,-2 0 1479,7 0 0,-4 0-1479,-10 0 0,-3 0 2650,8 0-2650,-17 0 529,-13-1 1,-3 1 0,-6-2 0</inkml:trace>
  <inkml:trace contextRef="#ctx0" brushRef="#br0" timeOffset="124131">1605 8509 24575,'36'0'0,"0"0"0,22 0 0,7 0 0,-20 0 0,2 0 0,3 0 0,2 0-1015,-3 0 0,3 0 0,2 0 0,0 0 0,0 0 1015,1 0 0,2 0 0,-1 0 0,1 0 0,-2 0 0,-1 0 0,0 0 0,-1 0 0,0 0 0,1 0-2,0 0 0,1 0 0,-1 0 0,-2 0 0,-3 0 2,9 0 0,-4 0 0,-3 0 379,-2 0 1,-2 1-1,-7-2-379,15-1 0,-29-2 0,-16 0 0,-5 1 0,-5 1 0</inkml:trace>
  <inkml:trace contextRef="#ctx0" brushRef="#br0" timeOffset="160699">16693 13113 24575,'0'48'0,"0"-15"0,0 4 0,0 15 0,0 5 0,0-7 0,0 2 0,0 3-835,0-8 0,0 2 0,0 1 0,0 0 835,0 4 0,0 1 0,0 1 0,0 0 0,0 1 0,0 2 0,0-1 0,0-1 0,1-4 0,-1 0 0,1-1 0,0 0 0,-1-3 0,1-1 0,0-1 0,0 0-28,0 14 0,0-1 1,0 0 27,0-5 0,0 1 0,-1-1 0,0 2 0,-2 1 0,0 2-169,-2-6 1,-1 4 0,-1 0 0,0-3 168,1-5 0,-1-2 0,0-1 0,-1 3 0,0 7 0,-2 2 0,1 0 0,0-3 0,-1 7 0,-1-2 0,3 0-165,2-3 0,2-1 0,-1-1 165,1-8 0,-1-2 0,2 0 0,1 1 0,2-1 0,-1-3 727,0 6 0,0-2-727,0 15 0,0 0 0,0-11 0,0-1 0,0 10 0,0 1 0,0-10 0,0 0 0,0 1 0,0 0 0,0 1 0,1 0 0,0 0 0,2-1 0,-1 2 0,2 0 0,0 3 0,0 0 0,0-1 0,0 1 0,-1 2 0,1 0 0,-1 0 0,-1-1 0,0-6 0,-1-1 428,0-3 0,0-3-428,-1-9 0,0-2 1633,0 12-1633,0-16 619,-1-18-619,-12-5 29,-6-7-29,-16 0 0,4 0 0,-10 0 0,13 0 0,1 0 0,14 0 0,13 1 0,10 2 0,11 2 0,10 3 0,16 1 0,14 2 0,-26-5 0,1-1 0,0 1 0,0-1 0,25 5 0,-17-5 0,-14-1 0,-40-14 0,12 8 0,-26-9 0</inkml:trace>
  <inkml:trace contextRef="#ctx0" brushRef="#br0" timeOffset="162248">16535 13063 8191,'11'0'0,"15"0"5063,29 0-5063,-22-1 0,2 0 1409,-1 1 0,-1-1-1409,22-2 1719,-18 1-1719,-14 2 0,-13 0 0,-4 0 0</inkml:trace>
  <inkml:trace contextRef="#ctx0" brushRef="#br0" timeOffset="173798">22950 13113 24575,'46'0'0,"1"0"0,-1 0 0,4 0 0,-3 0 0,2 0 0,12 0 0,2 0 0,-5 0 0,0-2 0,-6 1 0,-2-2 0,-4 0 0,-3 0 0,-6 0 0,-1 0 0,-4 1 0,0 0 0,28-1 0,-1 1 0,-1 0 0,-1 0 0,-2 2 0,-1 0 0,-2 0 0,-3 0 0,6 0 0,-14 0 0,5 0 0,-16 0 0,3 0 0,1 0 0,4 0 0,9 0 0,-10 1 0,15 1 0,-7 0 0,12 0 0,-2-2 0,1 0 0,-2 0 0,1 0 0,3 0 0,2 0 0,1 0 0,0 1 0,-3 2 0,-5 0 0,-6 0 0,-6 1 0,-4-1 0,-3-1 0,4 2 0,-6-3 0,5 2 0,-11 0 0,7-3 0,-3 3 0,4-3 0,-6 1 0,7 0 0,-2 1 0,8 0 0,-3-1 0,-4-1 0,-3 0 0,-4 0 0,-2 0 0,-2 0 0,-4 0 0,-2 0 0,0 0 0,0 0 0,3 0 0,0 0 0,0 0 0,-3 0 0,-4 0 0,-6-1 0,-2-2 0,-5-1 0,0 1 0,0 0 0</inkml:trace>
  <inkml:trace contextRef="#ctx0" brushRef="#br0" timeOffset="199790">21568 14667 24575,'0'0'0</inkml:trace>
  <inkml:trace contextRef="#ctx0" brushRef="#br0" timeOffset="204048">20889 14848 24575,'24'0'0,"10"0"0,24 0 0,-22 0 0,3 0 0,7 0 0,2 0 0,8 0 0,2-1 0,1-1 0,1 0 0,3-1 0,0-1 0,0 0 0,0-1 0,-4 1 0,1 1 0,-2 0 0,1 0 0,-3 2 0,0 0 0,-3 0 0,1 1 0,6 0 0,-2 0 0,-13 0 0,-2 0 0,4 0 0,-1 0 0,-13 0 0,0 0 0,0 0 0,1 0 0,3 0 0,2 0 0,2-1 0,1-2 0,3-1 0,0 0 0,-8 0 0,1 0 0,7-3 0,0 1 0,-10 2 0,0 0 0,8-1 0,0 0 0,-4 0 0,0 0 0,-4 1 0,0 0 0,-2 2 0,-1-1 0,24 2 0,-8 1 0,-5 0 0,-5 0 0,-5 0 0,-3 0 0,-2 0 0,-1 0 0,-1 0 0,0 0 0,9 0 0,1 0 0,8 0 0,3 0 0,4 0 0,11 0 0,0 0 0,-26 0 0,-1 0 0,15 0 0,14 0 0,-16 0 0,14 0 0,0 0 0,1 0 0,0 0 0,-4 0 0,-4 0 0,-6 0 0,-5 0 0,0 0 0,0 0 0,3 0 0,3 0 0,1 0 0,9 0 0,-6 0 0,1 3 0,-9 1 0,-4 0 0,0 2 0,0-2 0,-3-1 0,2 1 0,-13-3 0,9 1 0,-11-1 0,3 1 0,-3-2 0,-5 0 0,-1 0 0,-2 0 0,-1 0 0,0 1 0,1 0 0,2 2 0,-1 0 0,-2-1 0,-3 0 0,-6-1 0,-1 0 0,-5 1 0,-1-1 0</inkml:trace>
  <inkml:trace contextRef="#ctx0" brushRef="#br0" timeOffset="216083">28684 17153 24575,'34'0'0,"21"0"0,-19 0 0,2 0 0,8 0 0,2 0 0,5 0 0,0 0 0,0 0 0,0 0 0,6 2 0,1 0 0,-2 2 0,0 1 0,-3 1 0,-1 2 0,-1 0 0,0 1 0,0 0 0,-1 0 0,-9-1 0,0 0 0,3-1 0,-1-1 0,-9 0 0,0-1 0,0-1 0,0 0 0,-1-1 0,1-1 0,1 0 0,-2-1 0,24-1 0,-24 0 0,1 0 0,23 0 0,-23 0 0,0 0 0,-2 0 0,-2 0 0,29 0 0,-5 0 0,-6 0 0,-4 0 0,-5 0 0,-7 0 0,-4 0 0,-2 0 0,2 0 0,6 0 0,5 0 0,2 0 0,0 0 0,4 0 0,-13 0 0,-3 0 0,-13 0 0,-11 0 0,0-1 0,-5-2 0,-1 0 0,-1 1 0</inkml:trace>
  <inkml:trace contextRef="#ctx0" brushRef="#br0" timeOffset="247098">7155 5635 24575,'0'14'0,"0"9"0,0 12 0,0 10 0,0 6 0,0-2 0,0-8 0,0-6 0,0-16 0,0-5 0,0-41 0,0 3 0,0-34 0,1 21 0,2-11 0,5 14 0,4-3 0,3 11 0,-1 8 0,1 7 0,-7 6 0,2 4 0,-3 1 0,2 0 0,2 0 0,1 0 0,0 1 0,-1 3 0,-4 3 0,-2 5 0,-4 3 0,2 13 0,-2 0 0,2 10 0,-3-4 0,0-4 0,3-1 0,-2-6 0,1-7 0,0-1 0,-1-7 0,2 1 0,1 0 0,1 0 0,1-1 0,1 1 0,0-2 0,-1-4 0,-2-1 0,0-2 0,2-1 0,2-2 0,-3 2 0,1-2 0</inkml:trace>
  <inkml:trace contextRef="#ctx0" brushRef="#br0" timeOffset="248431">7519 5493 24575,'9'-12'0,"6"-2"0,9 1 0,4 0 0,2 4 0,-4 4 0,-3 3 0,-3 2 0,-2 0 0,-8 0 0,-1 4 0,-7 3 0,-1 4 0,-1 4 0,0 3 0,-3 0 0,-6 7 0,-7-4 0,-2 3 0,1-3 0,6-6 0,5-5 0,6-6 0,12-2 0,12-1 0,11-1 0,16 0 0,-13 0 0,-7 0 0,-20 0 0</inkml:trace>
  <inkml:trace contextRef="#ctx0" brushRef="#br0" timeOffset="421429">20107 6131 24575,'-16'-14'0,"-1"-2"0,-7 0 0,-5 1 0,-4-1 0,-6 0 0,9 4 0,0 3 0,8 3 0,0 5 0,-8-4 0,-4 4 0,2-4 0,-14 2 0,6-3 0,-10-2 0,2-1 0,2-1 0,3 0 0,1 0 0,2 2 0,2 2 0,0 3 0,3 1 0,3 1 0,1 1 0,2 0 0,-2 0 0,-3 3 0,-6 4 0,-10 7 0,4 1 0,2 2 0,8-4 0,12 0 0,2-1 0,7 0 0,7-1 0,1 5 0,3-1 0,-2 7 0,0-1 0,-2 1 0,1 0 0,1-1 0,0 1 0,2-1 0,0 1 0,0-1 0,2-1 0,1-2 0,0-1 0,1-2 0,0 2 0,0 3 0,3 9 0,4 5 0,3 3 0,7 0 0,3-3 0,0-7 0,6 1 0,-8-10 0,9 7 0,-1-4 0,5 3 0,-1-3 0,-4-1 0,-4-3 0,-4-2 0,-4-4 0,-1-3 0,-2-3 0,-1-2 0,0 0 0,1 0 0,6-1 0,3 1 0,6 2 0,12 2 0,0 0 0,12 2 0,-2-2 0,3-3 0,1-1 0,4-3 0,-12 0 0,12 0 0,-16 0 0,6-4 0,-9-3 0,-5-3 0,-6-1 0,-5 1 0,-2 0 0,-3-1 0,-1 2 0,-1-1 0,0-2 0,2-2 0,2-3 0,2-4 0,2-2 0,1-1 0,3-12 0,-4 8 0,0-11 0,-7 9 0,-1-1 0,-7-2 0,-1 10 0,-6 1 0,0 6 0,0 4 0,0-2 0,-1 0 0,-3 0 0,-2 3 0,2 4 0,0 3 0</inkml:trace>
  <inkml:trace contextRef="#ctx0" brushRef="#br0" timeOffset="426729">23647 12271 24575,'-27'0'0,"-13"0"0,-22 0 0,26 0 0,0-1 0,-2-1 0,0 0 0,-1-1 0,0-2 0,-3-1 0,-1-2 0,-4 0 0,-1-2 0,-2-1 0,-1 1 0,1 1 0,0-1 0,-5 0 0,3 0 0,13 4 0,1 1 0,-3-1 0,2 2 0,-13 0 0,9 4 0,-3 0 0,11 0 0,-6 0 0,10 4 0,-10 3 0,9 5 0,-3 2 0,6 2 0,5 1 0,3 3 0,2 3 0,3 2 0,2 1 0,3 1 0,1 3 0,1 0 0,-1 4 0,2 0 0,1 2 0,1 1 0,4 2 0,1 16 0,4-1 0,0-21 0,2 0 0,10 28 0,-4-30 0,1-1 0,11 27 0,6-1 0,-8-14 0,10 7 0,-1-11 0,8 7 0,1-7 0,0-5 0,-1-6 0,-3-5 0,-1-5 0,-5-6 0,-3-5 0,-3-2 0,1-2 0,5-1 0,12-1 0,19 0 0,-24 0 0,3-2 0,20-2 0,3-2 0,-10 0 0,2-1 0,-6 1 0,2-2 0,-3 1 0,9 0 0,-2 0 0,9 0 0,-1 1 0,-10 1 0,0 0 0,4 1 0,-1-1 0,-15 1 0,-1 0 0,9-1 0,0 0 0,-12 0 0,-1 0 0,8-1 0,1 0 0,-2 0 0,1 0 0,3 0 0,1 1 0,1 0 0,1 2 0,3-1 0,2 2 0,0-1 0,0 1 0,2 1 0,0 0 0,1-1 0,1-1 0,2 1 0,0-1 0,1-1 0,-1 0 0,0-1 0,0 0 0,2 1 0,0-1 0,1 0 0,0 0 0,-2 0 0,0 1 0,-2 0 0,0 0 0,5 2 0,-3 0 0,-15 1 0,-1 0 0,4 1 0,-2 0 0,15 0 0,-7 7 0,-3 1 0,-5 6 0,-9-3 0,1 1 0,-10-5 0,7 0 0,-3-4 0,3-1 0,2-2 0,3 0 0,2-6 0,-2-6 0,-1-11 0,-3-9 0,-6-5 0,-3-4 0,-7-1 0,-6-1 0,-6 0 0,-5-10 0,-4 4 0,0-4 0,-13 2 0,-8 3 0,-12 0 0,-4 7 0,5 11 0,-9 3 0,-5 6 0,16 9 0,-1 1 0,-2 0 0,0 2 0,-1-1 0,-1 1 0,1 0 0,-1 0 0,-2-1 0,-2 0 0,-2 0 0,-1 0 0,-6 0 0,0 0 0,-3 0 0,-1 0 0,-2 1 0,0 2 0,-2 0 0,0 1 0,-2 2 0,-1 1 0,-2 1 0,0 2 0,17-1 0,0 1 0,1 0-275,-20 0 1,0 0 274,13 0 0,-1 0 0,0 0 0,3 0 0,1 0 0,0 0 0,-1 0 0,1 0 0,-1 0 0,1 0 0,0 0 0,3 0 0,-11 0 0,2 0-44,-9 0 0,1 0 44,11 0 0,1 0 0,-3 0 0,3 0 0,16 0 0,3 0 0,-30 0 0,28 0 546,-8 0-546,-8 3-1339,15 0 0,1 1 1,-9 0-1,-1 2 1</inkml:trace>
  <inkml:trace contextRef="#ctx0" brushRef="#br0" timeOffset="451877">8166 4871 24575,'0'0'0</inkml:trace>
  <inkml:trace contextRef="#ctx0" brushRef="#br0" timeOffset="458961">22930 5180 24575,'20'-21'0,"1"-6"0,-7-1 0,-4 1 0,-4 1 0,-6 11 0,0 0 0,0 0 0,0 0 0,0-2 0,0 3 0,0 8 0,0 9 0,0 13 0,0 12 0,1 14 0,4 11 0,3 6 0,3 2 0,1-6 0,-3-4 0,2-8 0,-1-1 0,-4-14 0,2-3 0,-7-19 0,2 0 0</inkml:trace>
  <inkml:trace contextRef="#ctx0" brushRef="#br0" timeOffset="460378">23654 5148 24575,'0'-8'0,"1"2"0,12 2 0,6 4 0,16 0 0,0 0 0,-5 2 0,0 3 0,-11 4 0,2 2 0,-7 1 0,-7 2 0,-3 2 0,-4 4 0,0 3 0,-4 2 0,-5 1 0,-4 0 0,-2-1 0,2-4 0,3-2 0,2-3 0,3-1 0,1 0 0,1-1 0,1-5 0,1-1 0,2-5 0,6 0 0,-2-2 0,11-1 0,2 0 0,11 0 0,7 0 0,0 0 0,-5 0 0,-9-1 0,-8-2 0,-7 1 0,-4-1 0</inkml:trace>
  <inkml:trace contextRef="#ctx0" brushRef="#br0" timeOffset="462061">24577 5125 24575,'22'0'0,"3"0"0,-2 0 0,2 0 0,-10 6 0,1 7 0,-10 7 0,0 10 0,-6 0 0,0-1 0,-1 6 0,-5-7 0,-4 3 0,-3-9 0,-1-5 0,7-11 0,5-7 0,10-12 0,10-6 0,10 1 0,18-2 0,-7 11 0,9 1 0,-14 8 0,-7 3 0,-5 9 0,-7 1 0,-8 16 0,-1-11 0,-6 15 0,0-16 0,-3 12 0,-3-12 0,-5 3 0,-2-7 0,-2-4 0,2-4 0,-1-3 0,1-1 0,4-1 0,3 0 0,3 0 0</inkml:trace>
  <inkml:trace contextRef="#ctx0" brushRef="#br0" timeOffset="464012">25548 5017 24575,'0'15'0,"0"6"0,0 9 0,0 1 0,0-5 0,0-7 0,0-5 0,0-13 0,1 3 0,2-12 0,5 2 0,1 3 0,10-4 0,4 6 0,1-1 0,11 2 0,-5 0 0,5 0 0,-8 1 0,-7 4 0,-6 4 0,-2 3 0,-1 3 0,-2 3 0,-3 6 0,-2 2 0,-2 2 0,-1 0 0,-1 0 0,-2 0 0,-4-1 0,-3-1 0,-10 1 0,1-8 0,-4 2 0,3-12 0,3-3 0,-2-3 0,6-3 0,-3 0 0,7 0 0,3 0 0,4 0 0</inkml:trace>
  <inkml:trace contextRef="#ctx0" brushRef="#br0" timeOffset="464994">25623 4886 24575,'25'0'0,"5"0"0,5 0 0,2 0 0,-4 0 0,-7 0 0,-6 0 0,-9 0 0,-5 0 0,-3 0 0</inkml:trace>
  <inkml:trace contextRef="#ctx0" brushRef="#br0" timeOffset="470644">25031 4530 24575,'0'19'0,"0"8"0,0 10 0,0 6 0,0-5 0,0 0 0,0-1 0,3 0 0,5 3 0,5-1 0,2-3 0,-2-7 0,-5-5 0,-3-12 0,-14-1 0,-13-10 0,-4-5 0,-13-9 0,11-5 0,1-4 0,13 9 0,7 3 0,8 9 0,2 0 0,5 0 0,-1 1 0,3 1 0,-3 2 0,2 2 0,3 4 0,3 2 0,2 1 0,6 3 0,-6-2 0,2 1 0,-7-2 0,-1-1 0,1 1 0,-1-1 0,-1-3 0,1 2 0,-1-4 0,2 3 0,-2-1 0,-2-2 0,-1-2 0,-3-3 0,0-1 0,0 0 0,-2-2 0,0-2 0,-1-2 0,-1 0 0,0 2 0,0 0 0,0 0 0,0-2 0,0 1 0,0-4 0,2 1 0,3-7 0,5-1 0,5-5 0,2-4 0,0 0 0,-1 3 0,-3 3 0,-6 9 0,-4 4 0</inkml:trace>
  <inkml:trace contextRef="#ctx0" brushRef="#br0" timeOffset="472744">25302 4213 24575,'0'18'0,"0"-3"0,0 3 0,0-6 0,0 4 0,0-9 0,1 1 0,2-7 0,1 0 0,4 0 0,-3 1 0,1 2 0,-2 0 0,-1-1 0,1-1 0,2-1 0,4 0 0,6 0 0,2 1 0,1-1 0,-2-1 0,-5 0 0,-4 0 0,-4 0 0,-2-1 0,-1-1 0,-1-3 0,0-4 0,0 4 0,0-4 0,0 4 0,0 0 0,0-1 0,0 1 0,0 0 0,0-1 0,0 0 0,0-1 0,0 0 0,-2-2 0,1 2 0,-2 1 0,1 0 0,-1 3 0,0 3 0,2 5 0,-1 10 0,2 4 0,0 3 0,0 0 0,0-4 0,0-2 0,0-2 0,0-2 0,0-3 0,0 3 0,0-1 0,0-2 0,0 1 0,0-2 0,0-3 0,0 1 0,0-4 0,0-1 0</inkml:trace>
  <inkml:trace contextRef="#ctx0" brushRef="#br0" timeOffset="488611">20567 17077 24575,'37'0'0,"9"0"0,-15 0 0,2 0 0,6 0 0,0 0 0,2-2 0,0 0 0,3-1 0,0 0 0,-1-2 0,-1 0 0,-2-1 0,-2 0 0,-3 1 0,-2 0 0,21-4 0,-12 3 0,-12 1 0,-9 2 0,-8 1 0,-7 0 0,-9-5 0,-14-2 0,-3-4 0,-18-5 0,5 3 0,-4-3 0,10 5 0,10 3 0,7 3 0,7 2 0,3 2 0,10 1 0,12 1 0,19 1 0,12 7 0,8 2 0,0 2 0,-9 3 0,-8-6 0,-18 1 0,-7-1 0,-7-3 0,0 1 0,-6-2 0,-2 1 0,-3 2 0,-1 4 0,0-3 0,0-2 0,0-4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43:50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10784 6292 24575,'44'0'0,"-1"0"0,0 0 0,15 0 0,3 0 0,1 0 0,-1 0 0,0 0 0,4 0-1025,-12 0 1,3 0 0,1 0 0,1 0 0,-3 0 1024,7 0 0,-2 0 0,0 0 0,4 0 0,-4 0 0,3 0 0,0 0 0,2 0 0,-2 0-379,0-1 1,0 1 0,0 0 0,0 0-1,0-1 379,1 1 0,-1-1 0,0 1 0,0-1 0,0 0 0,-2 0 0,0 0 0,0-1 0,-1 1 0,0 0-19,-4 0 1,1-1-1,-1 1 1,-1 0 0,-1-1 18,8 1 0,-1 0 0,-1 0 0,-2 0-177,-6 0 0,-2 0 1,-1 0-1,-1 1 177,7 0 0,-1 0 0,-1 0 576,-5 0 0,-2 0 0,0 0-576,16 0 0,-1 0 0,-5 0 0,-2 1 0,-2 0 0,-1 1 0,1-1 0,0 2 0,1 0 0,1 0 0,-8-1 0,1 0 0,0 0 0,-3 0 0,0-1 0,0 1 0,1-1 0,1-1 0,0 1 0,-3-1 0,0 0 0,0 0 0,19 0 0,1 0 0,-18-1 0,0-1 0,0 1 0,12-2 0,1 0 0,-13-1 0,1-2 0,-2 1 0,11-1 0,-1 0 0,-10 1 0,1 0 0,0 1 0,17-1 0,0 1 0,-3-1 0,0 1 0,0 0 0,0-1 0,-3 1 0,1-1 0,-3 0 0,-1 0 1338,-2 1 1,-1 0-1339,-2-1 0,-1 1 1008,-2 0 1,-2-1-1009,-1 1 0,-2 0 532,-2 0 1,0 0-533,-2 1 0,-1 0 162,-1 0 1,-1 0-163,27-1 0,-1-1 0,-13 3 0,-7-4 0,-14 6 0,-9-3 0,-6 2 0,-3-6 0,-5-4 0,-1-22 0,-1 19 0,0-10 0</inkml:trace>
  <inkml:trace contextRef="#ctx0" brushRef="#br0" timeOffset="13133">20685 10951 24575,'53'0'0,"1"0"0,-2 0 0,6 0 0,-7 0 0,6 0 0,2 0 0,1 0-1220,-9 0 0,1 0 0,0 0 0,2 0 0,2 0 1220,-2 0 0,2 0 0,1 0 0,1 0 0,1 0 0,0 0-342,-5 0 0,0 0 1,1 0-1,0 0 1,1 0-1,-1 0 0,0 0 342,7 0 0,1 0 0,-1 0 0,0 0 0,0 0 0,0 0 0,-2 0 0,0 0 0,0 0 0,-1 0 0,1 0 0,-1 0-100,1 0 0,-1 0 1,0 0-1,0 0 1,0 0-1,-2 0 100,-2 0 0,-2 0 0,0 0 0,0 0 0,0 0 0,0 0 0,10 0 0,0 0 0,0 0 0,0 0 0,-1 0-308,-1 0 1,-2 0-1,1 1 1,-1-1-1,0 1 308,-3 0 0,-1 0 0,0 0 0,0 1 0,-1 1 0,-1 0 0,0 0 0,0 1 0,-1 0 0,0 1 0,11 1 0,-1 1 0,1 1 0,-2 0 194,-2 0 0,0 1 1,-1 0-1,0 0-194,-1 0 0,0 0 0,-1 0 0,1-1 0,-1-1 0,-1 0 0,1-1 0,0 0 0,5-1 0,1 0 0,0-1 0,-1-1 0,-7 0 0,0-1 0,-2 0 0,1 0 529,-2-1 1,1 0 0,-2-1 0,-2 0-530,4 1 0,-3-1 0,-3-1 1296,13 1 0,-3 0-1296,-2 0 0,-2 0 1197,-6 1 0,-3-2-1197,-8 1 0,-1-1 942,3 0 0,-1-1-942,16-2 862,8 1-862,-11 1 0,-10 0 0,-9 1 0,-8-1 0,-5 0 0,-8 0 0,2-4 0,-4 0 0,-1-1 0,-2 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45:35.1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17195 2117 24575,'37'0'0,"0"0"0,7 0 0,4 0 0,4 0 0,4 0-908,-3 0 0,3 0 1,2 0 907,0 0 0,2 0 0,2 0-510,-4 0 1,3 0 0,0 0-1,1 0 510,-9 0 0,0 0 0,0 0 0,0 0 0,0 0 0,1 0 0,-1 0 0,0 0 0,0 0 0,-1 0 0,8 0 0,0 0 0,-1 0 0,-1 0 48,-6 0 0,0 0 1,-1 0-1,-2 0-48,6 0 0,-1 0 0,-2 0-42,-6 0 0,-1 0 0,-2 0 42,15 0 0,-2 0 584,-6 0 0,-3 0-584,-7 0 0,-3 0 2297,22 0-2297,-17 0 1067,-16 0-1067,-10 0 0,-9 0 0,-4 0 0</inkml:trace>
  <inkml:trace contextRef="#ctx0" brushRef="#br0" timeOffset="3717">11906 448 24575,'9'18'0,"17"18"0,-5-9 0,4 4 0,12 14 0,3 3 0,-4-4 0,-1 1 0,1-1 0,-3-2 0,-11-11 0,-3-3 0,5 8 0,-11-14 0,-4-7 0,-6-8 0,-1 0 0,-5-6 0,-8 1 0,-14-2 0,-15 0 0,-9-3 0,-1-3 0,4-5 0,9-3 0,7 0 0,14 5 0,8 3 0,30 21 0,-1-3 0,13 12 0,-5-4 0,-8-5 0,6 5 0,-4-2 0,-3-3 0,-4-2 0,-1-2 0,-7-4 0,-1-2 0,-4-3 0,1-1 0,0-2 0,3-8 0,12-25 0,3-10 0,-6 13 0,1-2 0,-1 2 0,-2 1 0,10-23 0,-3 6 0,-14 23 0,-1 9 0,-6 13 0</inkml:trace>
  <inkml:trace contextRef="#ctx0" brushRef="#br0" timeOffset="7084">13620 259 24575,'1'34'0,"7"15"0,-1-15 0,2 3 0,3 4 0,0 1 0,3 4 0,2 0 0,-1-1 0,1 0 0,-2-2 0,1-2 0,-1-4 0,-2-2 0,8 18 0,-10-20 0,-5-13 0,-21-12 0,-8-9 0,-22-10 0,2-4 0,7-2 0,10 7 0,17 6 0,8 11 0,13 14 0,8 12 0,6 9 0,4 2 0,0-4 0,-5-5 0,-5-11 0,-8-8 0,-4-8 0,-3-5 0,0-3 0,4-8 0,1-9 0,7-10 0,0-1 0,-1 0 0,-1 11 0,-5 0 0,4 1 0,-9 8 0,2-4 0,-7 6 0,0-6-1696,0-2 0,0 4 0,0 3 0</inkml:trace>
  <inkml:trace contextRef="#ctx0" brushRef="#br0" timeOffset="13233">4678 4364 24575,'16'0'0,"10"0"0,18 0 0,16 0 0,-27 0 0,1 0 0,4 0 0,1 0 0,3 0 0,0 0 0,3 0 0,-1 0 0,0 0 0,-2 0 0,-5 0 0,-2 0 0,18 1 0,-16 1 0,-7 1 0,-2 0 0,9-1 0,-5-1 0,2 0 0,26-1 0,-20 0 0,0 0 0,17 0 0,-2 3 0,-3-2 0,-8 2 0,13-3 0,-9 0 0,9 1 0,-11 1 0,-11 1 0,-8 2 0,-8 0 0,-4 2 0,-5-2 0,0 1 0,-7-4 0,4 1 0,-3-1 0,2 0 0,7 0 0,10-1 0,12 1 0,22-2 0,-4 0 0,6 0 0,-17 0 0,-4 0 0,-8 0 0,-1 0 0,-6 0 0,6 0 0,-1 0 0,8 0 0,-1 0 0,1 0 0,-1 0 0,0 0 0,2 0 0,3 0 0,7 0 0,7 0 0,5 0 0,4-2 0,0-4 0,-1-2 0,-1-2 0,-26 5 0,-1 0 0,19-3 0,10-1 0,-16 5 0,1 1 0,2 3 0,-7 0 0,8 0 0,-16 0 0,13-2 0,-10 0 0,9 0 0,-2-2 0,-2 2 0,0 1 0,1-1 0,1 1 0,3-1 0,2 0 0,-2-1 0,0 0 0,-3 0 0,-3-1 0,-3 1 0,-3-2 0,7 0 0,-7-1 0,5 4 0,-3-1 0,-4 3 0,7 0 0,-6 0 0,-4-2 0,2 1 0,-7-1 0,6 0 0,-2 2 0,-2 0 0,0 0 0,-3 0 0,-1 0 0,-2 0 0,1 0 0,1 0 0,3 0 0,3 0 0,2 0 0,2 0 0,1 0 0,7 0 0,-5 0 0,1 0 0,-12 0 0,-1 0 0,-6 0 0,-1 0 0,-3 3 0,-6-2 0,3 1 0,-3-2 0,4 1 0,-2 0 0,1 1 0,0-1 0,0 1 0,-2-1 0,0 1 0,0-1 0,1 1 0,0-1 0,1 1 0,-2-1 0,0-1 0,-3 0 0,-1 0 0,-4 0 0,0 0 0</inkml:trace>
  <inkml:trace contextRef="#ctx0" brushRef="#br0" timeOffset="27400">7943 388 24575,'3'34'0,"0"19"0,-3-19 0,0 3 0,1 3 0,1 0 0,1-6 0,1-1 0,4 20 0,1-15 0,-2-15 0,-4-5 0,-3-12 0,-11-1 0,-19-5 0,-21-5 0,18 0 0,-2 0 0,-1-1 0,0 0 0,-22-7 0,20 5 0,21 4 0,17 4 0,13 4 0,12 6 0,9 5 0,-5-1 0,1 1 0,-1 3 0,0 0 0,7 3 0,0 0 0,-5-1 0,-2 0 0,20 10 0,-11-9 0,-15-6 0,-6-8 0,-10-5 0,2-12 0,-1-10 0,4-9 0,5-3 0,0 3 0,-1 6 0,-1 4 0,-8 9 0,-2 3 0,-5 4 0,0-2 0,-4-6 0,-16-12 0,11 10 0,-11-5 0</inkml:trace>
  <inkml:trace contextRef="#ctx0" brushRef="#br0" timeOffset="35383">6000 6642 24575,'36'0'0,"0"0"0,21 0 0,-5 0 0,9 0 0,-8 0 0,-20 0 0,-1 0 0,11 0 0,9 2 0,-18 2 0,4 2 0,-9 3 0,-5 0 0,-1-1 0,2 0 0,6-1 0,6-2 0,11-1 0,9-1 0,-25-2 0,1 0 0,1 0 0,0 0 0,-1 0 0,1 0 0,-2-1 0,1 0 0,29 0 0,1 0 0,-25 2 0,-1-1 0,24 0 0,-23 2 0,-1 1 0,15-3 0,4 5 0,-8-2 0,-6 0 0,-9 0 0,1-2 0,-9 2 0,3-1 0,-6 0 0,-3 0 0,0-1 0,-1 0 0,-1 0 0,1 0 0,2-1 0,4 0 0,8-1 0,4 0 0,6 0 0,6 0 0,2 0 0,1 0 0,5 0 0,-16 0 0,2 0 0,-22 0 0,-3 0 0,-9 0 0,0 0 0,-4 0 0,2 0 0,-1 0 0,1 0 0,5 0 0,9 0 0,11 0 0,9 0 0,3 0 0,1-2 0,-6 1 0,-7-3 0,-6-1 0,-6 2 0,2-3 0,-3 4 0,3-4 0,-2 2 0,2-2 0,-1 0 0,4-1 0,-6 2 0,5-1 0,-8 2 0,-1-1 0,-9 2 0,-3 2 0,-3 0 0</inkml:trace>
  <inkml:trace contextRef="#ctx0" brushRef="#br0" timeOffset="54366">5934 10787 24575,'31'0'0,"6"0"0,14 0 0,6 0 0,1 0 0,-9 0 0,-11 0 0,-10 0 0,-11 0 0,-5 2 0,-2 2 0,-7-2 0,2 3 0,-3-5 0,-1 2 0</inkml:trace>
  <inkml:trace contextRef="#ctx0" brushRef="#br0" timeOffset="55883">15967 10784 24575,'24'3'0,"19"-1"0,-12-2 0,4 0 0,5 0 0,0-2 0,-1 0 0,-2-1 0,20-3 0,-21 1 0,-21 1 0,-8 4 0</inkml:trace>
  <inkml:trace contextRef="#ctx0" brushRef="#br0" timeOffset="58366">7647 9127 24575,'24'0'0,"10"0"0,14 0 0,5 0 0,-7 0 0,-9 0 0,-15 0 0,-11 0 0,-8 0 0</inkml:trace>
  <inkml:trace contextRef="#ctx0" brushRef="#br0" timeOffset="61566">26672 10872 24575,'46'0'0,"11"0"0,-20 0 0,1 0 0,1 0 0,-1 0 0,25 0 0,-18 0 0,-17 0 0,-17 0 0,-5 0 0</inkml:trace>
  <inkml:trace contextRef="#ctx0" brushRef="#br0" timeOffset="80866">7114 15336 24575,'0'41'0,"0"0"0,0 17 0,0 6 0,0-7 0,0 2 0,0 1-1184,0-1 0,0 0 0,0 4 1184,0-3 0,0 4 0,0 0 0,0-1-400,0-7 1,-1-1 0,1 0 0,0 2 399,-1-3 0,1 2 0,-1 0 0,0 1 0,0-3 0,-1 7 0,0 0 0,0-2 0,0-1 74,-1-6 0,0 0 1,-1-2-1,1-1-74,-1 7 0,-1-2 0,1-3 0,-1 8 0,1-5 0,1-12 0,1-5 1562,1 6-1562,1-23 2228,-2-11-2228,-8-14 0,6 4 0,-7-7 0</inkml:trace>
  <inkml:trace contextRef="#ctx0" brushRef="#br0" timeOffset="120582">21609 5673 24575,'0'15'0,"0"8"0,0 17 0,0 2 0,0-1 0,0-5 0,0-9 0,0 2 0,2-6 0,1-5 0,2-5 0,-1-3 0,-2-4 0,1 0 0,-2-4 0,0-2 0</inkml:trace>
  <inkml:trace contextRef="#ctx0" brushRef="#br0" timeOffset="266896">12657 5223 24575,'0'43'0,"0"3"0,0-14 0,0 3 0,0 3 0,0 1 0,0-2 0,0 0 0,0 3 0,0-3 0,0 12 0,0-5 0,0-24 0,0-1 0,0-16 0,0-14 0,0-19 0,1-15 0,7-6 0,6 1 0,7 6 0,3 8 0,-3 9 0,-1 7 0,-6 9 0,0 5 0,1 1 0,-3 1 0,6-2 0,-5 1 0,7 0 0,-2 0 0,2 1 0,-3 1 0,-1 1 0,-6 1 0,-2 3 0,-5 2 0,0 3 0,-2 3 0,2 0 0,-2 2 0,1 0 0,-1 5 0,-1-1 0,0 6 0,0-4 0,0 1 0,0-1 0,0 1 0,0-4 0,0-2 0,0 0 0,0-2 0,1 3 0,0 0 0,1-2 0,-1-2 0,1 0 0,1-1 0,1-1 0,0 0 0,0-3 0,0 1 0,1-3 0,0-1 0,-1 0 0,0-1 0,4-1 0,0 0 0,4 0 0,3 0 0,3-2 0,5-2 0,-4-3 0,2 0 0,-6-1 0,-3 3 0,-3 2 0,-8 3 0</inkml:trace>
  <inkml:trace contextRef="#ctx0" brushRef="#br0" timeOffset="275130">19310 151 24575,'-3'10'0,"-4"10"0,-5 16 0,-13 20 0,6-14 0,-2 2 0,1 2 0,1 2 0,-2 3 0,2 0 0,6-6 0,0-2 0,1-6 0,1-2 0,-1 23 0,-2-11 0,9-21 0,-1-6 0,3-13 0,0-2 0,0-2 0,-1-3 0,2-3 0,-2-6 0,-1-8 0,-4-10 0,-5-7 0,-4-4 0,-2 0 0,4 6 0,5 7 0,6 14 0,3 12 0,2 9 0,3 10 0,1 6 0,2 4 0,-2 8 0,3 4 0,-5-7 0,5 8 0,-1-14 0,1 2 0,1-7 0,-1-6 0,-1-6 0,0-5 0,0-3 0,0-4 0,-1 0 0,2 0 0,0 0 0,2 0 0,-3-2 0,1-2 0,-2-2 0,1 0 0,-1 3 0,1 1 0,2 2 0,2 0 0,2-2 0,0-1 0,3-3 0,-2 1 0,3 0 0,-2 2 0,-7 2 0,-1-4 0,-6 3 0,0-2 0</inkml:trace>
  <inkml:trace contextRef="#ctx0" brushRef="#br0" timeOffset="283146">12178 5450 24575,'0'22'0,"0"0"0,0 1 0,0 1 0,1-6 0,1 7 0,2-3 0,1 4 0,1 1 0,0-2 0,-1 1 0,-1 0 0,-1-2 0,0-4 0,-1-5 0,-1-4 0,1-4 0,-2-3 0,0-3 0,0-9 0,0-1 0,0-5 0,0 1 0,1 1 0,0-3 0,3-1 0,3 0 0,2-4 0,3-6 0,3-7 0,3-5 0,3 0 0,2 5 0,-2 7 0,-3 7 0,-3 6 0,-2 4 0,1 2 0,5-1 0,-1-1 0,8 1 0,-6-1 0,1 2 0,-5 1 0,-2 3 0,-6 0 0,-2 3 0,-3 0 0,-1 0 0,1 0 0,-1 1 0,1 1 0,0 2 0,-1 2 0,1 1 0,-1-3 0,-1 2 0,0-3 0,2 1 0,3 1 0,4 2 0,8 5 0,-3-4 0,-2-1 0,-8-4 0</inkml:trace>
  <inkml:trace contextRef="#ctx0" brushRef="#br0" timeOffset="288063">13504 5489 24575,'36'-35'0,"10"-9"0,-15 16 0,2-2 0,-1-2 0,0 0 0,-5 1 0,-1 0 0,-5 2 0,-2-1 0,7-20 0,-9 7 0,-8 10 0,-4 10 0,-3 3 0,-8 9 0,-7-1 0,-7 9 0,-13 0 0,-2 3 0,-7 0 0,12 0 0,-1 0 0,16 0 0,1 2 0,6 1 0,4 4 0,3 4 0,0 9 0,0 14 0,-2 19 0,2-19 0,0 2 0,0 5 0,1 1 0,0 2 0,1 0 0,1-2 0,1-1 0,1-4 0,2-2 0,7 24 0,1-16 0,-2-13 0,-1-7 0,-5-14 0,1-1 0,1-8 0,1 0 0,10-6 0,0-1 0,0-3 0,2-3 0,-7 3 0,0-4 0,-5 6 0,-3-1 0,-5 4 0,0 0 0,-1 1 0,2 1 0,0 4 0,4 9 0,12 14 0,6 7 0,6 1 0,-4-9 0,-4-10 0,-3-7 0,-1-4 0,0-3 0,6-6 0,-1-8 0,6-8 0,-5-5 0,-6 2 0,-6 3 0,-7 5 0,-3 3 0,-7 2 0,-5 4 0,-6 3 0,-5 2 0,-1 2 0,-1 1 0,2 1 0,-1 0 0,0 0 0,1 0 0,0 0 0,9 0 0,1 5 0,9-2 0,1 7 0,3 2 0,5 7 0,7 3 0,8 2 0,5-5 0,3-5 0,2-7 0,0-5 0,-2-5 0,-3-5 0,-3-4 0,-5-5 0,-3-1 0,-1-1 0,-4 1 0,-3 3 0,-3 7 0,0 2 0,-2 8 0,2 4 0,3 12 0,1-1 0,11 15 0,5-6 0,5 4 0,1-5 0,-4-9 0,-6-8 0,-2-5 0,-1-10 0,0-12 0,3-12 0,-1-10 0,-5-6 0,-5-1 0,-9-1 0,-10 4 0,-10 6 0,-7 11 0,-9 13 0,9 10 0,-1 5 0,14 5 0,1 1 0,9 6 0,0-3 0,3 2 0,0-1 0,0 2 0,0-2 0,1-3 0,2-4 0,6-2 0,6-2 0,7-3 0,3-2 0,-3-1 0,-4 2 0,-4 3 0,3 11 0,8 20 0,-7-3 0,0 7 0,7 13 0,1 7 0,-2 0 0,0 4 0,0 1-372,-3-2 1,0 0 0,-1 1 371,-4-11 0,0 0 0,0 0 0,-3-1 0,2 7 0,-2-1 0,-2-3 0,2 7 0,-3-4 0,-2-6 0,-1-3 0,0 11 0,-7-28 0,-7-9 0,-17-11 1114,-23-1-1114,13-3 0,-3-1 0,-4 0 0,-1 0 0,1 0 0,0-2 0,6-1 0,1-3 0,-19-15 0,17-17 0,14-21 0,14 20 0,4-2 0,0-6 0,2-2 0,3-4 0,4-1 0,2 0 0,4 0 0,2 4 0,3 1 0,0 6 0,1 3 0,-1 5 0,-1 3 0,1-1 0,-5 13 0,-10 19 0</inkml:trace>
  <inkml:trace contextRef="#ctx0" brushRef="#br0" timeOffset="290912">15015 5297 24575,'0'22'0,"0"7"0,0 3 0,0 9 0,0-6 0,0-4 0,0 0 0,0-10 0,0 2 0,0-5 0,0-13 0,0-3 0,0-12 0,0-5 0,0-3 0,1-10 0,11-22 0,2 2 0,-1 18 0,1 0 0,11-16 0,2 11 0,-7 8 0,-2 9 0,-9 12 0,1 1 0,-4 5 0,0 0 0,-3 0 0,0 0 0,2 1 0,1 5 0,3 5 0,1 6 0,3 8 0,0 8 0,0 6 0,-2 2 0,-4-2 0,-3-5 0,-2-6 0,-2-5 0,0-11 0,0-4 0,0-12 0,1-6 0,1-7 0,4-7 0,3-3 0,4-3 0,7-4 0,3 2 0,3 1 0,-1 7 0,-3 6 0,-4 6 0,-5 6 0,-1 2 0,0 3 0,0 1 0,-1 0 0,1 0 0,0 0 0,-1 0 0,0 3 0,1 5 0,0 8 0,1 11 0,-4-1 0,1 15 0,-5-1 0,2 9 0,-2-5 0,-2-6 0,-1-10 0,-2-6 0,0-13 0,-4-12 0,3-2 0,-3-5 0</inkml:trace>
  <inkml:trace contextRef="#ctx0" brushRef="#br0" timeOffset="298079">10579 6858 24575,'3'40'0,"-1"-8"0,-1 5 0,-1 18 0,0 4 0,0-9 0,0 2 0,0 1-804,0 4 0,0 1 0,0 1 804,0 3 0,0 1 0,0 0 0,0 1 0,0 0 0,0-2 0,0-5 0,0-1 0,0-1 0,0 3 0,0 0 0,0-3 385,0 8 0,0-4-385,0-4 0,0-6 398,0 10-398,0-25 0,0-19 0,-1-8 1244,-2-16-1244,-9-8 0,5 4 0,-3-1 0</inkml:trace>
  <inkml:trace contextRef="#ctx0" brushRef="#br0" timeOffset="300880">12811 7312 24575,'0'24'0,"0"9"0,0 19 0,0 9 0,0 1 0,0-8 0,0-12 0,0-11 0,0-3 0,0-13 0,0 0 0,0-13 0,0-2 0,0-8 0,0-7 0,1-9 0,3-9 0,5-3 0,6-3 0,4 4 0,1 6 0,-2 8 0,-1 8 0,-2 6 0,-1 3 0,-1 3 0,-4 1 0,2 0 0,1 0 0,3 0 0,0 0 0,0 2 0,-4 2 0,1 1 0,-5 0 0,0 2 0,-5 1 0,-1 3 0,-1 1 0,0 0 0,0 2 0,0 0 0,0 2 0,0-2 0,1-1 0,1-2 0,-1-5 0,1 0 0,-2-3 0,1 1 0,0-1 0,3 2 0,-2-2 0,2 1 0,-1 0 0,1-3 0,3 4 0,-4-3 0,2 2 0,-3-1 0,1-1 0,0 0 0,1 0 0,0-1 0,-1 3 0,-2 1 0,-1 2 0,0 3 0,0 0 0,0 2 0,0 2 0,0-1 0,0 1 0,0-7 0,0 1 0,1-5 0,2 0 0,2-2 0,0-1 0,6 0 0,3 0 0,8-4 0,6-4 0,2-3 0,0-3 0,0 0 0,-4-1 0,-5 0 0,-3 1 0,-9 6 0,-3-1 0,-6 5 0,0-1 0,0-1 0,0 1 0,0 2 0,0 0 0</inkml:trace>
  <inkml:trace contextRef="#ctx0" brushRef="#br0" timeOffset="302295">11710 5106 24575,'0'33'0,"0"24"0,0-16 0,0 6 0,0 1-546,0-2 1,0 1 0,0 2 545,0 12 0,0 2 0,0-3 0,0-14 0,0-3 0,0 0 168,0 1 1,0 0 0,0-2-169,0 8 0,0-2 138,0 1 1,0-2-139,0-7 0,0-2 0,0 11 0,0-4 834,0-23-834,0 3 19,0-18-19,-4-12 0,3-1 0,-4-5 0</inkml:trace>
  <inkml:trace contextRef="#ctx0" brushRef="#br0" timeOffset="317046">10732 8587 24575,'0'41'0,"0"7"0,0-11 0,0 1 0,0-5 0,0-2 0,0 2 0,0-2 0,0 7 0,0 5 0,0-14 0,0 4 0,0-5-1696,0-8 0,0-9 0,0-5 0</inkml:trace>
  <inkml:trace contextRef="#ctx0" brushRef="#br0" timeOffset="318912">11285 8739 24575,'0'35'0,"0"5"0,0 2 0,0 17 0,0-14 0,0-2 0,0-3 0,0-13 0,0-18 0,0-9 0,1-17 0,6-15 0,8-16 0,-3 18 0,3-1 0,4-1 0,2 1 0,2-1 0,1 2 0,3 2 0,1 3 0,13-6 0,-8 11 0,-15 17 0,-10 3 0,1 5 0,-4 11 0,6 11 0,-4 7 0,3 15 0,-3-5 0,2 8 0,-1-9 0,-2-10 0,0-8 0,-4-11 0,2-5 0,-3-7 0,1-5 0,0-4 0,1-4 0,1-2 0,3 0 0,5-7 0,5 2 0,3-8 0,2 6 0,-3 1 0,-4 3 0,-2 10 0,0 1 0,-7 5 0,2 0 0,-5 0 0,1 0 0,1 6 0,4 8 0,0 11 0,2 10 0,0 5 0,-2 2 0,-1-3 0,-3-5 0,-2-8 0,-1-7 0,0-8 0,-2-5 0,0-4 0</inkml:trace>
  <inkml:trace contextRef="#ctx0" brushRef="#br0" timeOffset="319345">12067 9057 24575,'0'0'0</inkml:trace>
  <inkml:trace contextRef="#ctx0" brushRef="#br0" timeOffset="320996">12408 8873 24575,'0'18'0,"0"4"0,0 13 0,0-9 0,0 5 0,0-16 0,0-4 0,0-3 0,0-7 0,0-16 0,0-3 0,1-21 0,3 0 0,8-8 0,10-3 0,7 3 0,3 6 0,-3 9 0,-6 11 0,-5 8 0,-4 8 0,-2 3 0,-1 4 0,2 5 0,2 13 0,-2 2 0,3 13 0,-3-8 0,-3 6 0,-1-3 0,-6 0 0,2-6 0,-4 1 0,1-6 0,0 2 0,-2-5 0,1-2 0,0-5 0,2-2 0,1-4 0,-1-2 0,1-1 0,-1-3 0,3-5 0,3-6 0,3-7 0,11-6 0,-3 5 0,-2 6 0,-10 7 0</inkml:trace>
  <inkml:trace contextRef="#ctx0" brushRef="#br0" timeOffset="329114">18886 4164 8191,'-6'3'0,"3"13"5063,0 17-5063,3 19 1409,0-18 0,0 0-1409,0 0 0,0 0 1719,0 23-1719,0-9 6784,0-22-6784,0-12 0,3-31 0,13-9 0,2-4 0,3-3 0,4 1 0,4 1 0,5-9 0,0 1 0,-3 3 0,0 3 0,-6 6 0,-1 4 0,10-8 0,-15 18 0,-10 18 0,-6 21 0,-5 18 0,-5 13 0,-3 3 0,-2-9 0,5-11 0,3-12 0,2-14 0,8-15 0,12-18 0,4-13 0,10-11 0,-11 9 0,-2 6 0,-12 14 0,-1 10 0,-6 13 0,0 12 0,0 13 0,1 3 0,2-6 0,8-10 0,9-11 0,8-12 0,4-12 0,-4-7 0,-6-3 0,-10 3 0,-7 6 0,-3 6 0,-2 7 0,0 18 0,0 10 0,5 7 0,12-2 0,7-15 0,14-6 0,-3-16 0,-6-8 0,-1-18 0,-13 2 0,0-2 0,-8 13 0,-1 10 0,0 7 0,3 10 0,7 9 0,7 5 0,4-1 0,6-8 0,1-11 0,-3-14 0,-9-12 0,-12-9 0,-24-3 0,-19 7 0,2 17 0,-2 3 0,-20-2 0,0 7 0,33 13 0,11 11 0,6 12 0,13-2 0,23 2 0,27-17 0,-18-11 0,3-4 0,3-8 0,0-5 0,-4-5 0,-2-5 0,-6-1 0,-4-2 0,11-20 0,-22 24 0,-18 24 0,-11 36 0,-5 22 0,6-21 0,1 0 0,2 0 0,1-2 0,-1 25 0,4-20 0,0-20 0,-3-17 0,3-26 0,-3-14 0,6-18 0,22 3 0,11 13 0,22 14 0,-10 12 0,4 8 0,-21 7 0,0 7 0,-14 9 0,-11 4 0,-4-2 0,-2-7 0,0-9 0,8-26 0,8 3 0,14-13 0,9 17 0,-1 8 0,-6 13 0,-8 27 0,-9 5 0,-7 13 0,-2-18 0,0-13 0,6-9 0,7-8 0,1-2 0,12-4 0,4-8 0,10-14 0,-1-17 0,-24 14 0,-3-2 0,-2 0 0,-3-1 0,5-21 0,-10 10 0,-7 28 0,-8 59 0,0 6 0,2-9 0,-1 0 0,-2 7 0,-2-14 0,-7-17 0,3-10 0,10-17 0,33-10 0,21-16 0,6 4 0,-25 11 0,-3 0 0,2-8 0,-3-4 0,-19 8 0,-11 4 0,-5 7 0,-4 6 0,1 12 0,5 18 0,2 15 0,4 13 0,0-4 0,5-14 0,10-15 0,13-19 0,8-17 0,-1-11 0,-6-9 0,-13 9 0,-5 11 0,-9 31 0,4 3 0,1 15 0,9-15 0,11-1 0,7-12 0,7-5 0,-7-13 0,-10-10 0,-12-5 0,-12 2 0,-10 5 0,-8 3 0,5 6 0,2-2 0,15 2 0,8-4 0,9 4 0,6 3 0,0 6 0,-2 19 0,-12 11 0,-3 18 0,-10 6 0,0-7 0,0-9 0,2-16 0,6-10 0,14-10 0,11-16 0,10-17 0,0-12 0,-10-1 0,-9 12 0,-14 22 0,-3 18 0,-7 18 0,0 8 0,7-3 0,13-9 0,15-9 0,15-17 0,-22-7 0,-1-4 0,10-15 0,-8-8 0,-22 22 0,-4 12 0,-3 27 0,3-1 0,3 24 0,2-14 0,0-2 0,-5-15 0,-1-7 0</inkml:trace>
  <inkml:trace contextRef="#ctx0" brushRef="#br0" timeOffset="329695">21816 4243 24575,'22'0'0,"10"0"0,12 0 0,-5 0 0,-14 0 0,-14 0 0</inkml:trace>
  <inkml:trace contextRef="#ctx0" brushRef="#br0" timeOffset="331029">18833 5419 8191,'0'-8'0,"0"30"5063,0 11-5063,0 30 2818,0-6-2818,0-14 1719,0-18-1719,0-16 6784,0-17-6784,3-33 0,10 11 0,3-3 0,-2-6 0,3 1 0,12 0 0,5 4 0,-7 11 0,1 5 0,4 3 0,-1 6 0,18 5 0,-10 19 0,-10 21 0,-12 12 0,0 5 0,-9-13 0,-6-14 0,0-15 0,1-4 0,2-10 0,10-10 0,12-16 0,11-8 0,8-3 0,0 12 0,-4 14 0,-4 17 0,-7 20 0,-9 15 0,-9 19 0,-8-11 0,-6-9 0,0-21 0,-2-13 0</inkml:trace>
  <inkml:trace contextRef="#ctx0" brushRef="#br0" timeOffset="331913">19856 5569 24575,'50'0'0,"-17"0"0,2 0 0,5 0 0,2 0 0,10 0 0,-1 0 0,-18 0 0,-2 0 0,2 0 0,-2 0 0,7 0 0,-25 0 0,-18-1 0,-18-5 0,-16-6 0,-6-4 0,7-2 0,14 5 0,19 7 0,26 3 0,25 4 0,-10 2 0,2 1 0,6 3 0,0 1 0,-3 2 0,-2 1 0,20 10 0,-27 2 0,-31-4 0,-28 4 0,-15 1 0,9-10 0,10-1 0</inkml:trace>
  <inkml:trace contextRef="#ctx0" brushRef="#br0" timeOffset="333028">20791 5484 24575,'0'38'0,"0"7"0,0 9 0,0-6 0,0-15 0,0-14 0,0-10 0,0-9 0,9-27 0,12-17 0,3 7 0,4-2 0,1 3 0,4 2 0,10-6 0,3 5 0,-6 10 0,1 5 0,0 1 0,-2 4 0,13 3 0,-13 10 0,-24 14 0,-3 11 0,-8 14 0,-4 9 0,-2-2 0,-2-5 0,0-5 0,2-7 0,1-4 0,2-7 0,4-6 0,7-6 0,7-2 0,5-2 0,2 0 0,-3 0 0,-10 0 0,-4 0 0</inkml:trace>
  <inkml:trace contextRef="#ctx0" brushRef="#br0" timeOffset="333896">21494 5288 24575,'16'-19'0,"-1"5"0,23 4 0,-8 6 0,6 1 0,-19 7 0,-5 11 0,-12 12 0,-4 9 0,-3 0 0,-2-9 0,1-6 0,4-8 0,3-1 0,1 0 0,5-4 0,6 1 0,6-6 0,5 0 0,0-2 0,-2-1 0,-8 0 0,-4 0 0</inkml:trace>
  <inkml:trace contextRef="#ctx0" brushRef="#br0" timeOffset="343595">18774 6509 24575,'0'32'0,"0"1"0,0 22 0,0 4 0,0-10 0,0 0 0,0-4 0,0 2 0,0-3 0,0 0 0,0-4 0,-1-4 0,2-2 0,16 27 0,10-28 0,8-4 0,19-8 0,-5-9 0,-14-7 0,1-4 0,2-7 0,0-5 0,4-8 0,-1-5 0,0-6 0,-1-4 0,-4-5 0,-2-4 0,-3 1 0,-4-2 0,-4-1 0,-3 0 0,-3 0 0,-4-1 0,-3 4 0,-3 0 0,-2 3 0,-2 1 0,-1 5 0,-2 1 0,-6-22 0,-7 9 0,-9 11 0,-10 7 0,-14 3 0,-1 8 0,-11 4 0,7 8 0,-5 4 0,3 7 0,-4 9 0,12 10 0,9 6 0,6 15 0,14 1 0,1 12 0,9 3 0,5-31 0,1-4 0</inkml:trace>
  <inkml:trace contextRef="#ctx0" brushRef="#br0" timeOffset="344613">19920 6032 24575,'0'45'0,"0"-9"0,0 3 0,0 2 0,0 3 0,0 11 0,0 1 0,0-1 0,0 0 0,0-3 0,0 0 0,0 1 0,0-1 0,0-2 0,1-1 0,1 1 0,3-1 0,3-1 0,3-2 0,2-1 0,4-1 0,0-5 0,2-2 0,-1-5 0,0-2 0,13 14 0,-7-15 0,-4-9 0,-4-6 0,-3-4 0,-6-4 0,-2-4 0</inkml:trace>
  <inkml:trace contextRef="#ctx0" brushRef="#br0" timeOffset="353212">20529 6672 24575,'0'32'0,"0"10"0,0 12 0,0-3 0,0-13 0,0-18 0,0-12 0,0-9 0,0-6 0,0-5 0,0-3 0,0-5 0,10-21 0,6-5 0,-2 13 0,3 0 0,2 5 0,0 1 0,16-17 0,-4 17 0,-12 15 0,-7 9 0,-2 7 0,-5 14 0,-1 19 0,-4 19 0,1-23 0,-2 0 0,1 30 0,0-11 0,0-14 0,0-14 0,0-9 0,1-8 0,2-4 0,1-3 0,6-2 0,7-8 0,11-11 0,7-10 0,-10 9 0,1-1 0,10-10 0,0-2 0,-18 22 0,-9 1 0,-3 10 0,-4 5 0,0 11 0,0 10 0,1 7 0,1 2 0,-1 0 0,2-3 0,-2-4 0,1-4 0,-1-4 0,-1-9 0,0-3 0</inkml:trace>
  <inkml:trace contextRef="#ctx0" brushRef="#br0" timeOffset="353696">21276 6775 24575,'0'0'0</inkml:trace>
  <inkml:trace contextRef="#ctx0" brushRef="#br0" timeOffset="354812">21569 6597 24575,'0'33'0,"0"8"0,0 16 0,0-1 0,0 0 0,0-18 0,0 1 0,0-18 0,0-1 0,0-12 0,0-9 0,0-8 0,6-10 0,8-11 0,16-10 0,12-2 0,7 4 0,-2 11 0,-9 10 0,-11 8 0,-7 6 0,-12 9 0,-3 11 0,-5 10 0,0 7 0,0-4 0,3-7 0,-2-5 0,1-10 0,-1-2 0,2-4 0,0-1 0,3-1 0,6-1 0,10-6 0,13-9 0,13-10 0,0-4 0,-8 3 0,-10 10 0,-17 8 0,-5 5 0</inkml:trace>
  <inkml:trace contextRef="#ctx0" brushRef="#br0" timeOffset="355495">22121 6117 24575,'0'39'0,"0"16"0,0-5 0,0 5 0,0 5 0,0 2 0,0-15 0,0 1 0,0-1 0,0 11 0,0 0 0,0-13 0,0 1 0,0-2 0,0 7 0,0-1 0,0 10 0,-1-1 0,0-10 0,-4-2 0,-6-3 0,-2-5 0,2 2 0,-10-10 0</inkml:trace>
  <inkml:trace contextRef="#ctx0" brushRef="#br0" timeOffset="357278">18800 8189 24575,'0'31'0,"0"-4"0,0 6 0,0 4 0,0 26 0,0-23 0,0 0 0,-1-3 0,2-2 0,6 25 0,12-7 0,11-17 0,12-12 0,1-14 0,6-13 0,7-20 0,-25 3 0,-1-5 0,3-6 0,-1-4 0,1-9 0,-1-3 0,-2-1 0,-2-2 0,-4 2 0,-3-3 0,-2-5 0,-4 2 0,-8 13 0,-2 3 0,2-2 0,-6 2 0,-20-6 0,-13 12 0,-20 7 0,-10 8 0,1 6 0,14 8 0,-11 4 0,15 9 0,-11 17 0,29-5 0,2 3 0,2 7 0,3 3 0,1 7 0,4 1 0,1-1 0,6-3 0,11-6 0,7-5 0,34 0 0,-11-28 0,3-6 0,1-4 0,1-1 0,5-2 0,0 0 0,-9 3 0,-1 0 0,1 2 0,-1 2 0,24-1 0,-24 7 0,2 0 0,-11 0 0,-5 0 0,-2-2 0,-1-1 0,-2-1 0,-3 2 0,-6 0 0,-4 2 0</inkml:trace>
  <inkml:trace contextRef="#ctx0" brushRef="#br0" timeOffset="358195">19668 7751 24575,'-17'52'0,"7"-17"0,-1 2 0,-2 12 0,0 3 0,4-11 0,2 1 0,0 0-316,2 4 0,1 0 0,0 0 316,2 1 0,0-1 0,1 0 0,1-1 0,-1 0 0,2-2 0,-1 19 0,1-3 155,3-9 1,1-2-156,0-8 0,3-3 157,18 19-157,-8-27 0,3-11 0,-15-13 0,0-5 0</inkml:trace>
  <inkml:trace contextRef="#ctx0" brushRef="#br0" timeOffset="359262">20120 8058 24575,'0'34'0,"0"0"0,0 21 0,0-15 0,0 2 0,0-7 0,0 1 0,0 8 0,0 1 0,0-3 0,0-3 0,0 23 0,0-17 0,0-28 0,1-21 0,7-26 0,13-16 0,-3 17 0,2-1 0,3-1 0,3 0 0,-1 3 0,1 0 0,17-15 0,-12 18 0,-7 14 0,-13 9 0,-1 19 0,-9 6 0,0 23 0,-1-11 0,1 11 0,0-17 0,1 2 0,0-11 0,0-11 0,1-5 0,4-6 0,4-8 0,5-10-1696,3-4 0,-7 7 0,-2 6 0</inkml:trace>
  <inkml:trace contextRef="#ctx0" brushRef="#br0" timeOffset="360345">20549 8019 24575,'0'-14'0,"4"-2"0,13-2 0,2 3 0,2 7 0,-3 5 0,-12 7 0,0 19 0,-3 2 0,-4 10 0,-4-3 0,-4-11 0,-1 2 0,1-9 0,4-6 0,5-4 0,8-4 0,7 0 0,6 0 0,-2 0 0,-5 0 0,-7 1 0,-4 6 0,-4 6 0,-9 9 0,1-4 0,-5 1 0,3-12 0,6-2 0,-1-5 0,5 0 0</inkml:trace>
  <inkml:trace contextRef="#ctx0" brushRef="#br0" timeOffset="361162">20757 7781 24575,'31'43'0,"-12"-13"0,0 3 0,3 10 0,-1 5 0,1 8 0,-3 4 0,-8-17 0,-1 1 0,-2 1-374,-1 2 0,-2 1 0,-1-1 374,0 2 0,-1-1 0,-1 0 0,-2-3 0,-1 1 0,-2 0 0,0 3 0,-1 1 0,-2-4 0,-3 4 0,-2-3 183,2 2 1,-3-5-184,-11-9 186,-8-15-186,8-9 0,-3-8 0,17-1 0</inkml:trace>
  <inkml:trace contextRef="#ctx0" brushRef="#br0" timeOffset="364128">24341 4469 24575,'0'36'0,"0"-1"0,0 24 0,0 6 0,0-19 0,0 2 0,0 2-500,0 12 1,0 3-1,0-3 500,0-13 0,0-2 0,0-1 0,0 0 0,0-1 0,0-4 243,0-3 1,0-4-244,0 16 248,0-26-248,0-26 0,0-20 0,0-35 0,0 11 0,0-5 0,0 9 0,0-3 0,0-1 5,2-5 1,1-2 0,2 1-6,1 1 0,1 0 0,3 1 0,1 3 0,2 0 0,2 3 0,10-14 0,4 5 0,-2 10 0,2 4 0,-3 8 0,0 5 0,17-4 0,-12 21 0,-12 33 747,-12 25-747,-17-3 0,-8 1 0,-2-3 0,-5-3 0,-7 2 0,-3-5 0,2-13 0,1-6 0,-10-3 0,15-6 0,28-25 0,18-1 0,4-4 0,3-3 0,3 2 0,2 0 0,3-3 0,0-1 0,-7 5 0,-2 2 0,12-7 0,-21 19 0,-7 19 0,-9 14 0,0 8 0,5 1 0,19-8 0,24-10 0,-13-16 0,2-5 0,4-7 0,-1-5 0,-3-6 0,-4-4 0,-7-3 0,-4-3 0,-3-5 0,-11 2 0,-35-5 0,-18 3 0,3 30 0,-4 9 0,6 7 0,2 5 0,0 1 0,5 4 0,9 9 0,6 3 0,-6 17 0,17 1 0,10-23 0,12-1 0,15-15 0,10-11 0,2-8 0,-9-6 0,-11-2 0,-12 11 0,0 8 0,-1 9 0,7 0 0,12-5 0,10-12 0,9-18 0,-15-2 0,-2-6 0,-4 2 0,-2-2 0,3-4 0,-2 1 0,2-11 0,-8 21 0,-11 11 0,0 13 0,-3 21 0,2 29 0,-2-14 0,0 4 0,0 12 0,-1 3 0,0 1 0,-1 0 0,0-2 0,-2-1 0,0-2 0,-2-3 0,-2-8 0,-5-4 0,-17 19 0,-17-20 0,-10-18 0,4-15 0,11-17 0,16-21 0,19-19 0,11 20 0,6 0 0,9-5 0,6 1 0,1 8 0,3 1 0,0 0 0,-2 0 0,1 2 0,0 0 0,2 1 0,0 1 0,-3 1 0,0-5 0,-4 3 0,9-7 0,-29 17 0,-13 13 0,-13 20 0,-4 23 0,11-7 0,3 4 0,1 7 0,2 3 0,2 3 0,1 1 0,2-3 0,0-2 0,0-7 0,0-3 0,1 15 0,1-24 0,-1-22 0,1-25 0,-4-34 0,1 18 0,0-4 0,0-7 0,-1-1 0,1 0 0,0 1 0,3 4 0,5 3 0,8-2 0,5 5 0,21-8 0,-13 26 0,1 6 0,14 8 0,-13 6 0,-7 15 0,-13 3 0,-4 11 0,-10 5 0,-9-9 0,-10 3 0,-7-9-1696,2-5 0,12-7 0,8-3 0</inkml:trace>
  <inkml:trace contextRef="#ctx0" brushRef="#br0" timeOffset="364929">25955 4669 24575,'0'0'0</inkml:trace>
  <inkml:trace contextRef="#ctx0" brushRef="#br0" timeOffset="366111">24583 5744 24575,'-3'28'0,"0"17"0,3-12 0,0 2 0,0 3 0,0 0 0,0-2 0,0-3 0,0 16 0,0-21 0,11-38 0,10-20 0,-4 1 0,4-4 0,5-5 0,3 0 0,-4 3 0,1 2 0,1 3 0,-2 2 0,5-1 0,-4 16 0,-11 20 0,3 18 0,-6 18 0,-4 8 0,-5-5 0,-2-15 0,-1-13 0,1-10 0,3-8 0,5-16 0,7-14 0,5-14 0,5-1 0,0 9 0,2 14 0,-4 12 0,4 26 0,-4 7 0,-3 19 0,-4-7 0,-10-2 0,-1-19 0,-6-2 0</inkml:trace>
  <inkml:trace contextRef="#ctx0" brushRef="#br0" timeOffset="367096">25584 5857 24575,'55'0'0,"-23"0"0,3 0 0,6 0 0,1 0 0,0 0 0,-1 0 0,-6 0 0,-2 0 0,13 0 0,-28-2 0,-17-5 0,-18-4 0,-3-4 0,2 1 0,7 2 0,6 5 0,7 4 0,26 2 0,9 1 0,20 0 0,-6 0 0,-15 5 0,-11-1 0,-9 10 0,-10-3 0,-3 11 0,-12 2 0,-8 6 0,-5-3 0,-5-6 0,3-6 0,9-8 0,5-3 0</inkml:trace>
  <inkml:trace contextRef="#ctx0" brushRef="#br0" timeOffset="368111">26615 5596 24575,'0'35'0,"0"6"0,0 10 0,0 6 0,0-1 0,0-3 0,0-6 0,0-1 0,0-14 0,0-8 0,0-13 0,0-9 0,1-22 0,3-12 0,7-29 0,-1 28 0,3 0 0,2 1 0,2 1 0,1 4 0,2 2 0,19-10 0,-6 17 0,-7 10 0,-8 5 0,-3 10 0,-2 10 0,0 13 0,0 10 0,-3-2 0,-1-7 0,1-6 0,0-14 0,9-1 0,13-28 0,-15 14 0,7-13 0</inkml:trace>
  <inkml:trace contextRef="#ctx0" brushRef="#br0" timeOffset="370029">24678 7511 24575,'0'24'0,"0"14"0,0 18 0,0-22 0,0 3 0,0 3 0,0 2 0,0-1 0,0 1 0,0 0 0,0-1 0,1-3 0,1-2 0,5 24 0,8-14 0,9-13 0,6-18 0,1-5 0,11-20 0,1-31 0,-13 9 0,0-5 0,-9 1 0,-2-4 0,0-1 0,9-15 0,-4-1 0,-5 2 0,-4-1 0,-2 1 0,-4 1 0,-6 14 0,-2 1 0,-2-4 0,-5 2 0,-20-13 0,-15 16 0,-6 14 0,5 11 0,8 9 0,10 13 0,3 17 0,2 12 0,3 5 0,7-17 0,3-10 0</inkml:trace>
  <inkml:trace contextRef="#ctx0" brushRef="#br0" timeOffset="370812">25492 6879 24575,'0'19'0,"0"11"0,0-5 0,0 16 0,0 7 0,0-15 0,0 2 0,0 9 0,0 2 0,0-3 0,0 1 0,0 14 0,0 3 0,0-7 0,0 2 0,0-10 0,0 2 0,1-1 0,1-1 0,0-1 0,2 0 0,0-2 0,0-1 0,3 0 0,4 18 0,3-1 0,2-5 0,0-3 0,0-6 0,1-3 0,-3-8 0,1-2 0,7 7 0,-7-20 0,-7-12 0,-5-5 0</inkml:trace>
  <inkml:trace contextRef="#ctx0" brushRef="#br0" timeOffset="371795">25945 7502 24575,'0'30'0,"0"17"0,0-13 0,0 1 0,0 4 0,0 0 0,0-4 0,0 0 0,0 23 0,0-26 0,0-11 0,3-34 0,12-6 0,4-6 0,5-4 0,6-2 0,3 1 0,7-8 0,1 0 0,-1 3 0,-1 2 0,-8 6 0,-1 3 0,11-7 0,-15 17 0,-16 18 0,-4 18 0,-6 19 0,0 19 0,0-25 0,0 0 0,0 0 0,0-1 0,0 26 0,0-14 0,0-16 0,0-16 0,0-7 0</inkml:trace>
  <inkml:trace contextRef="#ctx0" brushRef="#br0" timeOffset="372828">26661 7223 24575,'37'-4'0,"2"2"0,1 0 0,-8 2 0,-9 0 0,-13 6 0,-5 12 0,-8 11 0,-10 16 0,-5-5 0,-3 1 0,2-18 0,12-6 0,2-5 0,5-1 0,0-3 0,1-1 0,4-6 0,10 0 0,13-1 0,13 0 0,8-2 0,2-3 0,-22 2 0,-7-1 0</inkml:trace>
  <inkml:trace contextRef="#ctx0" brushRef="#br0" timeOffset="373528">27005 6680 24575,'19'25'0,"14"28"0,-7-8 0,1 9 0,-10-13 0,1 4 0,-1 3 0,-1-1-1207,-1-1 0,0 0 1,-2 2-1,-1 3 1207,-2 6 0,-2 4 0,-1 2 0,0 1 0,-2-2 0,0-2 0,0 0 0,-2-1 0,-1 0 0,-2 1 0,-2 0 0,-2 0 0,-2 0 0,0 0 0,-1-1 0,-1-1 0,-1 1 0,-1-1 0,0-5 0,0-5 0,-7 14 0,-1-7 0,-2-11 0,-1 1 0</inkml:trace>
  <inkml:trace contextRef="#ctx0" brushRef="#br0" timeOffset="392661">7414 14986 24575,'44'0'0,"-4"0"0,7 0 0,-1 0 0,4 0 0,3 0-871,-5 0 0,2 0 0,2 0 0,0 0 871,4 0 0,0 0 0,2 0 0,-1 0 0,2 0 0,0 0 0,1 0 0,0 0 0,0 0 0,1 0 0,-1 0 0,1 0-404,1 0 1,0-1 0,0 0-1,1-1 404,-12 1 0,-1-1 0,1 1 0,1-1 0,-1 0 0,2 0 0,1-1 0,-1 0 0,1 0 0,-1-1 0,1 1 0,1-1 0,-1-1 0,0 1 0,0 0 0,-1-1 0,-1 1 0,1 0 0,-1-1 0,0 1 0,10-2 0,-1 1 0,-1 0 0,2 0 0,-11 0 0,1 1 0,0 0 0,-1 0 0,-2 1 98,2 0 1,-2 1 0,-1 0-1,0 0-98,1 0 0,-1 0 0,0 0 0,-2 1 0,4 1 0,-3 0 0,-1 0-112,13 0 1,-2 0 111,-11 0 0,0 0 0,1 0 0,-5 0 0,1 0 0,0 0 0,6 0 0,1 0 0,-3 0 0,10 0 0,-1 0 0,-10 0 0,1 0 0,-1 0 0,12 0 0,1 0 0,-11 0 0,1 0 0,1 0 0,-2 0 0,1 0 0,0 0 315,2 0 0,1 0 0,0 0-315,-2 0 0,-1 1 0,0-1 0,0 1 0,-1 0 0,0 1 0,0 0 0,1 1 0,-1 0 0,-3 1 0,-1 0 0,0 1 660,-1 1 1,0-1 0,-1 1-661,17 3 0,-1 0 437,-9-1 1,-2 0-438,-3 0 0,-2-1 139,-6 0 0,-1 0-139,20 5 684,-9 0-684,-3 0 163,-9-3-163,-1-3 0,-7-3 0,-12-3 0,-3 0 0</inkml:trace>
  <inkml:trace contextRef="#ctx0" brushRef="#br0" timeOffset="395812">13659 15043 24575,'57'0'0,"-5"0"0,8 0 0,-14 0 0,5 0 0,3 0 0,1 0-1637,-1 0 1,2 0 0,2 0 0,3 0 0,2 0 1636,-10 0 0,3 0 0,2 0 0,2 0 0,0 0 0,-1 0 0,-1 0 0,-3 0 0,7 0 0,-2 0 0,-2 0 0,0 0 0,2 0 0,1 0 0,-6 0 0,3 0 0,0 0 0,2 0 0,-1 0 0,-1 0 0,-2 0 0,-3 0-120,13 0 0,-3 0 0,-2 0 1,0 0-1,0 0 120,1 0 0,1 0 0,-1 0 0,0 0 0,-1 0 0,-2 0 0,1 0 0,-1 0 0,-1 0 0,0 0 26,-3 0 1,0 0 0,-1 0 0,0 0 0,-1 0-27,-1 0 0,0 0 0,0 0 0,-1 0 0,-1 0-270,4 0 0,-1 0 0,-1 0 1,2 0 269,8 0 0,3 0 0,-1 0 0,-3 0 0,4 0 0,-4 0 0,3 0 0,-8 0 0,2 0 0,0 0 0,-1 0 0,-4 0 0,-1 0 0,-1 0 0,1 0 0,-2 0 0,0 0 0,-1 0 0,1 0 575,-2 0 1,1 0-1,0 0 1,-1 0-576,16 0 0,-1 0 0,-1 0 0,-1 0 0,0 0 0,0 0 0,0 0 0,0 0 0,-1 0 0,1 0 0,-2 0 0,1 0 0,-1 0 0,0 0 0,0 0 0,1 0 0,0 0 0,0 0 0,2 0 0,0 0 0,1 0 246,-12 0 1,0 0-1,0 0 1,1 0-247,2 0 0,1 0 0,0 0 0,0 0 0,2 0 0,0 0 0,1 0 0,2 0-23,-4-1 1,2 1 0,1 0 0,-1 0 0,-2 1 22,6 0 0,-3 2 0,0 0 0,1-1 0,-8 0 0,2 0 0,-1 0 0,-1 0 0,-2 2 90,2 2 0,-2 0 0,-1 1 0,0 0-90,13 2 0,0 0 0,1 1 0,-13-2 0,0 2 0,1 0 0,-1-1 0,-1 0 0,1-1 0,-1 0 0,-2 1 0,7 1 0,-1 1 0,0-1 79,7 1 0,1 0 0,-3-1-79,-14-2 0,-3 0 0,2 0 0,7 2 0,1-1 0,-2 1 701,14 1 0,-4 0-701,-10-2 0,-4 0 1165,-8-3 0,-4 0-1165,12 3 1326,-20-2-1326,-9 0 893,-7 4-893,1 7 0,0 18 0,6 24 0,-6-17 0,2 5 0,-3-9 0,0 3 0,1 1-349,1 5 1,0 3-1,0 0 349,0 5 0,-1 1 0,1 1 0,-3-10 0,1 1 0,-1 0 0,-1 0 0,2 13 0,0 0 0,-2-1 0,-1-2 0,-1-1 0,-1-1 0,0-8 0,-1-2 0,-1 0-103,-1 16 0,-2-2 103,3-3 0,1-2 0,-1 2 0,1-2 0,1-11 0,1-1 0,1 5 0,1-2 0,0-11 0,0-1 0,2 8 0,-1 1 517,0-5 0,0 0-517,-1-1 0,0 0 109,-1-4 0,0 0-109,4 29 0,-2-6 0,-3-8 0,-1-7 0,-1-11 0,-1-11 0,-2-8 0,0-5 0,0-2 0,-2-2 0,-20-1 0,-23 0 0,8-1 0,-5-1 0,2 1 0,-3-1 0,-2-1-395,-5-2 1,-1-3 0,-2 1 394,-9-2 0,-2-1 0,3 0 0,9-1 0,2-1 0,-1 0 0,-8-3 0,-1 0 0,0 0 0,4 3 0,-1 1 0,1 0 0,5 0 0,0 1 0,-2 0 0,2 1 0,-3 1 0,0 1 0,1 0 0,-8 0 0,1 2 0,-3 0-631,4-1 0,-4 1 0,-1 0 0,-1 0 631,11 1 0,-1 0 0,-1-1 0,-1 1 0,0 0-559,-4 0 0,-2 0 1,0 0-1,-1 0 1,1 1 558,8-1 0,1 1 0,-1 0 0,0 0 0,0 0 0,0 0 0,-9-1 0,0 1 0,0 0 0,1 1 0,1-1-281,5 0 1,0 1 0,1 0 0,1 0 0,1 0 280,-5 0 0,2 0 0,1 0 0,1 0 62,-7 0 0,2 0 0,2 0-62,5 0 0,0 0 0,2 0 0,1 0 0,1 0 0,0 0 0,-1 0 0,1 0 0,-1 0 0,-2 0 0,0 0 0,-3 0 0,0 0 0,-3 0 0,-2 0 0,1 0 55,2 0 0,0 0 1,0 0-1,-2 0-55,5 0 0,-1 0 0,-1 0 0,1 0 0,1 0 0,-8 0 0,1 0 0,0 0 0,1 0 0,1 0 0,0 0 0,0 0 0,0 0 0,-2 0 0,-1 0 0,1 0 0,-1 0 0,11 0 0,-1 0 0,0 0 0,1 0 0,1 0 0,-8-1 0,3 0 0,-2 1 0,-1-1 0,2 0 0,-3 1 0,0-1 0,0 0 0,1 1-26,4-1 0,1-1 0,0 1 0,-1 0 0,-2-1 26,-3 1 0,-3-1 0,-1 0 0,-1 1 0,-1-1 0,1 0-311,8 1 0,-1 0 0,1-1 0,-1 1 1,-1 0-1,0 0 0,-2 0 311,3 0 0,-1 0 0,-1 0 0,0 0 0,-1 0 0,-1 0 0,-1 0 0,-1 0-322,5 1 1,-1-1 0,-2 1 0,1-1 0,-2 1 0,0 0 0,-1-1 0,0 1 0,-1 0 0,0 0 321,6 0 0,0 0 0,-1 0 0,-1 0 0,1 0 0,-2 0 0,1 0 0,-1 0 0,0 0 0,-1 0 0,0 0 0,0 0-130,4 0 0,0 0 0,0 0 0,-1 0 0,0 0 0,-1 0 0,1 0 0,-1 0 0,0 0 0,0 0 0,0 0 0,0 0 0,0 0 0,0 0 130,-1 0 0,0 0 0,-1 0 0,1 0 0,-1 0 0,0 0 0,1 0 0,-1 0 0,1 1 0,-1-2 0,1 1 0,0 0 0,1 0 0,0 0-83,-2-1 1,1 1 0,-1 0-1,1-1 1,0 0 0,1 1-1,-1-1 1,1 0 0,0 1-1,0-1 1,1 0 0,-1 0-1,1 0 83,-1 0 0,-1 0 0,1 0 0,-1-1 0,1 1 0,1 0 0,-1-1 0,1 1 0,1-1 0,0 1 0,1-1 0,1 1 0,-5-1 0,1 0 0,1 0 0,0 0 0,1 0 0,1 0 0,0 1 0,1-1 0,0 0 0,1 0 26,-7 0 0,1-1 0,1 1 0,1 0 0,0 0 0,1 0 0,0 0 0,1 0-26,-2 1 0,0-1 0,1 1 0,1 0 0,0 0 0,1 1 0,1-1 224,-2 2 1,1-1 0,1 1-1,0 0 1,1 1 0,1 0-225,-8 0 0,0 1 0,2 1 0,0 0 0,2 1 545,-8 2 0,2 0 0,2 1 0,0 1-545,6 1 0,2 0 0,0 1 0,-1 0 0,-7 0 0,-1 2 0,0-1 0,2 0 0,7 0 0,1-1 0,1 0 0,0 0 0,0 0 0,0-1 0,0 0 0,3 0 1312,-7 2 0,2 0 1,3-1-1313,-1 1 0,3-1 1714,3-1 1,3 1-1715,-15 3 2613,32-6-2613,7-2 1888,15-9-1888,1-3-1622,1-1 1,1 2 0,0 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54:09.1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19156 1235 24575,'15'-3'0,"11"-8"0,-1-8 0,1-2 0,0 3 0,1-1 0,2-6 0,-1 0 0,8-8 0,-13 9 0,-10 9 0,-9 10 0,-6 3 0,-2 4 0,-1 1 0,1 0 0,2 2 0,1 2 0,1 1 0,0 4 0,0 8 0,0 10 0,0 9 0,0 5 0,0 2 0,0 5 0,3-12 0,0 0 0,1-20 0,1-1 0,-4-12 0,1-1 0</inkml:trace>
  <inkml:trace contextRef="#ctx0" brushRef="#br0" timeOffset="1933">21703 1055 24575,'0'-8'0,"0"0"0,0-1 0,1 4 0,6 2 0,7 3 0,7 0 0,4 0 0,-4 0 0,2 0 0,-6 0 0,2 0 0,-3 5 0,-7-2 0,-3 7 0,-6-2 0,0 3 0,0 2 0,0 1 0,0 1 0,0 3 0,-1 1 0,-3 4 0,-4-1 0,-3 0 0,-5 8 0,3-7 0,0 4 0,1-8 0,5-4 0,1 0 0,4-8 0,2 1 0,0-5 0,0 0 0,0 0 0,2-1 0,8-2 0,10-2 0,12-1 0,4-2 0,-3 0 0,-8 0 0,-7 2 0,-10 1 0,-3 2 0</inkml:trace>
  <inkml:trace contextRef="#ctx0" brushRef="#br0" timeOffset="3751">24639 932 24575,'10'0'0,"0"0"0,-1 0 0,3 0 0,-6 2 0,1 6 0,0 11 0,-2 11 0,0 8 0,-2 5 0,-1-2 0,-2-3 0,0-7 0,-5-9 0,2-10 0,-5-7 0,5-6 0,0-2 0,2-3 0,1-2 0,1 2 0,3 2 0,3 4 0,6 1 0,5 3 0,1 3 0,-1 4 0,-3 1 0,-4-2 0,-3 0 0,-4-2 0,-3 4 0,-1 1 0,0 8 0,-2-2 0,-5 6 0,-2-6 0,-4 0 0,-2-4 0,1-9 0,-9 1 0,2-5 0,-7 0 0,14-1 0,2-1 0</inkml:trace>
  <inkml:trace contextRef="#ctx0" brushRef="#br0" timeOffset="5600">27254 808 24575,'0'23'0,"0"12"0,0 10 0,0-4 0,4-3 0,6-10 0,7 5 0,4-5 0,0-7 0,-3-6 0,-4-7 0,-2-5 0,-3-3 0,0-6 0,0-5 0,3-9 0,4-7 0,1 1 0,-2 1 0,-4 5 0,-5 5 0,-3 6 0,-2 1 0,-1 3 0,-5-4 0,3 4 0,-8-6 0,7 8 0,-3-1 0,5 7 0,0 4 0,1 7 0,0 4 0,0 7 0,0 8 0,1 5 0,1 3 0,0-4 0,-1-6 0,0-7 0,-1-13 0,0-4 0</inkml:trace>
  <inkml:trace contextRef="#ctx0" brushRef="#br0" timeOffset="7400">29716 912 24575,'0'21'0,"0"8"0,0 7 0,0 1 0,0-9 0,0-11 0,0-7 0,0-9 0,0-7 0,0-7 0,1-6 0,3-2 0,7 0 0,0 7 0,6 4 0,-1 7 0,5 3 0,2 0 0,-2 2 0,4 4 0,-5 4 0,5 8 0,-1 5 0,-2 6 0,-1 1 0,-3 2 0,-5-1 0,-6-2 0,-3-1 0,-4 0 0,-2 1 0,-6 2 0,-7-2 0,-4-4 0,-4-4 0,-1-4 0,-7-2 0,7-8 0,-4-1 0,10-6 0,2 0 0,1 0 0,7 0 0,0 0 0,3 0 0,-1 0 0,2 0 0,2 0 0</inkml:trace>
  <inkml:trace contextRef="#ctx0" brushRef="#br0" timeOffset="8283">29662 919 24575,'23'0'0,"12"-2"0,4-6 0,10-5 0,-4-2 0,-9 0-1696,-11 3 0,-13 6 0,-7 3 0</inkml:trace>
  <inkml:trace contextRef="#ctx0" brushRef="#br0" timeOffset="23049">20086 5531 24575,'0'24'0,"0"7"0,0 18 0,0-8 0,0 4 0,0-19 0,0-5 0,0-5 0,0-6 0,0-2 0,1-5 0,2 0 0,1-2 0,0-1 0,0 0 0,-1 0 0,1 0 0,3 0 0,-1-1 0,2 0 0,-2-2 0,0-1 0,-3 0 0,-1 1 0,1 2 0,0 1 0,0 0 0,0 0 0,0 0 0,0 0 0,2 0 0,-2 0 0,-1 0 0</inkml:trace>
  <inkml:trace contextRef="#ctx0" brushRef="#br0" timeOffset="24432">20321 5644 24575,'0'19'0,"0"19"0,0 22 0,0-22 0,0 2 0,0 3 0,0-1 0,0 0 0,0-1 0,0-4 0,0-2 0,0 20 0,0-19 0,0-17 0,0-10 0,0-6 0</inkml:trace>
  <inkml:trace contextRef="#ctx0" brushRef="#br0" timeOffset="25682">20195 5805 24575,'10'0'0,"7"0"0,7-2 0,7-2 0,2-1 0,-5 0 0,-7 3 0,-6 0 0,-8 2 0,-1 0 0</inkml:trace>
  <inkml:trace contextRef="#ctx0" brushRef="#br0" timeOffset="30849">25417 5625 8191,'-6'3'0,"3"20"5063,0-5-5063,3 14 2818,0-18-2818,0 2 0,0-11 0,0 3 0</inkml:trace>
  <inkml:trace contextRef="#ctx0" brushRef="#br0" timeOffset="31816">25405 5739 24575,'19'0'0,"12"-2"0,13 0 0,3 0 0,-6 0 0,-12 2 0,-10 1 0,-10 3 0,-4 3 0,-4 5 0,-1 10 0,0 0 0,0 8 0,0-1 0,-3 1 0,-1 0 0,-5-4 0,2-10 0,-4-1 0,3-5 0,-3 2 0,-2-1 0,-3-1 0,-2-2 0,-3-2 0,-2-3 0,0-2 0,-1-1 0,1 0 0,0 0 0,-1 0 0,3 0 0,8 0 0,6 0 0</inkml:trace>
  <inkml:trace contextRef="#ctx0" brushRef="#br0" timeOffset="32982">25379 5694 24575,'0'-32'0,"0"-1"0,0 6 0,0 5 0,0 11 0,2 4 0,3 5 0,4 1 0,7 0 0,12-1 0,11-6 0,8-4 0,-2-2 0,-9 0 0,-11 4 0,-13 5 0,-7 1 0</inkml:trace>
  <inkml:trace contextRef="#ctx0" brushRef="#br0" timeOffset="35166">29864 6042 24575,'11'-4'0,"2"-4"0,14 7 0,-7-6 0,6 5 0,-5 0 0,4 0 0,-3 2 0,-2 0 0,-4 0 0,-1 0 0,-4 3 0,-3 2 0,-4 3 0,-1 2 0,-2 0 0,-1 0 0,0 1 0,0 2 0,-3 3 0,-5 7 0,-10 13 0,-6 2 0,-5 4 0,1-1 0,1-6 0,1-2 0,5-7 0,6-8 0,6-2 0,5-8 0,6-1 0,12-7 0,13-7 0,11-2 0,6-3 0,-4 1 0,-9 4 0,-5 2 0,-15 3 0,-2 2 0</inkml:trace>
  <inkml:trace contextRef="#ctx0" brushRef="#br0" timeOffset="48049">26962 11569 24575,'0'-18'0,"0"-5"0,0-23 0,6 7 0,4-5 0,7 18 0,8 3 0,6 13 0,12 1 0,14 9 0,5 0 0,-8 2 0,5 6 0,-24 5 0,2 7 0,-12 3 0,-9-1 0,-8-2 0,-4-2 0,-3-3 0,-1 0 0,0 3 0,-5 4 0,-7 6 0,-11 5 0,-10 3 0,-8-2 0,-4 1 0,19-17 0,0 0 0,-14 13 0,3-2 0,19-10 0,8-1 0,2-6 0,7 6 0,-1-3 0,2 1 0,0 2 0,0-4 0,0 3 0,6-10 0,13 0 0,21-7 0,19 0 0,-24 0 0,1 0 0,0 0 0,1 0 0,-4 0 0,-1 0 0,20-1 0,-12-1 0,-11-1 0,-6-1 0,-2 0 0,-5-1 0,2-1 0,-2 0 0,-1 2 0,-6 0 0,-3 1 0,-6-8 0,0 6 0,0-4 0</inkml:trace>
  <inkml:trace contextRef="#ctx0" brushRef="#br0" timeOffset="50015">20093 11506 24575,'3'3'0,"0"11"0,-3 13 0,0 12 0,0 4 0,0-4 0,1-5 0,5-7 0,9-3 0,14-5 0,13-3 0,7-5 0,-1-5 0,-8-4 0,-10-11 0,-10-4 0,-3-10 0,-7-3 0,-1 1 0,-3-1 0,1 0 0,-3 7 0,0 0 0,-3 9 0,2 1 0,-1 5 0,0 6 0,-1 4 0,-1 5 0,0 7 0,1 7 0,1 9 0,0 11 0,1 10 0,0 2 0,0-1 0,1-8 0,-2-17 0,-1-6 0,-1-19 0,0-1 0</inkml:trace>
  <inkml:trace contextRef="#ctx0" brushRef="#br0" timeOffset="77566">8748 1862 24575,'55'0'0,"-1"0"0,11 0 0,-14 0 0,6 0 0,3 0 0,4 0-1505,-9 0 1,3 0 0,2 0 0,2 0 0,2 0 0,0 0 1504,-8 0 0,2 0 0,1 0 0,0 0 0,2 0 0,0 0 0,0 0 0,1 0-345,-2 0 0,1 0 0,0 0 0,1 0 0,0 0 0,1 0 0,0 0 0,0 0 0,-1 0 345,-4 0 0,0 0 0,1 0 0,-1 0 0,1 0 0,-1 0 0,1 0 0,-1 0 0,1 0 0,-1 0 0,0 0 0,-1 0 0,1 0 0,0 0 0,-1 0 0,1 0 0,-1 0 0,0 0 0,-1 0 0,0 0-63,3 0 0,-1 0 0,0 0 0,0 0 0,-1 0 0,0 0 0,0 0 0,0 0 0,-1 0 63,3 1 0,0-1 0,0 0 0,-1 0 0,0 0 0,0 1 0,1 0 0,0 0 0,4 0 0,1 1 0,0 0 0,1 0 0,-1 1 0,0-1 0,-2 0 0,-1 0 0,-2-1 0,-1 0 0,-2 0 0,0-1 0,0 1 0,0 0 0,2 1-164,3 0 1,2 0 0,0 1 0,0-1-1,-1 1 1,-3-1 0,-4-1 163,1 0 0,-3-1 0,-3-1 0,0 1 0,0 0 384,14 0 0,-1 0 0,0 0 0,-4 0-384,2 0 0,-3 0 0,2 0 0,-10 0 0,1 0 0,0 0 0,-1 0 0,11-1 0,-1-1 0,-3 0 1217,-13 2 1,-2-1-1,0 0-1217,6-1 0,0-1 0,-4 1 2027,-1 1 0,-4-1-2027,6 1 0,-2 0 2733,18-3-2733,-23 0 0,-21 2 0,-6-2 0</inkml:trace>
  <inkml:trace contextRef="#ctx0" brushRef="#br0" timeOffset="78948">10043 792 24575,'0'15'0,"0"21"0,0 0 0,0 5 0,0 1 0,0 3 0,0 4-993,0-2 0,0 3 0,0 2 0,0 0 993,0 8 0,0 1 0,0 1 0,0 1-359,0-9 0,1 2 1,-1 0-1,0 0 1,1 0 358,0 0 0,0-1 0,1 1 0,0-1 0,0-1 0,1 8 0,1-1 0,-1-1 0,2-1 111,-1-6 0,1 0 0,1-2 0,0-1-111,1 5 0,1-1 0,0-3 0,1 13 0,-1-3 0,-2-7 0,-2-4 863,-1-9 0,-1-4-863,-3 15 0,1-24 0,-1-17 0</inkml:trace>
  <inkml:trace contextRef="#ctx0" brushRef="#br0" timeOffset="79866">11252 904 24575,'0'26'0,"0"11"0,0 8 0,0 2 0,0 6 0,0 3-1226,0-1 0,0 3 0,0 3 1,0 1 1225,0-6 0,0 1 0,0 2 0,0-1 0,0 1-390,0 3 0,0 0 0,0 0 0,0 1 1,0-1 389,0-8 0,0-1 0,0 1 0,0-1 0,0 0 0,0 0 0,0 8 0,0 1 0,0-1 0,0-1 0,0-1 0,0-6 0,-1 1 0,1-2 0,0-1 0,1-2 246,0 4 0,0-3 1,1-1-1,-1-2-246,2 3 0,-1-2 0,1-6 0,0-3 0,1-4 0,2 14 0,-6-37 0,0-9 0</inkml:trace>
  <inkml:trace contextRef="#ctx0" brushRef="#br0" timeOffset="80749">12287 1153 24575,'0'50'0,"0"-2"0,0 7 0,0 1 0,0 6 0,0 3-1489,0-8 0,0 2 0,0 3 0,0 3 1489,0-10 0,0 4 0,0 1 0,0 1 0,0-1 0,0-1 0,0 3 0,0-2 0,0 0 0,0 0 0,0 1 0,0-6 0,0 2 0,0 0 0,0-1 0,0-3 0,0-3 277,0 4 1,0-4 0,0-2 0,0-2-278,0 5 0,0-3 0,0-4 545,0-5 1,0-5-546,-1 10 0,-3-25 0,-4-16 0,2 0 0,-1-3 0</inkml:trace>
  <inkml:trace contextRef="#ctx0" brushRef="#br0" timeOffset="81598">13196 979 24575,'0'28'0,"0"32"0,0-12 0,0 8 0,0 2-1225,0-12 0,0 0 0,0 2 0,0 4 1225,0 6 0,0 6 0,0 2 0,0-1 0,0-2 0,0 1 0,0-1 0,0-1 0,0 2 0,0-3 0,0 3 0,0 0 0,0-2 0,0-5 95,0-5 1,0-4 0,0-1-1,0 0-95,0 18 0,0 0 0,0-8 513,0-12 1,0-6-514,0-2 0,0-8 0,0-16 0,0-3 0</inkml:trace>
  <inkml:trace contextRef="#ctx0" brushRef="#br0" timeOffset="82499">14279 811 24575,'-3'39'0,"2"-2"0,0 8 0,0-2 0,1 6 0,0 3 0,1-2-1107,-1 12 1,0-2 0,0 5 1106,0-15 0,0 4 0,0 1 0,0 0 0,0-3 0,0 4 0,0-2 0,0-1 0,0 1 0,0 1 0,0 0 0,0-1 0,0-3 0,0 3 0,0-3 0,0-1 347,0-4 0,0 0 1,0-5-348,0-2 0,0-3 272,0 6 0,0-2-272,0 20 0,0-22 0,-2-15 1733,-6-10-1733,-2-9 0,1-3 0,3-1 0</inkml:trace>
  <inkml:trace contextRef="#ctx0" brushRef="#br0" timeOffset="83299">15166 853 24575,'0'53'0,"0"1"0,0 10 0,0-5 0,0 6 0,0 1-1029,0-14 1,0 0 0,0 2 0,0 1 1028,0-2 0,0 2 0,0 0 0,0 1 0,0-3 0,0 5 0,0-2 0,0 1 0,0 0 0,0-6 0,0 1 0,0 0 0,0-1 0,0-2 134,0 16 1,0-2 0,0-2-135,0-4 0,0-2 0,0-8 0,0-11 0,0-5 0,0 22 0</inkml:trace>
  <inkml:trace contextRef="#ctx0" brushRef="#br0" timeOffset="84281">8340 1415 24575,'0'23'0,"0"26"0,0-14 0,0 2 0,0 5 0,0-1 0,0-4 0,0-3 0,0 12 0,0-24 0,0-12 0</inkml:trace>
  <inkml:trace contextRef="#ctx0" brushRef="#br0" timeOffset="84782">8322 1306 24575,'0'0'0</inkml:trace>
  <inkml:trace contextRef="#ctx0" brushRef="#br0" timeOffset="87483">8506 1331 24575,'0'22'0,"0"10"0,0 17 0,0 7 0,0-5 0,0-14 0,0-16 0,0-14 0,0-15 0,0-6 0,0-14 0,6-10 0,9-10 0,7 3 0,0 2 0,-5 21 0,-4 5 0,-8 13 0,4 4 0,-6 12 0,3 13 0,4 14 0,4 13 0,-5-22 0,1 1 0,0 1 0,1-1 0,13 26 0,-2-11 0,-3-17 0,-2-14 0,6-9 0,7-21 0,12-14 0,-19 7 0,0-3 0,-1 0 0,-1-1 0,-1-1 0,-2 3 0,2 1 0,-7 7 0,-13 24 0,0 3 0,0 1 0,2-1 0,3 1 0,4 0 0,2-3 0,1-3 0,0-3 0,0-2 0,2-10 0,-1-8 0,3-14 0,-5-7 0,-4-9 0,-4 4 0,-6 0 0,-9 15 0,-1 12 0,-14 10 0,3 6 0,-5 6 0,4 6 0,7 5 0,6 5 0,7 4 0,5 7 0,6 10 0,7 8 0,7 2 0,4-5 0,-2-11 0,-5-11 0,-3-13 0,-7-10 0,-2-20 0,2-22 0,-2 5 0,0-5 0,3-11 0,1-3 0,1-1 0,-2-2 0,-4 11 0,-1-2 0,0 1 0,2-14 0,-2 2 0,-2 7 0,-2 0 0,1 1 0,0 4 0,0-7 0,0-1 0,-1 21 0,-3 11 0,-2 8 0,-2 4 0,0 2 0,0 2 0,2 0 0,3 6 0,1 10 0,2 14 0,3 22 0,4-4 0,3 3 0,-1 2 0,2 1 0,-2-6 0,2 1 0,0 0 0,5 16 0,0-2 0,-4-4 0,0-1 0,3 3 0,0 0 0,-6-11 0,-1-3 0,2-4 0,-1-2 0,0 0 0,0-3 0,4 6 0,0 2 0,-5-16 0,-4-6 0,-3-13 0,-8-21 0,5 8 0,-6-15 0</inkml:trace>
  <inkml:trace contextRef="#ctx0" brushRef="#br0" timeOffset="88331">9563 1254 24575,'21'0'0,"-3"0"0,-2 0 0,-4 0 0,-6 0 0,-3 0 0,-2 0 0</inkml:trace>
  <inkml:trace contextRef="#ctx0" brushRef="#br0" timeOffset="89648">9521 1418 24575,'2'3'0,"5"0"0,4-3 0,3-2 0,2 1 0,-9-1 0,1 1 0</inkml:trace>
  <inkml:trace contextRef="#ctx0" brushRef="#br0" timeOffset="90365">9586 1418 24575,'14'-3'0,"2"-1"0,5-2 0,-1 0 0,-3 3 0,-8 1 0,-3 1 0</inkml:trace>
  <inkml:trace contextRef="#ctx0" brushRef="#br0" timeOffset="92165">9606 941 24575,'2'11'0,"3"1"0,1 2 0,2 0 0,-2-5 0,0-2 0,0-1 0,-3 1 0,1-3 0,0 0 0,-1-6 0,0 0 0,-2-7 0,1 0 0,-1 0 0,3 3 0,-2 3 0,-1-1 0,0 1 0,-1-1 0,0 2 0,0-1 0,0-1 0,0-2 0,0-4 0,0-7 0,0-7 0,0-5 0,0-1 0,0 5 0,0 6 0,0 11 0,0 2 0</inkml:trace>
  <inkml:trace contextRef="#ctx0" brushRef="#br0" timeOffset="93415">9526 795 24575,'0'10'0,"0"0"0,0 2 0,0-1 0,1 0 0,4 2 0,-2-5 0,5 7 0,-6-11 0,2 2 0,-4-4 0</inkml:trace>
  <inkml:trace contextRef="#ctx0" brushRef="#br0" timeOffset="99914">10706 1427 24575,'9'-9'0,"9"-7"0,9-13 0,4-9 0,-3-7 0,-7 3 0,-6 7 0,-7 8 0,-4 12 0,-3 6 0,-2 11 0,0 7 0,-1 9 0,0 8 0,1 11 0,1 9 0,0 13 0,0-24 0,0 1 0,0 2 0,0 1 0,0-1 0,0 0 0,0-3 0,0-1 0,0 24 0,2-14 0,1-10 0,0-11 0,0-11 0,-1-5 0</inkml:trace>
  <inkml:trace contextRef="#ctx0" brushRef="#br0" timeOffset="101265">11554 1314 24575,'0'-5'0,"4"1"0,14 1 0,13 1 0,16 0 0,-14 0 0,1 2 0,20 0 0,3 0 0,-26 2 0,-9 7 0,-7 7 0,-8 11 0,-1-1 0,-9 17 0,-10 3 0,-11 12 0,7-30 0,-2 0 0,-1-3 0,0-1 0,-17 16 0,5-10 0,8-7 0,8-5 0,8-3 0,4-6 0,4-1 0,0-5 0,0 1 0,4-1 0,8-2 0,26 0 0,8-1 0,-14 0 0,1 0 0,19 0 0,-8-3 0,-18 3 0,-8-6 0,-12 6 0,0-3 0</inkml:trace>
  <inkml:trace contextRef="#ctx0" brushRef="#br0" timeOffset="102832">12972 1341 24575,'0'-22'0,"0"8"0,0 2 0,1 9 0,2 1 0,4 1 0,7 6 0,5 16 0,3 24 0,-11-12 0,-3 3 0,-1 7 0,-2 1 0,-3 0 0,-3 1 0,-3-5 0,-3-3 0,-11 22 0,-1-22 0,2-18 0,10-14 0,2-9 0,5-1 0,0-4 0,5 4 0,2-1 0,14 1 0,-1 2 0,18 3 0,-4 0 0,7 0 0,-6 0 0,-8 2 0,-8 5 0,-8 4 0,-5 7 0,-4 3 0,-7 3 0,-7 2 0,-8-1 0,-11-3 0,-8-3 0,-6-6 0,-3-5 0,-6-5 0,18-2 0,4-1 0,22 0 0,5 0 0</inkml:trace>
  <inkml:trace contextRef="#ctx0" brushRef="#br0" timeOffset="103964">13531 1426 8191,'0'-5'0,"0"13"5063,0-3-5063,1 9 2818,4-9-2818,7-3 1719,7-4-1719,4-7 6784,2-9-6784,0-18 0,-5-3 0,-3-4 0,-10 12 0,-5 11 0,-2 7 0,0 10 0,0 4 0,0 9 0,0 9 0,0 9 0,0 9 0,3 8 0,2 12 0,4 3 0,2-2 0,-3-11 0,-2-15 0,-4-17 0,-2-7 0</inkml:trace>
  <inkml:trace contextRef="#ctx0" brushRef="#br0" timeOffset="104832">13435 1307 24575,'0'10'0,"0"-3"0,0-3 0,0-3 0</inkml:trace>
  <inkml:trace contextRef="#ctx0" brushRef="#br0" timeOffset="106465">14733 1162 24575,'0'33'0,"0"3"0,0 1 0,0-5 0,0-3 0,0-15 0,0-3 0,5-15 0,13-4 0,15-5 0,15 0 0,3 6 0,-7 3 0,-7 4 0,-15 0 0,-7 1 0,-10 6 0,-5 7 0,0 6 0,0 9 0,-3-7 0,-5 7 0,-6-10 0,-5 3 0,-3-8 0,-1-6 0,-2-4 0,0-3 0,5-1 0,6 0 0,6-1 0,6 1 0,2-2 0</inkml:trace>
  <inkml:trace contextRef="#ctx0" brushRef="#br0" timeOffset="107215">14713 1091 24575,'18'3'0,"6"0"0,9-3 0,-11 0 0,-3 0 0,-15-2 0,-1 2 0,0-1 0</inkml:trace>
  <inkml:trace contextRef="#ctx0" brushRef="#br0" timeOffset="110114">8524 2684 24575,'0'46'0,"0"0"0,0 0 0,0 9 0,0 1 0,0 3 0,0-7 0,0 3 0,0-1 0,0-2-396,0 3 1,0-2 0,0 0 395,0 6 0,0 1 0,0-7 0,0-13 0,0-3 194,0 3 0,0-4-194,0 4 196,0-28-196,-2-20 0,-7-22 0,-9-27 0,5 17 0,0-4 0,-3-10 0,2-4 0,5 16 0,1-1 0,1 0 0,1-1 0,1 0 0,1 0 0,0 1 0,2 0 0,2 2 301,2-15 0,5 4-301,3 6 0,3 5 0,4 9 0,3 5 0,7 6 0,3 6 0,22 1 0,0 7 0,-13 26 0,-11 8 0,-17 4 0,-4 5 0,0 25 0,-14-21 0,-5-2 0,-10 6 0,0-19 0,-2-3 0,-5-1 0,-2-2 0,19-20 0,16-24 0,23-25 0,-7 17 0,1 0 0,2-1 0,1 3 0,14-18 0,-11 20 0,-16 20 0,-3 17 0,-7 17 0,3 13 0,6 16 0,1-11 0,10-2 0,-1-18 0,6-8 0,-1-7 0,4-6 0,-6-14 0,8-17 0,-9-11 0,0-12 0,-9 3 0,-18 7 0,-20 10 0,-18 11 0,-13 9 0,0 8 0,11 5 0,11 9 0,14 9 0,10 9 0,6 6 0,10 4 0,13 1 0,4-17 0,4-3 0,2-4 0,2-2 0,8 0 0,1-4 0,23-1 0,-7-7 0,-20-14 0,-9-5 0,-14-12 0,-6 8 0,-4-6 0,-5 10 0,-3-1 0,-2 5 0,-1 3 0,3 3 0,3-2 0,2-1 0,0-5 0,2-2 0,4 4 0,0 6 0,5 4 0,-4 6 0,3 11 0,0 11 0,1 25 0,-2-8 0,-1 7 0,-1-22 0,-1-7 0,-2-10 0,5-3 0,-1-6 0,5 0 0,3 0 0,1-1 0,5-3 0,-1-3 0,-1-3 0,-4-1 0,-3 3 0,-7 3 0,-2 3 0</inkml:trace>
  <inkml:trace contextRef="#ctx0" brushRef="#br0" timeOffset="110565">9492 2991 24575,'0'0'0</inkml:trace>
  <inkml:trace contextRef="#ctx0" brushRef="#br0" timeOffset="121615">13439 1235 24575,'0'19'0,"0"6"0,0-9 0,0 9 0,0-10 0,1 1 0,0-2 0,2-2 0,2-4 0,1-1 0,0-1 0,1-1 0,0 1 0,1 0 0,-1 3 0,-1 0 0,0-2 0,-3-1 0,1-2 0,1-1 0,-2 1 0,2-2 0,-1 0 0,2-1 0,-1-1 0,0 0 0,-2 0 0,0 0 0</inkml:trace>
  <inkml:trace contextRef="#ctx0" brushRef="#br0" timeOffset="122864">10645 2174 24575,'0'36'0,"0"9"0,0 10 0,0 1 0,0-3 0,0-10 0,0-7 0,0-4 0,0 9 0,0 2 0,0 8 0,0-4 0,0-15 0,-5-9 0,-5-14 0,3-6 0,-1-3 0</inkml:trace>
  <inkml:trace contextRef="#ctx0" brushRef="#br0" timeOffset="124281">11708 2408 24575,'-7'0'0,"-2"0"0,2-3 0,0-6 0,1-5 0,3-2 0,2-2 0,1 0 0,0-2 0,6 6 0,12-4 0,11 9 0,11 1 0,-1 9 0,-4 23 0,-13 13 0,-9 19 0,-10-23 0,-2 0 0,-12 29 0,-1 0 0,-7-10 0,5-16 0,2-2 0,7-13 0,0 2 0,4-7 0,3-4 0,8-4 0,12-3 0,11-2 0,7-2 0,-3-4 0,-11-3 0,-12 2 0,-9-1 0</inkml:trace>
  <inkml:trace contextRef="#ctx0" brushRef="#br0" timeOffset="125514">12533 2537 24575,'0'-18'0,"0"1"0,6-5 0,14 1 0,4 1 0,23 1 0,-10 9 0,2 1 0,-12 6 0,-10 11 0,-9 17 0,-10 22 0,-4-16 0,-3 1 0,-2 2 0,-2-1 0,-15 22 0,5-16 0,9-16 0,11-13 0,17-7 0,11-3 0,10 4 0,-1 2 0,-8 7 0,-8 0 0,-5 1 0,-5-1 0,-4-1 0,-2 2 0,-4-2 0,-12-1 0,-13-2 0,-17-4 0,-10-3 0,0-2 0,6 0 0,22 0 0,10 0 0</inkml:trace>
  <inkml:trace contextRef="#ctx0" brushRef="#br0" timeOffset="126764">13494 2327 24575,'0'28'0,"0"3"0,2 5 0,5-2 0,6-3 0,4-5 0,4-3 0,-1-5 0,1-4 0,-2-4 0,-2-6 0,1-1 0,-3-18 0,3-7 0,-1-21 0,-2-4 0,2-5 0,-9 8 0,-1 12 0,-7 17 0,0 18 0,0 20 0,0 22 0,0-12 0,0 1 0,0 6 0,0 0 0,0 1 0,0-1 0,0-5 0,0-3 0,0 14 0,0-20 0,0-16 0,0-7 0</inkml:trace>
  <inkml:trace contextRef="#ctx0" brushRef="#br0" timeOffset="127981">14792 2296 24575,'0'51'0,"0"4"0,0 6 0,0-8 0,0-15 0,0-17 0,1-15 0,8-14 0,14-5 0,13-4 0,12 4 0,-16 8 0,-1 2 0,16 0 0,0 8 0,-21 16 0,-15 4 0,-1 16 0,-10-3 0,-4-8 0,-5 0 0,-7-14 0,-5 2 0,0-6 0,0-4 0,0-5 0,3-2 0,1-1 0,5 0 0,4 0 0,4 0 0,2 0 0</inkml:trace>
  <inkml:trace contextRef="#ctx0" brushRef="#br0" timeOffset="128847">14846 2107 24575,'22'0'0,"6"0"0,12 0 0,1 0 0,-6 0 0,-15 0 0,-6 0 0,-6 0 0,-1 0 0,-1 0 0,-4 0 0</inkml:trace>
  <inkml:trace contextRef="#ctx0" brushRef="#br0" timeOffset="139897">10371 2277 24575,'0'12'0,"0"0"0,0-3 0,0-1 0,-3 1 0,-1 1 0,1 2 0,-1 0 0,2-1 0,1 2 0,-1 3 0,2 1 0,-1 1 0,-1 2 0,0-4 0,1-4 0,1-4 0,2-5 0,3 0 0,3-2 0,6-1 0,4 0 0,4 0 0,3 0 0,0 0 0,-1 0 0,0 0 0,-1 2 0,1 1 0,0 0 0,-6 0 0,-4 1 0,-7-3 0,-2 2 0,-4 0 0,0-1 0,-1 0 0</inkml:trace>
  <inkml:trace contextRef="#ctx0" brushRef="#br0" timeOffset="145799">12690 2667 24575,'0'-17'0,"0"-11"0,0-11 0,0-5 0,0 1 0,0 8 0,0 8 0,0 8 0,0 10 0,1 4 0,2 4 0,3 1 0,3 0 0,8 0 0,7 0 0,7-2 0,5-1 0,0-3 0,-2-1 0,0 1 0,-1-1 0,-1 1 0,-3 1 0,-6 2 0,-6 2 0,-6 0 0,-6 1 0,-4 0 0,-6 0 0,-4 0 0,-5 0 0,-5 0 0,-8 0 0,-7 1 0,-3 1 0,0 1 0,5 1 0,5-2 0,12-1 0,3-1 0,8 0 0,-1 2 0,3 0 0,0 2 0,2 0 0,0 0 0,-2 0 0,-1 1 0,-5 5 0,-12 12 0,-2 7 0,-6 10 0,8-8 0,2-1 0,6-8 0,-1 3 0,4-7 0,4-3 0,2-2 0,2-2 0,1 2 0,0-5 0,0 1 0,0-4 0,0 2 0,0 1 0,0 2 0,0 9 0,0-10 0,0 5 0</inkml:trace>
  <inkml:trace contextRef="#ctx0" brushRef="#br0" timeOffset="170297">11771 2266 24575,'19'0'0,"4"0"0,4 0 0,1 0 0,-2 0 0,-5 0 0,-2 0 0,-3 0 0,-2 0 0,-3 0 0,0 0 0,0 0 0,1 0 0,6 0 0,-3 0 0,0 0 0,0 0 0,-7 0 0,-2 1 0,-6 0 0,-5 1 0,-10-1 0,-7 0 0,-10 1 0,-6 0 0,-1 0 0,-1 0 0,6 0 0,6-1 0,11-1 0,6 1 0,10 4 0,-1 4 0,2 9 0,-1 3 0,-3 20 0,-4 2 0,-1 12 0,0-7 0,3-6 0,3-9 0,1-5 0,1-4 0,1-4 0,0-2 0,0-2 0,0-2 0,0 0 0,0-6 0,0 0 0,0-4 0,0 2 0,0-1 0,2 1 0,0-1 0,2 1 0,0-2 0,-2 0 0,1-1 0,-1-1 0,1-1 0,-1-1 0,1 0 0,0 0 0,-1 0 0,3 0 0,1 0 0,2 0 0,1 0 0,2 0 0,2 0 0,2 0 0,1 0 0,5 0 0,-7 0 0,4 0 0,-11 0 0,1 0 0,-3 0 0,0 0 0,2 2 0,2 3 0,2 3 0,1 3 0,-1-1 0,-1 2 0,-1 0 0,-1-1 0,1 3 0,-2-1 0,-1 1 0,-1 1 0,1 0 0,-1 0 0,0 3 0,-2 1 0,-2 2 0,-1 9 0,0-8 0,-3 6 0,-3-10 0,-9-2 0,-5 2 0,-9-4 0,-1 2 0,-1-9 0,5 1 0,-1-7 0,6 1 0,-4 0 0,7-2 0,3 0 0,0 0 0,7 0 0,0 0 0,5 0 0,0-1 0,0-2 0,-2-5 0,1 0 0,-3-5 0,2 2 0,1 4 0,0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6:57:20.6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9340 4323 24575,'0'18'0,"0"19"0,0 20 0,0-15 0,0 2 0,0-7 0,0 0 0,0 0 0,0-2 0,0 9 0,0-14 0,0-17 0,0-10 0,0-16 0,0-9 0,0-9 0,0-10 0,0-7 0,0-4 0,1-3 0,5 0 0,7 4 0,8 5 0,5 4 0,0 9 0,-3 7 0,-3 7 0,-2 10 0,-4 4 0,0 4 0,-3 1 0,1 5 0,0 7 0,0 8 0,-5 9 0,-1-7 0,-6 5 0,-3-8 0,-6 2 0,-9-3 0,-7-3 0,-2-2 0,3-2 0,6-4 0,7-3 0,4-4 0,6 0 0</inkml:trace>
  <inkml:trace contextRef="#ctx0" brushRef="#br0" timeOffset="1865">9988 4250 24575,'-5'-3'0,"-6"0"0,-7 3 0,-7 0 0,-6 0 0,0 1 0,2 4 0,5 5 0,7 5 0,5 6 0,4 5 0,2 7 0,4 3 0,0-2 0,2-6 0,0-7 0,3-7 0,6-7 0,7-4 0,10-9 0,0-7 0,0-7 0,-9-1 0,-1-4 0,-7 8 0,1-2 0,-5 6 0,-3 5 0,-1 3 0,2 3 0,2 1 0,4 5 0,4 5 0,6 3 0,0 2 0,-1 0 0,-3-3 0,-6-3 0,-2-4 0,-1-2 0,0-14 0,-3-5 0,7-18 0,-2-4 0,4 2 0,8-7 0,2 10 0,9-2 0,2 12 0,-2 11 0,0 6 0,-3 5 0,-4 10 0,-5 9 0,-6 11 0,-5 9 0,-4 4 0,-4-2 0,0-7 0,0-8 0,0-9 0,0-3 0,6 3 0,10-2 0,16-4 0,8-3 0,-1-6 0,-9 0 0,-17 0 0,-5 0 0</inkml:trace>
  <inkml:trace contextRef="#ctx0" brushRef="#br0" timeOffset="2964">9558 3553 24575,'7'41'0,"2"-3"0,16 9 0,-7-12 0,-2-11 0,-7-9 0,-5-10 0,2-1 0,-1-4 0,2-10 0,5-12 0,5-13 0,5-12 0,0-2 0,0 2 0,-4 9 0,-4 9 0,-6 14 0,-4 6 0,0 7 0,-2 1 0,2 1 0</inkml:trace>
  <inkml:trace contextRef="#ctx0" brushRef="#br0" timeOffset="3914">9244 3849 24575,'25'0'0,"18"0"0,-8 0 0,4 0 0,16 0 0,4 0 0,-10 0 0,2 0 0,2 0-868,-4 0 1,3 0-1,1 0 1,3 0 867,-3 0 0,2 0 0,1 0 0,2 0 0,1 0-493,-4 0 0,2 0 1,1 0-1,1 0 1,0 0-1,2 0 493,-4 0 0,1 0 0,1 0 0,1 0 0,0 0 0,0 0 0,1 0-469,-5 0 0,0 0 0,1 0 0,0 0 0,0 0 0,1 0 0,0 0 0,0 0 469,2-1 0,0 1 0,1-1 0,-1 0 0,1 0 0,1 0 0,-1 0 0,0 0 0,-5-1 0,0 1 0,1-1 0,-1 1 0,1-1 0,-1 0 0,1 0 0,0 0 0,0 0-350,2 0 0,-1 0 1,1 0-1,0 0 0,1-1 1,-1 1-1,1 0 1,-1-1-1,2 1 350,-5 0 0,1 0 0,-1 0 0,1 0 0,1 0 0,-1 0 0,1 0 0,-1 0 0,1 0 0,0 0-166,1 0 1,-1 0-1,1 1 1,-1-1-1,1 0 1,0 1-1,1-1 1,0 0-1,2 0 1,0-1 165,-3 1 0,1-1 0,2 0 0,1 1 0,0-1 0,0-1 0,1 1 0,-2 0 0,0 0 0,-1 0 0,-2 0 0,-2 0 0,5 0 0,-2 0 0,-1 0 0,-2 0 0,0 0 0,0 0 0,-1 0 0,2 0 0,-1 0 23,4-1 1,1 1-1,1-1 1,-1 0-1,1 1 1,-3-1-1,-1 1 1,-4-1-1,-3 0-23,9 0 0,-5-1 0,-3 1 0,-1-1 0,-1 1 447,10-2 1,-1 0-1,-3 1 1,-5-1-448,-5 1 0,-5 0 0,-2-1 0,17-5 0,-18 1 0,-34 9 0</inkml:trace>
  <inkml:trace contextRef="#ctx0" brushRef="#br0" timeOffset="4847">11099 3302 24575,'0'42'0,"0"1"0,0 9 0,0 7 0,0 0 0,0-1 0,0 0 0,0 6-1098,1-7 1,0 6 0,0 1-1,1 1 1,-1-3 1097,1-10 0,0 0 0,0-2 0,1 1 0,-1 1 0,0 5 0,1 1 0,-1 0 0,0 0 0,1-4 159,0 4 0,0-3 0,1-1 0,-2-3-159,1 6 0,-2-3 0,1-7 218,0-7 1,-1-7 0,0 12-1,-1-44 1</inkml:trace>
  <inkml:trace contextRef="#ctx0" brushRef="#br0" timeOffset="5680">11689 3359 24575,'0'46'0,"0"3"0,0 8 0,0-5 0,3-22 0,7-8 0,-5-19 0,4 1 0</inkml:trace>
  <inkml:trace contextRef="#ctx0" brushRef="#br0" timeOffset="6248">11716 4140 24575,'0'25'0,"0"10"0,0 15 0,0 7 0,0-1 0,0-9-1696,0-12 0,0-17 0,0-9 0</inkml:trace>
  <inkml:trace contextRef="#ctx0" brushRef="#br0" timeOffset="6863">12305 3380 24575,'0'46'0,"0"0"0,0 0 0,0-2 0,0 0 0,0 5 0,0 1 0,0 7 0,0 2 0,0-1 0,0-3-1312,0 0 1,0-3 0,0 0 0,0 5 1311,0-4 0,0 4 0,0 3 0,0 0 0,0-2 0,0-4 0,0 7 0,0-4 0,0-1 0,0 1 199,0 3 1,0 2-1,0-1 1,0-5-200,0-1 0,0-4 0,0-6 0,0-8 0,0-5 0,0 8 0</inkml:trace>
  <inkml:trace contextRef="#ctx0" brushRef="#br0" timeOffset="8080">12776 3463 24575,'0'-11'0,"8"-3"0,8 0 0,10 1 0,4 6 0,-2 4 0,-7 4 0,-8 15 0,-7 17 0,-12 21 0,-2-20 0,-3 0 0,-2-1 0,-3-1 0,-2-1 0,-1-4 0,-5 10 0,8-15 0,29-15 0,19-5 0,13-8 0,-2 1 0,-2-8 0,-17 5 0,-6 2 0,-9 3 0</inkml:trace>
  <inkml:trace contextRef="#ctx0" brushRef="#br0" timeOffset="8997">12903 4377 24575,'0'-10'0,"0"-4"0,0-7 0,0-6 0,0-3 0,4 3 0,7 2 0,7 8 0,5 8 0,1 4 0,-6 4 0,-2 3 0,-2 17 0,-8 15 0,0 23 0,-7-24 0,-2 0 0,-7 30 0,-3-11 0,0-17 0,4-13 0,5-8 0,2-6 0,4-1 0,14-4 0,15-2 0,12-2 0,8-1 0,-5 0 0,-20 0 0,-8 2 0</inkml:trace>
  <inkml:trace contextRef="#ctx0" brushRef="#br0" timeOffset="10163">13344 3288 24575,'0'34'0,"0"-1"0,3 13 0,2 6 0,1 2 0,0 1 0,0 3 0,1 2-739,1 0 1,0 4 0,1 0 0,-1-3 738,0 1 0,0-4 0,-1 1 0,2 3 0,-1 0 0,0-5 467,-1 1 0,0-4-467,-2-1 0,0-3 242,0-12 1,-2-4-243,-1 7 0,0-3 0,1-18 1534,0 1-1534,-1-9 0,-1-6 0,-1-2 0</inkml:trace>
  <inkml:trace contextRef="#ctx0" brushRef="#br0" timeOffset="11447">13850 3383 24575,'11'-15'0,"15"1"0,13 10 0,6 1 0,-8 3 0,-12 2 0,-11 4 0,-8 5 0,-4 5 0,-3 1 0,-3-1 0,-2-3 0,0-2 0,6-6 0,11 0 0,5-3 0,2 3 0,-2 8 0,-7 4 0,-2 5 0,-13 0 0,-9-1 0,-6-4 0,-2-6 0,7-4 0,8-5 0,5-2 0</inkml:trace>
  <inkml:trace contextRef="#ctx0" brushRef="#br0" timeOffset="12580">14039 3922 8191,'0'-11'0,"0"-1"5063,3-3-5063,6-4 2818,7 9-2818,10 1 1719,-2 6-1719,5 3 6784,-10 5-6784,-1 15 0,-10 17 0,-6 14 0,-12 1 0,-4-10 0,-4-13 0,1-14 0,13-7 0,10-8 0,12-2 0,10 0 0,9 1 0,-9 4 0,2 8 0,-17 6 0,-4 6 0,-6-2 0,-9-2 0,-11-3 0,-3-3 0,-15-3 0,6-6 0,8-1 0,7-3 0</inkml:trace>
  <inkml:trace contextRef="#ctx0" brushRef="#br0" timeOffset="13297">14682 3259 24575,'0'26'0,"0"36"0,0-6 0,0 8-997,0-9 1,0 4 0,0 1 996,0-10 0,0 2 0,0 1 0,0-1 0,0 1 0,0 0 0,0 0 0,0 0 0,0 0 0,0 1 0,0-2 0,0-1 0,0 6 0,0-2 0,0-2 314,0-6 1,0-1 0,0-3-315,1 1 0,-2-4 123,-5 13 0,5-27 0,-5-11 0</inkml:trace>
  <inkml:trace contextRef="#ctx0" brushRef="#br0" timeOffset="14463">15506 3385 24575,'0'27'0,"0"-8"0,2-1 0,4-12 0,8-4 0,2-1 0,0-1 0,2-6 0,-1-5 0,4-6 0,0-5 0,-6 1 0,-7 3 0,-4 6 0,-3 8 0,0 11 0,2 11 0,2 8 0,1 3 0,0-2 0,-3-13 0,-2-3 0</inkml:trace>
  <inkml:trace contextRef="#ctx0" brushRef="#br0" timeOffset="15480">15521 4129 24575,'0'37'0,"0"10"0,0 9 0,0-3 0,1-13 0,5-16 0,7-13 0,9-11 0,8-13 0,2-15 0,-4-12 0,-6-4 0,-8 2 0,-7 15 0,-4 11 0,-3 23 0,0 20 0,0 18 0,0 14 0,0 1 0,0-9 0,0-15 0,0-18 0,0-12 0</inkml:trace>
  <inkml:trace contextRef="#ctx0" brushRef="#br0" timeOffset="16281">16109 3280 24575,'0'16'0,"0"24"0,0-4 0,0 6 0,0-1 0,0 4 0,0 3-1434,0 9 1,0 4 0,0 3 1433,0-13 0,0 3 0,0 2 0,0-1 0,0-3 0,0 1 0,0-2 0,0-1 0,0 2 151,0 7 0,0 2 1,0-2-1,0-6-151,0 9 0,0-8 428,0-5 0,0-5-428,0 18 0,0-22 0,-16-5 551,5-19 1,-6-3 0,10-11-1</inkml:trace>
  <inkml:trace contextRef="#ctx0" brushRef="#br0" timeOffset="17447">16459 3331 24575,'0'28'0,"0"-5"0,0-12 0,1-4 0,5-7 0,8-5 0,7-4 0,8-2 0,0 3 0,-3 5 0,-5 2 0,-5 5 0,-4 6 0,-6 10 0,-3 8 0,-3 12 0,-5-8 0,-2-1 0,-5-13 0,0-7 0,-3-2 0,0 0 0,-4-6 0,8 0 0,3-3 0</inkml:trace>
  <inkml:trace contextRef="#ctx0" brushRef="#br0" timeOffset="18130">16431 3263 24575,'31'0'0,"-2"0"0,1 0 0,-15 0 0,-2 0 0</inkml:trace>
  <inkml:trace contextRef="#ctx0" brushRef="#br0" timeOffset="19147">16528 4087 24575,'0'36'0,"0"-2"0,0-3 0,0-13 0,0-10 0,0-10 0,5 1 0,4-2 0,9 5 0,2 7 0,1 6 0,1 8 0,-4 5 0,-2 2 0,-6 2 0,-5 10 0,-3-13 0,-2 8 0,-6-18 0,-7 3 0,-10-6 0,-1 2 0,1-8 0,3 0 0,4-8 0,-3-1 0,11-1 0,1 0 0</inkml:trace>
  <inkml:trace contextRef="#ctx0" brushRef="#br0" timeOffset="19797">16540 4178 24575,'19'0'0,"3"0"0,3 0 0,-3 0 0,-4 0 0,-7 0 0,-5 0 0,-4 0 0</inkml:trace>
  <inkml:trace contextRef="#ctx0" brushRef="#br0" timeOffset="20546">16414 3625 24575,'47'0'0,"-3"0"0,7 0 0,2 0 0,6 0 0,2 0-1069,-4 0 0,3 0 0,1 0 0,1 0 1069,-11 0 0,0 0 0,1 0 0,-1 0 0,0 0 0,11 0 0,-1 0 0,-1 0 0,-1 0 154,-7 0 1,0 0 0,-3 0 0,-2 0-155,0 0 0,-3 0 0,-4 0 0,1 0 0,-7 0 0,-3 0 0</inkml:trace>
  <inkml:trace contextRef="#ctx0" brushRef="#br0" timeOffset="45530">3746 13564 24575,'0'23'0,"0"13"0,0 20 0,0-24 0,0 1 0,0 29 0,1-11 0,6-13 0,11-15 0,20-10 0,22-16 0,-25-4 0,1-5 0,12-12 0,-1-6 0,-10 2 0,-2-2 0,2-4 0,-3 0 0,-12 6 0,-5 3 0,8-11 0,-14 6 0,-6 15 0,-5 4 0,0 11 0,0 11 0,0 20 0,0 20 0,0-19 0,0 1 0,0 0 0,0 0 0,0 22 0,0-14 0,0-14 0,0-9 0,0-5 0,0-1 0,0 0 0,0-6 0,0-1 0</inkml:trace>
  <inkml:trace contextRef="#ctx0" brushRef="#br0" timeOffset="46580">4885 13101 24575,'-31'49'0,"17"-20"0,0 4 0,-13 17 0,1 4 0,7-7 0,2 0 0,0 2 0,3 2 0,1 0 0,4-1 0,3-3 0,1 1 0,0 8 0,2 0 0,1-6 0,2-2 0,0-5 0,0-1 0,2-7 0,1-2 0,8 22 0,5-18 0,5-11 0,9-11 0,-1-8 0,-8-3 0,-6-4 0</inkml:trace>
  <inkml:trace contextRef="#ctx0" brushRef="#br0" timeOffset="47863">5163 13777 24575,'0'-17'0,"7"-11"0,9-17 0,-2 16 0,3-1 0,2 0 0,2 2 0,22-15 0,-1 18 0,-7 19 0,-6 19 0,-11 21 0,-9 18 0,-7-19 0,-1 0 0,-1 12 0,0-8 0,-1-28 0,2-4 0,6-4 0,7 4 0,6 9 0,-2 12 0,-7 11 0,-10 10 0,-16 0 0,-15-2 0,-7-7 0,1-14 0,6-11 0,7-9-1696,5-6 0,8 1 0,5-2 0</inkml:trace>
  <inkml:trace contextRef="#ctx0" brushRef="#br0" timeOffset="48463">5682 14046 24575,'0'31'0,"0"0"0,0-12 0,0-1 0,0-12 0,0-1 0</inkml:trace>
  <inkml:trace contextRef="#ctx0" brushRef="#br0" timeOffset="49579">5918 13645 8191,'0'-7'0,"0"1"5063,0 0-5063,0 23 2818,0 9-2818,0 22 1719,1-1-1719,4-5 6784,5-10-6784,-1-14 0,14-5 0,-6-12 0,15-8 0,-6-4 0,-4-6 0,-2-4 0,-8 4 0,-1-4 0,-6 2 0,-2 3 0,-3 4 0,0 4 0,0 6 0,1 8 0,2 13 0,2 15 0,0 15 0,1 8 0,-1 3 0,0 1 0,-2-23 0,-1-5 0,-2-25 0,0-2 0,0-5 0</inkml:trace>
  <inkml:trace contextRef="#ctx0" brushRef="#br0" timeOffset="50463">6212 13117 24575,'28'18'0,"3"11"0,9 19 0,-20-16 0,-1 2 0,-1 5 0,-1 2 0,-2 6 0,-3 2 0,-1 4 0,-3 5 0,-3-8 0,-2 4 0,-1 0-248,1-4 1,-2 0 0,1 0 247,-1 6 0,-1 0 0,1-1 0,-1-5 0,0 0 0,0-5 0,1 7 0,-2-4 0,-4-6 0,-2-4 0,-6-1 0,-26-21 0,23-12 0,-9-1 0</inkml:trace>
  <inkml:trace contextRef="#ctx0" brushRef="#br0" timeOffset="72913">15524 4367 24575,'-3'-34'0,"1"5"0,5-16 0,9 18 0,10 3 0,14 11 0,7 6 0,1 5 0,-8 7 0,-1 11 0,-14 18 0,-1 23 0,-16-23 0,-3 1 0,-6 5 0,-4-1 0,-5-1 0,-3-2 0,-2-4 0,-2-2 0,0-4 0,1-3 0,-11 8 0,10-16 0,11-10 0,4-9 0,8-6 0,11-8 0,3 2 0,11 4 0,2 7 0,-3 5 0,4 9 0,-3 12 0,-8 9 0,1 21 0,-12-3 0,0 10 0,-11-7 0,-16-6 0,-22-7 0,11-22 0,-3-4 0,-4-1 0,-2-3 0,1-3 0,1-1 0,4-3 0,2-2 0,-17-6 0,25 4 0,10-4 0</inkml:trace>
  <inkml:trace contextRef="#ctx0" brushRef="#br0" timeOffset="75064">26060 5367 24575,'0'-9'0,"0"-3"0,0 1 0,2 2 0,3 4 0,4 10 0,3 6 0,-1 8 0,-4 3 0,-4-2 0,-2-3 0,-13-3 0,-6-7 0,-13-2 0,1-5 0,6 0 0,10 0 0,7-1 0,6-2 0,0 0 0,5-1 0,7 1 0,7 2 0,5 0 0,1 3 0,-5 3 0,-6 4 0,-5 3 0,-4-6 0,-4 0 0</inkml:trace>
  <inkml:trace contextRef="#ctx0" brushRef="#br0" timeOffset="76179">26309 4837 24575,'19'-24'0,"14"-18"0,-9 14 0,1-3 0,12-11 0,0-1 0,-11 4 0,-1 2 0,1 2 0,-3 2 0,-9-3 0,-8 16 0,-11 12 0,-3 4 0,-6 1 0,6 8 0,-1 15 0,5 24 0,2-12 0,1 4 0,0 6 0,1 2 0,0 2 0,0-1 0,0-4 0,1-2 0,0-5 0,0-3 0,3 11 0,-1-19 0,-1-12 0,-1-8 0</inkml:trace>
  <inkml:trace contextRef="#ctx0" brushRef="#br0" timeOffset="77096">27721 4085 24575,'0'-21'0,"11"-1"0,11 2 0,5 10 0,6 0 0,-15 10 0,-2 2 0,-11 7 0,-2 9 0,-13 9 0,-10 3 0,-6-5 0,-4-8 0,7-8 0,7-6 0,6-2 0,5-2 0,3-3 0,2-2 0,3 0-1696,1 2 0,-1 2 0,1 2 0</inkml:trace>
  <inkml:trace contextRef="#ctx0" brushRef="#br0" timeOffset="78013">27948 3842 24575,'18'-43'0,"23"-1"0,-13 24 0,3 3 0,1 1 0,2 3 0,3 4 0,-1 3 0,17 1 0,0 6 0,-24 16 0,-17 13 0,-17 13 0,-13 4 0,-8-5 0,-3-9 0,9-9 0,8-8 0,6-2 0,5 0 0,4 0 0,9-1 0,14-3 0,18-3 0,-7-5 0,0-1 0,3-1 0,8 0 0</inkml:trace>
  <inkml:trace contextRef="#ctx0" brushRef="#br0" timeOffset="78879">29634 3541 24575,'-12'0'0,"1"0"0,8-2 0,1-3 0,6-5 0,16-5 0,19-1 0,14 5 0,2 5 0,-12 5 0,-17 11 0,-18 9 0,-20 11 0,-18 2 0,-11-7 0,-1-9 0,12-10 0,13-4 0,9-10 0,14-2 0,11-9 0,3 5 0,3 5 0,-13 6 0,-4 3 0,-5 0 0</inkml:trace>
  <inkml:trace contextRef="#ctx0" brushRef="#br0" timeOffset="79829">29894 2576 24575,'18'-13'0,"2"2"0,3 3 0,-1 4 0,-9 11 0,-3 22 0,-8 21 0,-1-18 0,-1 2 0,0-1 0,-2-1 0,-1 16 0,-1-16 0,1-18 0,13-1 0,5-2 0,11 13 0,-6 3 0,-4 7 0,-9-7 0,-7 3 0,-11-10 0,-11 1 0,-8-8 0,-4-6 0,14-5 0,6-2 0,12 0 0</inkml:trace>
  <inkml:trace contextRef="#ctx0" brushRef="#br0" timeOffset="80846">31476 3443 24575,'-8'0'0,"-1"-2"0,0-7 0,3 0 0,6-16 0,24 17 0,17-7 0,17 15 0,-5 0 0,-17 0 0,-13 8 0,-16-1 0,-7 13 0,-18-5 0,-11 2 0,-9-7 0,3-5 0,4-3 0,16-4 0,1-4 0,17 3 0,8-3 0,4 6 0,4 0 0,-7 1 0,-5 3 0,-5-2 0,-1 2 0</inkml:trace>
  <inkml:trace contextRef="#ctx0" brushRef="#br0" timeOffset="81695">31488 2361 24575,'0'59'0,"-1"-27"0,2 0 0,5 0 0,1-1 0,2 15 0,17-5 0,-6-26 0,7-2 0,0-14 0,2-16 0,-3-15 0,-4-15 0,-6-5 0,-7 4 0,-4 12 0,-5 14 0,0 19 0,0 30 0,0 26 0,0-2 0,0 3 0,2-11 0,0-2 0,-2-2 0,0-4 0,4-8 0</inkml:trace>
  <inkml:trace contextRef="#ctx0" brushRef="#br0" timeOffset="82596">32457 4657 24575,'0'-15'0,"0"7"0,3-8 0,8 9 0,8 1 0,4 3 0,-2 3 0,-7 6 0,-7 6 0,-4 7 0,-4 0 0,-8-3 0,-5-7 0,-3-4 0,0-9 0,8-6 0,4-3 0,5-2 0,1 9 0,6 1 0,1 5 0,-1 22 0,-2-16 0,-5 17 0</inkml:trace>
  <inkml:trace contextRef="#ctx0" brushRef="#br0" timeOffset="83446">32769 4554 24575,'0'35'0,"0"8"0,0 9 0,0 4 0,0-25 0,0-5 0,4-14 0,10-12 0,16 0 0,13-1 0,7 9 0,-3 11 0,-10 14 0,-10 15 0,-17-16 0,-4 1 0,0 20 0,-7 1 0,-5-28 0,-7-11 0,-3-9 0,-2-3 0,2-3 0,5 0 0,6 0 0,4 0 0</inkml:trace>
  <inkml:trace contextRef="#ctx0" brushRef="#br0" timeOffset="84446">32851 4486 24575,'15'0'0,"12"0"0,22 0 0,13 0 0,-30 0 0,-1 0 0,22-1 0,-17-4 0,-19 0 0,-9-6 0,-8 3 0,0 1 0,0 2 0</inkml:trace>
  <inkml:trace contextRef="#ctx0" brushRef="#br0" timeOffset="92079">30006 3568 24575,'19'0'0,"12"0"0,17 0 0,-14-2 0,3 0 0,5-3 0,3-1 0,7-3 0,1-3 0,-11 2 0,0-1 0,1 0 0,-1-1 0,0 0 0,0-1 0,1 0 0,1 0 0,-1 0 0,0 1 0,-1-1 0,-1 0 0,15-3 0,-1 0 0,-1 1 0,-2 2 0,-4 2 0,0 1 0,-6 4 0,0 0 0,-4 2 0,-1 0 0,24 0 0,-10 0 0,-7-3 0,-2-2 0,-8 1 0,-7-2 0,-9 7 0,-9-3 0,-2 6 0,-2-3 0,-3 3 0,0 0 0</inkml:trace>
  <inkml:trace contextRef="#ctx0" brushRef="#br0" timeOffset="95762">30050 3506 24575,'36'-34'0,"-4"8"0,1-3 0,-2 2 0,1-2 0,11-7 0,-2 0 0,-13 13 0,-3 1 0,23-18 0,-26 19 0,-5 6 0,-13 14 0,0 18 0,5 18 0,2 21 0,-3-21 0,-1 1 0,1 1 0,-1 1 0,1 0 0,-1-1 0,-1-2 0,0-1 0,6 25 0,-1-10 0,-1-8 0,2-4 0,0-6 0,-2-7 0,-4-6 0,-2-10 0,-2-1 0,-1-2 0,-7-2 0,-17-7 0,-19-8 0,13 2 0,-2 0 0,-3-1 0,-1 0 0,1 0 0,0 2 0,-27-7 0,1 3 0,15 3 0,8 4 0,11 0 0,11 6 0,4-3 0,4 1 0,4 1 0,0-2 0,1-1 0,1-1 0,1-5 0,0-6 0,5-11 0,10-14 0,11-14 0,-8 24 0,0 1 0,1 0 0,0 1 0,13-20 0,-9 17 0,-9 13 0,-8 13 0,-1 15 0,0 26 0,1 6 0,3 18 0,1-16 0,-6-8 0,5-13 0,-8-11 0,1-5 0,-2-10 0,0-7 0,0-10 0,0-6 0,0-2 0,1 19 0,4 21 0,2 34 0,3 15 0,-1 3 0,-2-15 0,-1-20 0,-4-19 0,1-28 0,-3-22 0,0 8 0,0-1 0,0 0 0,0 0 0,0-29 0,0 23 0,1 19 0,2 16 0,5 22 0,6 16 0,2 15 0,1 7 0,-4-7 0,-5-12 0,-4-15 0,-3-20 0,-1-21 0,-4-21 0,-1-11 0,-1 4 0,0 16 0,8 42 0,9 24 0,-1 0 0,1 3 0,1-5 0,0 0 0,11 18 0,-12-25 0,-6-16 0</inkml:trace>
  <inkml:trace contextRef="#ctx0" brushRef="#br0" timeOffset="97979">3742 14896 24575,'0'38'0,"0"7"0,0 11 0,0 5 0,3-3 0,9-1 0,-1-22 0,11-4 0,-10-22 0,3-3 0,0-6 0,0-3 0,4-6 0,-3-2 0,5-10 0,0-2 0,7-9 0,-1-3 0,1-1 0,-1-1 0,0 1 0,1 0 0,-1-1 0,-3 2 0,-2 2 0,-8 5 0,-5 7 0,-6 5 0,-3 8 0,-4 3 0,-1 16 0,-7 12 0,4 16 0,-2 13 0,5 10 0,0-12 0,3 12 0,0-19 0,0 8 0,2-12 0,0-8 0,0-8 0,0-7 0,0-4 0,0-4 0,0-3 0,0-4 0</inkml:trace>
  <inkml:trace contextRef="#ctx0" brushRef="#br0" timeOffset="98946">4982 14423 24575,'-4'22'0,"-7"15"0,-6 21 0,5-18 0,1 2 0,0 3 0,1 2 0,0 5 0,2 2 0,2 3 0,1 1 0,2 2 0,2 0 0,1 0 0,3 0 0,4-4 0,3-2 0,5-2 0,4-3 0,3-6 0,1-3 0,0-5 0,-1-3 0,15 16 0,-14-27 0,-11-10 0,-7-11 0</inkml:trace>
  <inkml:trace contextRef="#ctx0" brushRef="#br0" timeOffset="101829">5341 15114 24575,'5'-17'0,"5"-8"0,10-12 0,-4 11 0,2-2 0,14-18 0,5-4 0,-16 19 0,-5 6 0,-10 9 0,-3 5 0,-4 5 0,-2 4 0,-1 1 0,0 1 0,1 0 0,-1 2 0,-2 13 0,-3 17 0,-1 22 0,5-19 0,1 1 0,0 1 0,1-1 0,0-2 0,2-2 0,-1 19 0,2-14 0,0-12 0,1-5 0,3-3 0,1-3 0,-1-3 0,-1-6 0,-3-4 0</inkml:trace>
  <inkml:trace contextRef="#ctx0" brushRef="#br0" timeOffset="102429">5755 15219 24575,'0'17'0,"0"3"0,0 11 0,0-11 0,0-2 0,0-14 0</inkml:trace>
  <inkml:trace contextRef="#ctx0" brushRef="#br0" timeOffset="103613">6127 14932 24575,'0'-11'0,"0"-10"0,0-7 0,0-16 0,13 0 0,1 7 0,21 2 0,-4 24 0,3 2 0,-10 10 0,2 5 0,-8 9 0,3 12 0,-7 9 0,-6 9 0,-5 5 0,-12 5 0,-12 1 0,4-29 0,-2-1 0,-3-3 0,-2-1 0,-21 14 0,7-10 0,10-8 0,8-4 0,8-2 0,6-4 0,3 0 0,3-4 0,3 0 0,19 2 0,1-4 0,29 1 0,-7-3 0,4 0 0,-13 0 0,-11 0 0,-13 0 0,-5 0 0</inkml:trace>
  <inkml:trace contextRef="#ctx0" brushRef="#br0" timeOffset="104712">6384 14373 24575,'11'16'0,"9"15"0,8 23 0,-12-18 0,0 2 0,-1 7 0,-2 2 0,-2 1 0,-3 1 0,-2 4 0,-2 1 0,-1-2 0,-2 0 0,-2-4 0,-1-1 0,0-3 0,-1-3 0,-5 21 0,1-18 0,3-16 0,2-11 0,2-9 0,0 0 0,0-6 0,0 1 0</inkml:trace>
  <inkml:trace contextRef="#ctx0" brushRef="#br0" timeOffset="112745">12930 4669 24575,'0'-52'0,"11"-4"0,-2-3 0,3 23 0,2-1 0,7-22 0,-9 25 0,-1 0 0,5-20 0,-8 15 0,-4 10 0,-4 10 0,0 6 0,0 5 0,0 6 0,0 9 0,0 14 0,0 17 0,0-4 0,0 3 0,2 2 0,1 2 0,0 8 0,2 1 0,1-2 0,2 0 0,2-3 0,0-1 0,1-4 0,-1-2 0,0-5 0,0-3 0,7 16 0,-6-19 0,0-3 0,-4-11 0,0-3 0,-6-2 0,-13-7 0,-16 1 0,-18-2 0,-9 0 0,2 0 0,6 0 0,22 0 0,19 0 0,25 0 0,37-1 0,-21 0 0,2-1 0,10 0 0,1-1 0,1 0 0,0 0 0,-7-1 0,-1 2 0,-6 0 0,-2 0 0,10 0 0,-19 2 0,-14 0 0,-6 0 0</inkml:trace>
  <inkml:trace contextRef="#ctx0" brushRef="#br0" timeOffset="116212">27573 4293 24575,'-20'18'0,"-13"14"0,8-8 0,-3 2 0,-5 6 0,-1 1 0,-3 1 0,-1 0 0,-1 0 0,0 0 0,0-4 0,0 0 0,2-3 0,0-1 0,2-2 0,1 0 0,3-3 0,1 1 0,1 0 0,0 1 0,3-1 0,-1 3 0,-7 9 0,0 2 0,5-6 0,0 1 0,-5 2 0,0-1 0,-12 10 0,10-14 0,13-11 0,13-7 0,2-6 0,4-5 0,2-6 0,0-14 0,5-14 0,7-12 0,6-5 0,5 7 0,-1 12 0,-6 15 0,-7 10 0,-5 5 0,-10 2 0,-8 13 0,-5 3 0,1 6 0,1 4 0,5-3 0,-3 6 0,3 1 0,2 1 0,0-1 0,2-3 0,3-5 0,2-5 0,3-2 0,2-6 0,0 1 0,0-5 0,0 1 0,0 2 0,0 1 0,0 5 0,-3 2 0,0 4 0,-3-1 0,2-3 0,1-4 0,9-4 0,11-5 0,11-3 0,11-2 0,1-3 0,-5 0 0,-8 1 0,-6 1 0,-4 0 0,0-1 0,0-2 0,5-2 0,4-4 0,5-2 0,7 0 0,-13 3 0,1 5 0,-20 3 0,-1 2 0,-5-3 0,-3-3 0,-7-4 0,-9-6 0,-7-5 0,-3-2 0,3 0 0,3 3 0,8 7 0,7 6 0,5 11 0,4 13 0,6 13 0,7 20 0,0-7 0,4-4 0,-8-16 0,-4-13 0,-4-2 0,-2-5 0</inkml:trace>
  <inkml:trace contextRef="#ctx0" brushRef="#br0" timeOffset="129196">3706 15919 24575,'0'21'0,"0"18"0,0 2 0,0 4 0,0 1 0,0 2 0,0 4 0,0 1 0,0-6 0,0-2 0,0-11 0,0 0 0,0 28 0,0-18 0,12-17 0,0-12 0,24-8 0,12-13 0,-14-5 0,1-5 0,3-6 0,-1-4 0,1-8 0,-3-5 0,-5-2 0,-3-2 0,-6 2 0,-3-1 0,-5 3 0,-4 0 0,-2 5 0,-4 3 0,-6-21 0,-7 16 0,-5 14 0,0 11 0,5 8 0,4 14 0,3 17 0,2 8 0,0 6 0,0 2 0,-1 15 0,2 1 0,-1-1 0,2 0 0,-1-3 0,0-5 0,0 11 0,0-9 0,0-52 0</inkml:trace>
  <inkml:trace contextRef="#ctx0" brushRef="#br0" timeOffset="129979">4799 15855 24575,'0'20'0,"-4"16"0,-3 22 0,1-23 0,1 2 0,-2 2 0,1 3 0,1 15 0,1 1 0,2-7 0,0 1 0,0 5 0,2 0 0,2-9 0,3-3 0,3-8 0,3-3 0,2-1 0,3-3 0,17 12 0,-14-20 0,-8-14 0</inkml:trace>
  <inkml:trace contextRef="#ctx0" brushRef="#br0" timeOffset="131163">5285 16222 24575,'0'-11'0,"0"-6"0,0-6 0,1-7 0,5-3 0,5 3 0,7 7 0,2 8 0,-1 9 0,-2 5 0,-3 10 0,1 20 0,-8 10 0,-1 16 0,-9-4 0,-10-7 0,-9-2 0,-14-6 0,5-11 0,-7 4 0,14-12 0,0 2 0,9-2 0,7-2 0,4-1 0,3 0 0,3-2 0,4-1 0,3-5 0,5-3 0,5-1 0,1-2 0,0 0 0,-3 0 0,-3 0 0,-2 0 0,-4 0 0,-3 0 0,-4 0 0</inkml:trace>
  <inkml:trace contextRef="#ctx0" brushRef="#br0" timeOffset="131778">5506 16522 24575,'3'14'0,"-1"8"0,-2 9 0,0 3 0,0-7 0,0-6 0,0-12 0,0-3 0</inkml:trace>
  <inkml:trace contextRef="#ctx0" brushRef="#br0" timeOffset="132962">5816 16108 24575,'0'43'0,"0"-4"0,0 3 0,0-11 0,0-3 0,3-8 0,6-9 0,7 0 0,9-6 0,4-4 0,2-7 0,-3-7 0,-5-10 0,-4-9 0,-6-2 0,-5 0 0,-5 8 0,-2 7 0,-1 9 0,0 7 0,0 18 0,0 5 0,0 23 0,-3 0 0,-2 9 0,1-8 0,1-9 0,2-6 0,-1-9 0,0 2 0,1-11 0,1-3 0,0-7 0</inkml:trace>
  <inkml:trace contextRef="#ctx0" brushRef="#br0" timeOffset="133879">6423 16442 8191,'0'3'0,"0"-8"5063,-1-17-5063,-6-24 1409,3 15 0,-2-1-1409,-1-6 0,-2-1-564,1 3 1,-1 3-1,0-9 1,1 17-1</inkml:trace>
  <inkml:trace contextRef="#ctx0" brushRef="#br0" timeOffset="134912">6344 15914 24575,'0'-7'0,"-2"0"0,0 0 0,-10-7 0,-13-12 0,-13-14 0,14 16 0,-1-1 0,2 2 0,1 0 0,-16-14 0,11 13 0,15 15 0,5 10 0,9 5 0,1 9 0,4 3 0,4 6 0,5 8 0,6 4 0,6 8 0,-11-18 0,1 2 0,1 4 0,0 0 0,1 5 0,0 1 0,0 1 0,-2 2 0,0 0 0,-2 1 0,-1-1 0,-2 0 0,-2-1 0,-1 1 0,-3-1 0,-1-1 0,-3 0 0,0-1 0,-1-2 0,-2-1 0,-1 29 0,-7-7 0,-1-20 0,-2-6 0,-1-33 0,8 4 0,-1-14 0</inkml:trace>
  <inkml:trace contextRef="#ctx0" brushRef="#br0" timeOffset="152278">5188 17286 24575,'15'-32'0,"0"-1"0,4-5 0,1 4 0,-4 5 0,-4 4 0,-6 11 0,-4 2 0,-2 8 0,0 2 0,0 17 0,0 9 0,0 17 0,0 5 0,0-9 0,0 7 0,0-16 0,0 0 0,3-8 0,-3-11 0,3-2 0</inkml:trace>
  <inkml:trace contextRef="#ctx0" brushRef="#br0" timeOffset="159778">5890 17089 24575,'0'-14'0,"0"4"0,0 2 0,1 2 0,4 0 0,3 1 0,2 1 0,2 2 0,0 1 0,-2 1 0,-3 1 0,-4 1 0,-2 3 0,-1 2 0,0 2 0,0-2 0,0 3 0,0-5 0,0 4 0,0-2 0,0-1 0,0 6 0,0-4 0,0 1 0,0 2 0,-3-3 0,3 5 0,-3-1 0,2-3 0,-1 2 0,-1-2 0,1 0 0,0-3 0,2-3 0,3-1 0,4-1 0,-1-1 0,6 0 0,-4 0 0,5 0 0,-2 0 0,4 0 0,-5 0 0,5 1 0,-7 1 0,2 2 0,-2 1 0,0 0 0,-3-1 0,1 3 0,-4-4 0,1 4 0,-1-3 0,0 1 0,0 2 0,-1-1 0,1 4 0,-2-4 0,0 4 0,0-1 0,0 5 0,0-1 0,-3 1 0,0-3 0,-6 1 0,3-1 0,0 1 0,2-4 0,2 0 0,-2-4 0,-2 0 0,0-2 0,-2-1 0,-2 0 0,-3-1 0,4 0 0,0 0 0,5 0 0,-2 0 0,3 0 0,0 0 0,2 0 0</inkml:trace>
  <inkml:trace contextRef="#ctx0" brushRef="#br0" timeOffset="172995">13913 4303 24575,'17'-16'0,"19"-16"0,-11 8 0,2-2 0,7-5 0,1-1 0,0-1 0,1 0 0,-5 1 0,0 0 0,-2-3 0,-3 0 0,6-12 0,-10 8 0,-15 24 0,-18 6 0,-11 6 0,-11 0 0,4 1 0,4 0 0,12 0 0,1 1 0,7 2 0,3 3 0,2 13 0,0 18 0,0 21 0,0-20 0,0 3 0,0 2 0,1 2 0,1 0 0,0 1 0,1 0 0,2-1 0,1-1 0,0-1 0,0-1 0,1-1 0,-1-2 0,0 0 0,0-4 0,0-1 0,0 5 0,-1-2 0,2 14 0,2-2 0,-5-22 0,-1-10 0,-4-5 0,-15-5 0,-17-7 0,-13-2 0,-6 0 0,6 0 0,11 3 0,11 1 0,11 0 0,9 0 0,8 0 0,12 0 0,25 0 0,13 0 0,-18 2 0,0 0 0,-2-2 0,-1 0 0,25 4 0,-15-4 0,-19 0 0,-4 0 0,-16 0 0,4 0 0</inkml:trace>
  <inkml:trace contextRef="#ctx0" brushRef="#br0" timeOffset="178094">29601 3786 24575,'0'16'0,"-2"14"0,-5 18 0,-1-17 0,-2 2 0,-4 2 0,-3 0 0,-3 0 0,-3 0 0,-2-1 0,-1-1 0,-2 0 0,-2-1 0,0 0 0,0 1 0,0 1 0,1-1 0,1 1 0,1-1 0,2 1 0,1-1 0,2-2 0,2 1 0,2-3 0,0-1 0,-13 22 0,0-4 0,11-19 0,-2 0 0,0-3 0,-1 0 0,-6 2 0,-2 0 0,1-1 0,-1-2 0,-5-2 0,-1 0 0,1 3 0,0 0 0,0-5 0,0 0 0,8-2 0,0 1 0,-3-1 0,0-1 0,-20 11 0,19-11 0,-1 1 0,1-3 0,-1 1 0,-1-1 0,-1 0 0,-1 0 0,-1-1 0,0 0 0,-1 0 0,0-2 0,0-1 0,2-1 0,0 0 0,2-2 0,0-1 0,-24 3 0,7-5 0,7-2 0,3-2 0,0 0 0,-2 0 0,-6 0 0,15 0 0,-1 0 0,-28 0 0,27 0 0,1 0 0,-21 0 0,12 0 0,6 0 0,9 0 0,11-1 0,1-2 0,8-3 0,1 1 0,2-1 0,4 2 0,1 0 0,1 0 0,0 1 0,0-2 0,6-6 0,13-7 0,14-8 0,12-3 0,1 3 0,-6 5 0,-10 8 0,-6 3 0,-9 6 0,0 0 0,-8 4 0,5 0 0,-8 0 0,5 0 0,-6 1 0,-5 3 0,-13 5 0,-17 9 0,-14 7 0,-6 4 0,2 0 0,5-4 0,7-3 0,3-2 0,6-3 0,4-2 0,4-2 0,2-2 0,10-5 0,0-1 0,7-2 0,1 1 0,-1 4 0,4 1 0,5 9 0,9 1 0,10 6 0,9 0 0,9-2 0,6 0 0,8-2 0,-27-11 0,1 0 0,0-1 0,0-1 0,26 8 0,-9-4 0,-14-3 0,-11-3 0,-8-4 0,-9-3 0,-1-17 0,-6-16 0,0-18 0,-1 20 0,-2-2 0,0 0 0,-1 1 0,-5-19 0,-5-3 0,7 27 0,-1-1 0,4 15 0,1 10 0,2 14 0,1 16 0,2 16 0,3 14 0,-1-25 0,2 2 0,0 0 0,1 0 0,8 24 0,-2-13 0,-4-17 0,-5-29 0,-12-13 0,-7-27 0,-16-11 0,6 7 0,7 16 0,2-1 0,-7-14 0,-1-3 0,6 16 0,7 15 0,6 12 0,3 19 0,2 21 0,0 19 0,0-20 0,0 2 0,0-2 0,0-1 0,0 23 0,0-17 0,0-17 0,0-21 0,-6-19 0,-3-18 0,-9-15 0,3-2 0,0 9 0,8 14 0,4 14 0,3 13 0,4 22 0,4 7 0,4 16 0,0-12 0,-3-6 0,-8-19 0,-13-9 0,-11-14 0,-7-6 0,1 2 0,3 3 0,14 7 0,-1 5 0,15 6 0,7 7 0,6 3 0,14 13 0,-11-7 0,3 5 0,-12-11 0,-3-2 0,-3-4 0,-3-2 0</inkml:trace>
  <inkml:trace contextRef="#ctx0" brushRef="#br0" timeOffset="181794">3911 17813 24575,'0'-13'0,"0"-3"0,0-6 0,0-2 0,-3 1 0,-5 3 0,-12 7 0,1 7 0,-7 4 0,14 2 0,-3 8 0,9 13 0,-5 19 0,3 4 0,0 6 0,1 1 0,4-11 0,0 2 0,0-7 0,1 1 0,-1 22 0,-1 1 0,2-15 0,-1 0 0,1 9 0,-1 0 0,2-7 0,0-2 0,0-7 0,0-2 0,-1 14 0,-1-20 0,1-15 0,-2-11 0,-1-7 0,-3-8 0,-4-7 0,-3-7 0,-11-9 0,2 5 0,-7-3 0,5 10 0,7 4 0,1 4 0,6 6 0,4 1 0,2 2 0,4 1 0,1 0 0,1-1 0,0 0 0,0-3 0,0-4 0,3-4 0,5-3 0,7 0 0,10 0 0,9 3 0,10 1 0,5 3 0,0 4 0,-9 4 0,-11 2 0,-9 2 0,-11 1 0,-3 0 0,-5 0 0</inkml:trace>
  <inkml:trace contextRef="#ctx0" brushRef="#br0" timeOffset="182511">4218 17759 8191,'3'-7'0,"-1"12"5063,-1 14-5063,-1 22 2818,0 17-2818,0-25 0,-1 1 859,-1 2 1,1 1-860,0 1 0,0-1 3392,0 1 0,1-1-3392,-1 0 0,2 0 0,-1 0 0,1-1 0,1-1 0,2-1 0,7 27 0,4-11 0,0-13 0,-3-13-1696,-4-9 0,-4-9 0,-2-4 0</inkml:trace>
  <inkml:trace contextRef="#ctx0" brushRef="#br0" timeOffset="183777">4633 17853 24575,'0'17'0,"0"10"0,0 10 0,0 6 0,3 0 0,6-4 0,7-4 0,5-9 0,1-8 0,-3-5 0,-3-7 0,-6-1 0,-1-12 0,-3-14 0,0-10 0,1-15 0,0 2 0,-1 10 0,-2 3 0,-2 18 0,0 4 0,-2 20 0,0 19 0,0 19 0,0-17 0,0 1 0,0 2 0,0 1 0,0-1 0,0-1 0,0 29 0,0-13 0,0-16 0,0-10 0,0-14 0,0-5 0</inkml:trace>
  <inkml:trace contextRef="#ctx0" brushRef="#br0" timeOffset="184595">4919 17550 24575,'19'34'0,"8"15"0,-8-11 0,0 3 0,2 14 0,-2 4-743,-7-12 1,-1 2 0,-1 2 742,-1 6 0,-2 3 0,-1 1 0,-2-12 0,0 2 0,-2 0 0,-1-1 0,0-2 0,-1 1 0,-2-2 0,1 0 0,-3 10 0,0-1 0,-2-3 357,-2 11 0,-4-7-357,-1-19 0,-2-5 0,1 2 0,1-22 0</inkml:trace>
  <inkml:trace contextRef="#ctx0" brushRef="#br0" timeOffset="184695">4986 18949 24575,'0'0'0</inkml:trace>
  <inkml:trace contextRef="#ctx0" brushRef="#br0" timeOffset="198411">5386 18228 24575,'45'0'0,"0"0"0,14 0 0,2 0 0,-2 0 0,2 0-318,-9 0 1,1 0-1,-2 0 318,5 0 0,0 0 0,-13 0 0,1 0 0,-1 0 156,10 0 1,-3 0-157,-6 0 0,-4 0 158,15 0-158,-21 0 0,-24 0 0,-23-3 482,-27-8-482,9 2 0,-1-2 0,-5-2 0,0-2 0,3 1 0,2 0 0,-18-9 0,19 8 0,19 7 0,24 4 0,35 2 0,-16 1 0,4 1 0,14 1 0,1 2 0,-13 0 0,1 2 0,9 3 0,-1 2 0,13 11 0,-29-10 0,-1 2 0,5 7 0,-15-3 0,-10-4 0,-7 1 0,-14 5 0,-21 9 0,8-9 0,-4-1 0,-7 4 0,-2-2 0,-2-1 0,0-2 0,0-3 0,2-3 0,-6 3 0,13-10 0</inkml:trace>
  <inkml:trace contextRef="#ctx0" brushRef="#br0" timeOffset="199911">6935 18169 24575,'29'-42'0,"-8"17"0,2-2 0,6-8 0,2-1 0,2 1 0,-1 0 0,-4 6 0,-3 0 0,11-15 0,-18 21 0,-11 9 0,-10 13 0,-1 2 0,-1 4 0,-1 6 0,-3 15 0,3 5 0,1 3 0,-1 0 0,1 3 0,-2 14 0,1 2 0,3-10 0,1-2 0,0-1 0,1-1 0,0-4 0,2-3 0,2 16 0,2-16 0,7-9 0,-1-11 0,1 0 0,-5-5 0,-5-2 0,-17-2 0,-16-1 0,-18 1 0,-10 0 0,8 2 0,9-1 0,21-1 0,9-1 0,60-2 0,-4 0 0,1 0 0,4 0 0,-12-2 0,-1 0 0,-2 1 0,-1-2 0,20-4 0,-23 2 0,-9 0 0,-11 4 0,6-2 0,3-1 0,1 1 0,-7 1 0,-5 1 0</inkml:trace>
  <inkml:trace contextRef="#ctx0" brushRef="#br0" timeOffset="390977">19802 5171 24575,'0'40'0,"0"-3"0,0 7 0,0-2 0,0 4 0,0 6-1161,0 2 1,0 6 0,0 4 0,0 0 0,0-2 1160,0-9 0,0-1 0,0-1 0,0 3 0,0 2 0,0-3 0,0 3 0,0 3 0,0 0 0,0 0 0,0-2 0,0-2 0,0 8 0,0-2 0,0-1 0,0 0 0,0 1 0,0-8 0,0 2 0,0-1 0,0 1 0,0-1 0,0-2 0,0 6 0,-1-1 0,1-1 0,0-1 0,1-1 213,0 3 1,1 0 0,1-3 0,-1-3-214,0 2 0,0-4 0,1-2 555,5 14 1,0-7-556,-3-20 0,0-2 0,0 1 0,0-3 0,0-1 0,-3-18 0,-1-6 0</inkml:trace>
  <inkml:trace contextRef="#ctx0" brushRef="#br0" timeOffset="392977">20942 5722 8191,'-17'8'0,"5"1"5063,9 15-5063,2 11 1409,1 6 0,0 5-1409,0 4 0,0 1 0,0-9 0,0 2 0,0 0 0,0 17 0,0-2 859,0-7 1,2-2-860,2-7 0,4-2 3392,8-6 0,5-3-3392,8-3 0,6-5 0,8-3 0,4-5 0,3-4 0,1-4 0,0-8 0,-1-5 0,-4-6 0,-2-7 0,-4-11 0,-6-8 0,-4-9 0,-6-6 0,-7-7 0,-5-3 0,-6 19 0,-2-1 0,-6 0-266,-10-7 0,-7-1 0,-4 3 266,1 7 0,-4 1 0,-2 3 0,-5 0 0,-3 2 0,-2 4 0,-15-2 0,-2 9 0,8 12 0,3 9 0,8 6 0,2 9 0,-1 11 0,7 9 0,15 7 0,5 3 0,-1-1 0,2 2 399,6 2 0,3-2-399,10 16 0,-8-14 0,7-20 0</inkml:trace>
  <inkml:trace contextRef="#ctx0" brushRef="#br0" timeOffset="393795">21772 5276 24575,'-3'52'0,"-2"5"0,-2 10 0,3-19 0,-1 2 0,0 4 0,1 3-988,0-6 1,1 5 0,0 1 0,0 2 0,0-1 0,1-3 987,-1 5 0,1-1 0,0-1 0,0 0 0,1 1 0,0 5 0,0 1 0,0 1 0,0-4 0,1-5 345,1 6 1,0-5-1,2-2-345,1-3 0,1-1 0,3-5 550,3-2 0,3-3-550,1-3 0,0-3 0,10 9 0,-6-11 776,-5-15 1,-3-4 0,-5-7 0</inkml:trace>
  <inkml:trace contextRef="#ctx0" brushRef="#br0" timeOffset="395077">22110 6459 24575,'3'-28'0,"12"-31"0,1 8 0,4-6 0,-4 15 0,1-3 0,1 1 0,1 1 0,0-1 0,0 2 0,5-14 0,-2 4 0,-7 17 0,-3 4 0,1-10 0,-17 22 0,-21 15 0,-8 4 0,-13 0 0,6 19 0,2 19 0,26-9 0,4 6 0,-1 22 0,3 7 0,5-20 0,2 0 0,0 3-167,0 6 0,1 1 1,0 0 166,2-4 0,0-1 0,2-2 0,3 14 0,2-4 0,0-11 0,1-2 0,-1-9 0,1-2 0,7 14 0,-4-10 0,-3-6 0,-4-3 500,-5-4-500,-2-2 0,-14 2 0,-16 4 0,-17 4 0,17-16 0,-2-1 0,-2 1 0,2-1 0,-13 3 0,16-6 0,56-20 0,28-6 0,-23 6 0,3-1 0,9-1 0,1 2 0,-11 4 0,-1 1 0,5 0 0,0 0 0,16 2 0,-18 1 0,-22 0 0,-8 0 0</inkml:trace>
  <inkml:trace contextRef="#ctx0" brushRef="#br0" timeOffset="395878">22526 5217 24575,'8'37'0,"1"1"0,3 3 0,2 6 0,1 4 0,0 5 0,1 6 0,0 2 0,-1-2-1206,-2-7 1,0-1-1,-1 1 1,0 3 1205,-3-6 0,0 4 0,-1 2 0,0 0 0,-1-1 0,-2-3 0,-1-1 0,-1-1 0,-1-2 0,-1 1 0,1 1 0,0 5 0,0 2 0,1 0 0,-1-1 0,-1-2 0,0 6 0,0-1 0,-1-2 0,-2-3-807,-3 1 1,-2-4 0,1-5 0,3-7 0,-2-7-1,-13 9 1</inkml:trace>
  <inkml:trace contextRef="#ctx0" brushRef="#br0" timeOffset="405311">25719 8378 24575,'8'-3'0,"0"9"0,0 12 0,-1 22 0,-10 7 0,-10 7 0,-11-13 0,-8-15 0,0-17 0,8-20 0,8-20 0,8-14 0,10-5 0,15 7 0,15 14 0,13 12 0,3 9 0,-7 6 0,-12 6 0,-14 7 0,-8 13 0,-21-1 0,-4 2 0,-13-12 0,5-6 0,15-5 0,10-2 0,18 0 0,-7 0 0,3 0 0</inkml:trace>
  <inkml:trace contextRef="#ctx0" brushRef="#br0" timeOffset="406078">25724 7964 24575,'25'-20'0,"13"-14"0,-12 9 0,0-2 0,2-5 0,-1-1 0,-5 0 0,-2 0 0,6-25 0,-15 11 0,-8 21 0,-8 10 0,-8 15 0,-7 0 0,-4 8 0,2 17 0,7 20 0,9-12 0,2 4 0,2 4 0,0 4 0,2 9 0,0 0 0,0-8 0,0-1 0,0 4 0,0-2 0,0 7 0,0-17 0,0-19 0,0-12 0</inkml:trace>
  <inkml:trace contextRef="#ctx0" brushRef="#br0" timeOffset="406761">25917 8654 24575,'17'0'0,"22"-1"0,-1-1 0,8-2 0,-3 0 0,5 0 0,2 0-933,-4 0 0,3 0 0,1 1 0,1-1 933,6 1 0,1-1 0,2 1 0,-1 0 0,3 1 0,1 0 0,0 1 0,-1 0 0,-3 0 0,0 1 0,-1 0 0,-1 0 0,-5-1 0,0 1 0,-1 0 0,-3 1 376,6-1 1,-2 0-1,-4 1-376,4 1 0,-5 1 618,15 3-618,-34-2-1532,-18-6 1,-7 0-1,-3-2 1</inkml:trace>
  <inkml:trace contextRef="#ctx0" brushRef="#br0" timeOffset="407978">25807 8729 24575,'29'-15'0,"20"-22"0,-13 7 0,3-4 0,4-4 0,0-2 0,-1 1 0,-2 0 0,-5 3 0,-3 4 0,4-2 0,-11 9 0,-22 26 0,0 28 0,-2 2 0,-1 10 0,0 6 0,0 1 0,0 1 0,1 13 0,1 1 0,1-1 0,2-2 0,0-7 0,2-5 0,-1-10 0,1-4 0,4 11 0,-8-30 0,-14-20 0,-19-20 0,-19-13 0,17 16 0,0 1-1357,2 2 0,1 1 0,-7-5 1,16 12-1</inkml:trace>
  <inkml:trace contextRef="#ctx0" brushRef="#br0" timeOffset="409161">27659 7976 8191,'0'-8'0,"0"-6"5063,0-4-5063,5 2 2818,11 0-2818,5 11 1719,11 1-1719,-11 4 6784,4 15-6784,-18 16 0,2 19 0,-14 6 0,-2-21 0,-2 0 0,-4-5 0,-3-2 0,-1 5 0,-1-3 0,-15 14 0,12-15 0,11-10 0,9-5 0,13-3 0,13-5 0,11-1 0,3-2 0,-8-1 0,-15 0 0,-7-2 0</inkml:trace>
  <inkml:trace contextRef="#ctx0" brushRef="#br0" timeOffset="409860">27832 8756 24575,'1'-13'0,"8"-5"0,10-3 0,11 3 0,3 8 0,-9 6 0,-11 17 0,-11 3 0,-22 16 0,-6-13 0,-14 4 0,6-18 0,15 1 0,6-9 0,11-5 0,4-1 0,7-1 0,7 5 0,-6 4 0,2 1 0</inkml:trace>
  <inkml:trace contextRef="#ctx0" brushRef="#br0" timeOffset="410527">28304 8738 8191,'12'3'0,"4"0"5063,4-3-5063,13 0 2818,14 0-2818,-14 0 0,3 0 859,6 0 1,2 0-860,5 0 0,1 0 0,3 0 0,1 0 0,2 0 0,1 0 0,2 0 0,0 0 0,1 0 0,0 0 0,-3 0 0,0 0 3392,-8 0 0,-1 0-3392,2 0 0,-4 0 0,15 0 0,-13 0 0,-26 0 0,-16 0 0,-1 0 0</inkml:trace>
  <inkml:trace contextRef="#ctx0" brushRef="#br0" timeOffset="411711">28452 8653 8191,'0'-18'0,"0"-1"5063,0 2-5063,4 3 2818,2-5-2818,2 6 1719,2-9-1719,-2-4 6784,1-5-6784,0-1 0,-5 8 0,0 15 0,-4 28 0,0 34 0,0-13 0,1 3 0,1 8 0,1 2 0,0 2 0,1 0 0,2-5 0,0-2 0,0-8 0,0-2 0,2 18 0,-2-21 0,-4-22 0,-9-13 0,-14-22 0,-12-14 0,-1 2 0,10 8 0,13 14 0</inkml:trace>
  <inkml:trace contextRef="#ctx0" brushRef="#br0" timeOffset="412728">30048 8622 24575,'-10'0'0,"1"0"0,3 1 0,4 4 0,1 5 0,1 3 0,2 1 0,5-4 0,7-5 0,5-12 0,0-9 0,-3-16 0,-8 5 0,-5 0 0,-22 18 0,-3 4 0,-9 5 0,8 0 0,14 1 0,6 5 0,4-2 0,1 1 0</inkml:trace>
  <inkml:trace contextRef="#ctx0" brushRef="#br0" timeOffset="413946">29987 7970 8191,'-6'-5'0,"3"-3"5063,3-6-5063,9-2 2818,3 3-2818,4 5 1719,-2 7-1719,-4 10 6784,-4 14-6784,-5 13 0,-4 6 0,-3-5 0,-2-11 0,1-12 0,9-6 0,23-5 0,-1-3 0,15 3 0,-16 6 0,-9 15 0,-6 7 0,-22 17 0,-9-7 0,-7-6 0,-8-8 0,16-14 0,4-2 0,10-7 0</inkml:trace>
  <inkml:trace contextRef="#ctx0" brushRef="#br0" timeOffset="415544">30456 8570 24575,'41'3'0,"6"-10"0,-7 0 0,8-8 0,-22 9 0,-1 1 0,-12 4 0,-9 1 0,-15 4 0,-19 8 0,-22 9 0,19-7 0,-1 0 0,-1 0 0,1 0 0,1 0 0,3-1 0,-10 5 0,14-6 0,19-6 0,6-3 0,-1 2 0,3 2 0,13 3 0,17 5 0,21 4 0,-19-7 0,1 0 0,-1 1 0,0-1 0,21 11 0,-17-7 0,-13-7 0,-16-9 0,-2-10 0,-6-9 0,0-13 0,0-2 0,0 0 0,0 4 0,0 5 0,0 5 0,0 2 0,0 10 0,0 3 0,0 4 0</inkml:trace>
  <inkml:trace contextRef="#ctx0" brushRef="#br0" timeOffset="416345">30465 8642 24575,'8'0'0,"6"0"0,14 0 0,21 0 0,-12 0 0,3 0 0,11 0 0,4 0 0,-14 0 0,2 0 0,0 0 0,2 0 0,1 0 0,-1 0 0,0 0 0,0 0 0,0 0-159,1 0 1,0 0 0,0 0 158,-2 0 0,0 0 0,0 0 0,-2 0 0,0 0 0,1 0 0,3 0 0,2 0 0,-5 0 0,1 3 0,-2 1 0,4-4 0,-6 1 0,-8 8 0,-14-8 0,-13 2 0,-4-3 0</inkml:trace>
  <inkml:trace contextRef="#ctx0" brushRef="#br0" timeOffset="417378">32073 8606 8191,'2'10'0,"10"-5"5063,-2 0-5063,15-5 2818,-8 1-2818,-1 7 1719,-10 7-1719,-8 6 6784,-7 0-6784,-7-7 0,-1-7 0,2-7 0,6-5 0,6-4 0,2 2 0,1 1 0</inkml:trace>
  <inkml:trace contextRef="#ctx0" brushRef="#br0" timeOffset="418378">32138 7904 24575,'0'40'0,"0"4"0,0 10 0,0-7 0,8-16 0,9-8 0,27-13 0,-5-5 0,-6-6 0,2-4 0,21-12 0,-23 3 0,-2-1 0,18-21 0,-19 1 0,-17 7 0,-10 9 0,-8 7 0,-4 6 0,2 4 0,-2 1 0,4 7 0,1 16 0,1 18 0,2-10 0,1 3 0,0 6 0,0 1 0,0 0 0,0 0 0,0 2 0,0-2 0,0 12 0,0-14 0,0-27 0,0-9 0</inkml:trace>
  <inkml:trace contextRef="#ctx0" brushRef="#br0" timeOffset="423794">21425 8654 24575,'0'54'0,"0"2"0,0 9 0,0-6 0,0 4 0,0 3-1156,0-8 0,0 3 0,0 1 1,0 0 1155,0-9 0,0 1 0,0 1 0,0-1 0,0 1 0,0-1 0,0 0 0,0-1 0,0 1 0,0-1 0,0-1 0,0-1 0,0 1 0,0-2 0,0 0 93,0 6 0,0 0 0,0-2 1,0-2-94,0 4 0,0-3 0,0-4 485,0 5 1,0-7-486,0 0 0,0-33 0,7-48 0,7-4 0,6-8 0,0 1 0,4-5 0,1-2 40,-1 5 1,2-2 0,0-1 0,2-1-41,-3 6 0,1-1 0,1 0 0,0 0 0,0 0 0,-1 0 0,1-1 0,0 1 0,0 0 0,0 2 0,3-7 0,1 0 0,-1 2 0,-2 2 223,5-7 1,-2 2-1,-2 5-223,1-2 0,-4 7 0,0 2 0,-16 30 0,-7 12 0,-3 3 2269,0 1-2269,4-3 177,14-2-177,19-13 0,-9-3 0,1-7 0,5-10 0,-1-5 0,-1-10 0,-4-4 0,-2-5 0,-4-3 0,-9 15 0,-2-2 0,-2 2 0,-1-8 0,-1 3 0,-2 0 0,-2 5 0,-3 5 0,-2 19 0,0 15 0,-10 1 0,8 3 0,-6 1 0</inkml:trace>
  <inkml:trace contextRef="#ctx0" brushRef="#br0" timeOffset="424911">22294 8636 24575,'-3'26'0,"-5"21"0,3-11 0,0 4 0,-2 11 0,-1 3 0,4-13 0,-1 1 0,1 2-190,1 0 0,0 1 0,2 0 190,-1 2 0,1-1 0,1 0 0,-1-2 0,1 0 0,0-1 0,0 0 0,-1 0 0,2-2 70,3 3 1,2-3-71,2-3 0,5-5 0,20-3 0,13-19 0,11-2 0,2-30 0,-29 4 0,-1-6 0,8-24 0,-5-10-109,-14 17 0,-2-1 0,0-2 109,2-8 0,-1-2 0,-2 1 0,-3 3 0,-2 1 0,-3 0 0,2-15 0,-9 2-20,-13 18 1,-6 1 0,-2 4 19,-5 1 0,-5 6 0,-22-3 0,-4 11 0,13 16 0,0 7 0,2 4 0,2 6 0,4 4 0,5 4 376,4 6 1,5 4-377,4 3 0,5 1 61,-2 28-61,9-14-1696,5-18 0,1-17 0,0-8 0</inkml:trace>
  <inkml:trace contextRef="#ctx0" brushRef="#br0" timeOffset="425545">23037 8317 9896,'-1'17'0,"-7"10"0,-4 8 1220,2 3 0,-1 6 0,0 3-1220,0-1 0,0 4 0,-1 1 0,3 2 0,0 7 0,1 3 0,2 0 0,0 0 232,2-11 1,0 0-1,1 0 1,0 0-1,1-2-232,1 11 0,1-2 0,1-1 0,-1-3 0,1 0 0,0-4 0,1-2 631,2-2 1,1-1 0,3-6-632,4-6 0,4-3 2320,0 3 1,3-3-2321,21 4 0,-21-23 0,-3-8 0</inkml:trace>
  <inkml:trace contextRef="#ctx0" brushRef="#br0" timeOffset="426412">23232 9154 24575,'0'30'0,"0"17"0,0-10 0,0 2 0,0 3 0,0 1 0,0-7 0,0-1 0,0 18 0,0-23 0,0-21 0,1-56 0,6-7 0,-1 4 0,2-1 0,1 13 0,3 4 0,13-19 0,4 24 0,-5 25 0,-2 31 0,-12 13 0,0 21 0,-9-12 0,3-7 0,-4-21 0,0-5 0,1-12 0,3 0 0,8-12 0,11-15 0,12-14 0,-13 13 0,0 1 0,3-5 0,-3 8 0</inkml:trace>
  <inkml:trace contextRef="#ctx0" brushRef="#br0" timeOffset="427077">23533 8335 24575,'6'40'0,"2"-11"0,3 4 0,4 15 0,2 6 0,-3-10 0,-1 4 0,0 2-924,-4-5 1,1 3 0,-2 1 0,-1 1 923,1 6 0,-2 0 0,-1 2 0,-1 3-316,-1-2 1,-1 3-1,0 1 1,-1-1-1,0-3 316,0 0 0,0-3 0,-1 0 0,-2 0 0,0 6 0,-1 1 0,-3-3 0,-4-7 195,-16 8 1,-2-11 0,13-17 0,-1-5 0,-29 5 0</inkml:trace>
  <inkml:trace contextRef="#ctx0" brushRef="#br0" timeOffset="430144">20409 14302 24575,'0'45'0,"0"-10"0,0 4 0,0 18 0,0 4 0,0-18 0,0 1 0,0-1 0,0 18 0,0-2 0,0-5 0,0-5 0,0-1 0,0-10 0</inkml:trace>
  <inkml:trace contextRef="#ctx0" brushRef="#br0" timeOffset="431228">23234 13313 24575,'2'61'0,"-1"1"0,0-9 0,0 4 0,0 4 0,-1 2 0,0-10 0,0 1 0,0 2 0,0 1 0,0 2 0,0 2-1143,0-7 1,0 3 0,0 1-1,0 1 1,0 1 0,0-1-1,0 1 1,0-1 1142,0 0 0,0 0 0,0 0 0,0 0 0,0 0 0,0 0 0,0-1 0,0-1 0,0 4 0,0 0 0,0-1 0,0-1 0,0-1 0,0 0 0,0-3 168,0 12 1,0-1 0,0-2 0,0-3 0,0-3-169,0-4 0,0-2 0,0-3 0,1-4-582,-1 17 1,1-11 0,0-1-1,1-40 1</inkml:trace>
  <inkml:trace contextRef="#ctx0" brushRef="#br0" timeOffset="432162">23846 14741 24575,'0'33'0,"0"22"0,-1-13 0,0 4 0,-1 7 0,1 3 0,0 5 0,-1 1 0,1-4 0,0-1 0,1-4 0,2-3 0,0-7 0,4-4 0,11 13 0,15-20 0,2-28 0,3-11 0,-4-12 0,0-6 0,13-5 0,-3-6 0,-11-13 0,-5-3 0,-3 3 0,-3-1 0,-6 2 0,-4 1 0,-3 2 0,-3 2 0,-14-19 0,-3 28 0,-5 4 0,-6 9 0,-4 2 0,-6-2 0,-2 4 0,1 5 0,-1 5 0,1 3 0,2 4 0,-19 15 0,14 26 0,24-11 0,4 3-1357,3-1 0,3-1 0,-1 12 1,4-22-1</inkml:trace>
  <inkml:trace contextRef="#ctx0" brushRef="#br0" timeOffset="432844">24590 14396 24575,'0'19'0,"0"21"0,0-9 0,-2 3 0,0 7 0,0 2 0,-1 6 0,1 1 0,-1 1 0,1 1 0,1 3 0,0 2 0,1-8 0,0 2 0,0 0-220,0-7 0,-1 0 0,2 1 220,5 10 0,1 2 0,2-2 0,0-6 0,2-1 0,2-2 0,9 13 0,2-2 0,-1-3 0,-1-5 0,5 3 0,-12-22 0,-9-19 0</inkml:trace>
  <inkml:trace contextRef="#ctx0" brushRef="#br0" timeOffset="433761">24874 14858 24575,'0'40'0,"0"-11"0,0 7 0,0 3 0,0 17 0,0 5 0,0-15 0,0-27 0,0-22 0,0-19 0,0-12 0,3-4 0,7 3 0,10 8 0,10 11 0,8 9 0,-13 8 0,1 15 0,-16 5 0,-3 6 0,-4-5 0,-3-7 0,1-7 0,0-2 0,1-4 0,1-1 0,0-1 0,1 0 0,-2 0 0,1 0 0</inkml:trace>
  <inkml:trace contextRef="#ctx0" brushRef="#br0" timeOffset="434411">25257 14186 24575,'15'19'0,"13"30"0,-5-4 0,1 7 0,-4-6 0,-1 3 0,-1 3-1067,-3-3 1,-2 4 0,0 0 0,-2 2 1066,0 4 0,-1 1 0,-2 1 0,-1 2-334,-2-3 1,-2 2-1,-1 2 1,-2-2 0,-3-2 333,-5 3 0,-4-1 0,-2-2 0,3-3 0,5 6 0,1-3 0,-5-8 0,-14-14 0,0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7:05:18.6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14873 3393 24575,'37'-3'0,"11"1"0,9 1 0,-14 1 0,4 0 0,2 0 0,3 0-1245,2 0 1,2 0 0,3 0 0,1 0 0,0 0 1244,-5 0 0,0 0 0,2 0 0,-1 0 0,1 0 0,0 0 0,-1 0 0,1 0 0,0 0 0,-1 0 0,0 0 0,0 0 0,9 0 0,-1 0 0,-1 0 0,0 0 0,-2 0-37,-6 0 0,-1 0 0,-2 0 0,0 0 0,-1 0 37,7 0 0,-2 0 0,-1 0 0,-2 0 308,8 0 0,-1 0 0,-4 0-308,-7 0 0,-2 0 0,-3 0 0,12 0 0,-6 0 0,-12 0 0,-4 0 2976,14 0-2976,-25-2 1897,-15-1-1897,-13-1-1544,-14 3 0,6 2 0,-4 0 1</inkml:trace>
  <inkml:trace contextRef="#ctx0" brushRef="#br0" timeOffset="24267">7254 15657 24575,'13'0'0,"8"0"0,13 0 0,12 0 0,11 0 0,-24 0 0,1 0 0,4 0 0,0 0 0,1 0 0,0 0 0,-1 0 0,0 0 0,-1 0 0,-1 0 0,-3 0 0,0 0 0,30 0 0,-1 0 0,-26 0 0,1 0 0,-4 0 0,-1 0 0,6 0 0,-1 0 0,24-4 0,0 3 0,-4-2 0,-13 3 0,4 0 0,-10 0 0,10 2 0,-1 4 0,4 1 0,5 3 0,5-1 0,-1 0 0,-2 0 0,-6 1 0,-7-2 0,-7-2 0,-7-3 0,-7-1 0,-5-2 0,-2 0 0,0 0 0,0 0 0,9 0 0,-2 0 0,6 0 0,-1 0 0,5 0 0,8 0 0,2-4 0,-9 1 0,2-2 0,2-1 0,2-2 0,10-1 0,2 0 0,1-1 0,1 1 0,0-1 0,0 1 0,-1 1 0,1 1 0,-2 0 0,0 1 0,-2 1 0,-2 0 0,-1 0 0,-1 1 0,-4 2 0,-2-1 0,-1 0 0,-1 0 0,-3 0 0,0 1 0,-3 1 0,-1-1 0,1 0 0,-1 0 0,1 0 0,1 0 0,2-1 0,1 0 0,1 0 0,3-1 0,12-1 0,1 0 0,-6 3 0,-1-1 0,10-2 0,1 0 0,1 2 0,0 1 0,-1-1 0,1 0 0,2-2 0,0 1 0,3 4 0,-4-1 0,-17-1 0,-1-1 0,16 2 0,2 0 0,-12 0 0,0 0 0,13-1 0,2 1 0,-21 1 0,1-1 0,0 1 0,0 0 0,1 0 0,0 0 0,1 0 0,0 0 0,0 0 0,2 0 0,0 0 0,1 0-256,1 0 0,1 0 1,0 0 255,3 0 0,1 0 0,-1 0 0,-1 0 0,0 0 0,-1 0 0,-1 0 0,-1 0 0,1 0 0,-2 0 0,1 0 0,-1 0 0,-3 0 0,1 0 0,-2 0 0,1 0 0,-1 0 0,-1 0-27,20 1 1,-3 0 26,-4 0 0,-1 0 0,-3 1 0,0 0 0,11 2 0,-2 1 0,-11-2 0,-2 1 0,10 1 0,0 1 0,-13-2 0,0 0 0,5 1 0,0-1 0,-4 0 0,0 1 382,2-1 1,-3 0-383,-12-1 0,-2 1 27,6-1 1,-1 1-28,13 1 0,3 0 0,-17-2 0,-11 1 0,-14-14-1696,-3-4 0,-7-1 0,0 1 0</inkml:trace>
  <inkml:trace contextRef="#ctx0" brushRef="#br0" timeOffset="91817">7192 14933 24575,'0'28'0,"0"7"0,0 12 0,0 5 0,0 6 0,0 2 0,0-28 0,0 0 0,0 2 0,0-1 0,0 29 0,0-10 0,0-16 0,0-14 0,0-10 0,0-8 0,0-23 0,0-4 0,-4-14 0,0-4 0,0 3 0,0-11 0,6 3 0,4 1 0,6 2 0,3 5 0,1 7 0,-1 7 0,-7 11 0,1 1 0,-5 4 0,2-4 0,-1-1 0,1-1 0,0 0 0,1 2 0,0 3 0,2 1 0,1 1 0,3 0 0,9 1 0,9-1 0,7 1 0,13 2 0,-12-1 0,19 3 0,-11 0 0,12 0 0,-1 2 0,-3 0 0,0 0 0,-5 0 0,-3 0 0,-3 0 0,-3 0 0,-1 0 0,4 0 0,8 0 0,-17 0 0,1 0 0,5 0 0,3 0 0,3 0 0,3 0 0,-6 1 0,3 1 0,0 0 0,14 1 0,0 0 0,-13-1 0,1 0 0,-1 0-143,-2 0 1,-1-1 0,0 1 142,17-2 0,1 0 0,-16 0 0,0 0 0,0 0 0,-2-3 0,0 0 0,-2 0 0,11 1 0,-1-1 0,-9-1 0,2-2 0,-2 2 0,12-1 0,1 1 0,-10 1 0,2-1 0,0 1 0,-2-1 0,-1 1 0,0-1 0,-1 0 0,-1 0 0,0-1 0,-1 2 0,0-1 0,-1 0 0,18-2 0,-2 1 0,-3 1 0,-1 0 0,-5 0 0,-1 1 0,-4-1 0,-1-1 0,-3 1 0,-1-1 0,-3 0 0,-2 0 0,-1 0 0,-2 0 427,27-2-427,-7 1 0,-4-1 0,12-2 0,-4-4 0,-16 5 0,3 0 0,0 0 0,1-1 0,12 0 0,3 0 0,-14 1 0,0 0 0,2 1-326,5-1 0,1 1 0,1 0 326,4 0 0,1 0 0,-2 1 0,-5 0 0,-1 1 0,2 1 0,-5 0 0,2 2 0,1-1 0,-1 1-553,10-1 1,-1 0 0,3 0 552,-4 0 0,3 0 0,1 0 0,0 0-467,-10 1 1,0-1 0,1 0 0,0 0 0,0 0 466,3 0 0,0-1 0,0-1 0,1 1 0,-1 0 0,2 0 0,0-1 0,1 1 0,-1-1 0,0 1 0,0 0 0,0-1 0,1 1 0,-1-1 0,-1 1 0,0 0 0,-1 0 0,1 0 0,-1 1 0,0-1 0,0 1 0,0 0 0,0 1 0,0-1 0,-1 0 0,0 1 0,0-1 0,0 1 0,0 0 0,-1 0-334,-1 0 1,-1 1 0,1-1 0,-1 1 0,0 0 333,10-1 0,0 1 0,-1-1 0,0 1 0,-3-1 0,1 0 0,-2 0 0,1 0 0,0 0 0,0 0 0,0 0 0,0 0 0,0-1 0,0 0 0,0-1 0,1 0 0,0 0 0,0 0 0,0-1 0,1 0 0,3 0 0,0 0 0,0 0 0,-1 1 0,-3 0 0,-1 1 0,-1 0 0,-1 0-22,-5 1 1,0-1 0,-2 1 0,0 1 21,12 0 0,-1 1 0,-3 1 532,4-1 0,-1 0-532,-14 0 0,1 0 0,-2 0 0,13 0 0,-3 0 0,1 0 0,1 0 0,-13 0 0,1 0 0,-1 0 0,16-1 0,2 2 0,-10-1 0,2 1 0,0 1 485,2 0 0,0 1 1,-1 1-486,1 0 0,0 1 0,0 0 0,-2 1 0,-1 0 0,-1 1 652,-5 0 1,-2 0 0,-2 0-653,7 3 0,-4-1 517,-10 0 0,-4 0-517,6 7 277,-14-4-277,1 4 928,6 5-928,6 8 0,0 2 0,-4 1 0,-6-7 0,-4-3 0,-12-7 0,-2-5 0,-8-2 0,0-3 0,0 0 0,0 5 0,0 15 0,0 23 0,0-10 0,0 3 0,0 8 0,0 2 0,0 3 0,0 0 0,0-1 0,0 0 0,0-8 0,0-1 0,0-5 0,0-3 0,0 21 0,0-16 0,0-15 0,0-7 0,0-5 0,0-7 0,0 3 0,0-1 0,0 6 0,0 8 0,0-2 0,0 1 0,0-12 0,0-2 0,0-4 0,-1 0 0,-4 0 0,-10 1 0,-19 2 0,2-1 0,-4-1 0,-18 1 0,-8-1 0,8-2 0,-3 0 0,-3-1-526,7 0 1,-2-1 0,0 0-1,-1 0 526,-5-1 0,0 1 0,-1-1 0,1 0 0,1 0 0,0 0 0,0 0 0,2 0 0,3 0 0,0 0 0,1 0 0,1 0-331,-12 0 0,2 0 0,1 0 331,3 0 0,1 0 0,0 0 0,0-1 0,0 1 0,1-1 0,0-1 0,1-1 0,-1 1 0,-2-2 0,-1 1 0,0-1 0,-1 0 0,-1-1 0,0 1 0,15 0 0,-1 1 0,-1 0 0,0 0-394,-5 0 0,-1 1 1,-1 0-1,1 0 394,2 0 0,-1 1 0,1-1 0,0 1 0,0-1 0,-1 0 0,1 0 0,1 1-215,-12 0 0,2 1 0,1-1 215,9-1 0,2-2 0,1 1 0,1 1 0,1 1 0,3-1 867,-2-3 0,2 0-867,-6-1 0,3 1 241,-10-2 0,12 1 1,20 5-1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7:07:09.22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31767 5136 24575,'-9'-6'0,"-2"-3"0,-6-1 0,-21 2 0,-17 5 0,21 3 0,-2 0 0,-7 3 0,-1 2 0,6 0 0,1 2 0,-5 4 0,2 2 0,-16 11 0,22-8 0,2 2 0,-18 14 0,20-10 0,0 2 0,3 0 0,2 2 0,2 2 0,1 1 0,1 1 0,1 2 0,1 0 0,2 1 0,2 0 0,1 0 0,1 0 0,2-1 0,-2 27 0,5-5 0,13-5 0,14-2 0,12-6 0,11-3 0,2-4 0,0-8 0,9-1 0,-8-13 0,-10-6 0,5-2 0,3-9 0,2-3 0,4 0 0,1-3 0,9-6 0,-1-2 0,-16 2 0,-3 0 0,-6 3 0,-1 0 0,16-9 0,-20 9 0,4-5 0,-7 0 0,-1-3 0,-1-5 0,3-6 0,-1-5 0,0-4 0,-3-4 0,-3-1 0,-6-2 0,-5-2 0,-4-4 0,-9-3 0,-7 2 0,-9 2 0,-8 2 0,0 13 0,0 4 0,3 16 0,12 9 0,2 4 0</inkml:trace>
  <inkml:trace contextRef="#ctx0" brushRef="#br0" timeOffset="1349">31313 5492 24575,'-13'-1'0,"-1"-4"0,-5-4 0,3 1 0,3 3 0,1 6 0,-1 11 0,-4 11 0,-2 11 0,3 9 0,4 16 0,7-11 0,3 3 0,2-24 0,0-9 0,11-12 0,7-1 0,16-5 0,-8-3 0,5-5 0,-13-4 0,0-4 0,-5 0 0,-5-1 0,-5 2 0,-1 1 0,-2 2 0,0-1 0,0-2 0,1 4 0,0 0 0,2 8 0,1 1 0,0 3 0,6 8 0,-4 3 0,1 5 0,-2-3 0,-4-6 0,2 4 0,-2-6 0,3 8 0,1 1 0,2 8 0,-4-10 0,0-1 0</inkml:trace>
  <inkml:trace contextRef="#ctx0" brushRef="#br0" timeOffset="2268">31122 6137 24575,'-39'32'0,"14"-5"0,-1 4 0,-10 8 0,-3 4-344,9-4 0,0 2 0,1 0 344,-9 8 0,-1 2 0,7-5 0,-1 3 0,1-2 0,7-9 0,0-2 0,0 1 0,-5 6 0,-1 2 0,0-3 0,3-5 0,0-1 0,1-2 0,-11 11 0,2-3 169,4-7 0,0-3-169,7-8 0,2-3 171,-8 7-171,14-15 0,11-7 0,4-3 0</inkml:trace>
  <inkml:trace contextRef="#ctx0" brushRef="#br0" timeOffset="3467">30202 7269 24575,'-15'0'0,"-7"0"0,-15 0 0,-14 0 0,-10 7 0,29-1 0,-1 4 0,-5 7 0,1 5 0,6-1 0,3 4 0,-4 9 0,3 3 0,9-5 0,4 2 0,0 6 0,3 1 0,2 0 0,2 1 0,1 2 0,3 1 0,0 0 0,1-1 0,1 1 0,2-2 0,3-10 0,3 0 0,4 9 0,5-1 0,7-7 0,4 0 0,7 7 0,4 0 0,3-4 0,3-1 0,-1-5 0,0-2 0,-2-6 0,-1-1 0,-4-6 0,-1-1 0,24 2 0,-9-8 0,-5-7 0,-1-15 0,7-20 0,-22 9 0,-1-4 0,3-4 0,-2-3 0,4-10 0,-3 0 0,-9 9 0,-2 0 0,2-6 0,-3 0 0,-7 9 0,-2 0 0,-3 0 0,0-1 0,0-2 0,-1 0 0,-3 3 0,0-1 0,1-2 0,-2 1 0,-6-13 0,-9-12 0,-11 21 0,-9-7 0,-6 7 0,-9 7 0,21 16 0,-2 2 0,-8 1 0,0 2 0,1 2 0,2 1 0,-14-1 0,21 6 0</inkml:trace>
  <inkml:trace contextRef="#ctx0" brushRef="#br0" timeOffset="4751">29862 7810 24575,'12'-14'0,"4"-6"0,8-10 0,-7 2 0,-1 5 0,-13 11 0,0-2 0,-3 1 0,0 0 0,-2-1 0,-2 4 0,-3 1 0,-1 3 0,-1 3 0,1 3 0,0 4 0,1 8 0,-1 14 0,2 18 0,2 17 0,3-26 0,1 1 0,0 0 0,0 1 0,0-2 0,0-2 0,3 26 0,4-10 0,4-10 0,10-4 0,-2-13 0,4-3 0,-1-13 0,4-3 0,4-7 0,-4-4 0,5-12 0,-9-9 0,3-7 0,-8-1 0,-7 5 0,-8 4 0,-16 2 0,-22 5 0,7 11 0,-3 1 0,0 2 0,0 1 0,-13-1 0,21 3 0</inkml:trace>
  <inkml:trace contextRef="#ctx0" brushRef="#br0" timeOffset="6367">31635 6082 24575,'29'49'0,"-3"-13"0,6 4 0,-3-5 0,4 4 0,1 0-983,7 7 0,2 1 0,1 1 983,-10-10 0,1 0 0,0 0 0,0 0 0,-1-1 0,0 0 0,-1-1 0,0 0 0,9 11 0,0-2 0,-1 0 41,-3-5 1,-1 0 0,-1-1-42,-3-4 0,0-1 0,-2 1 0,-2-3 0,0-1 0,-1 1 333,11 12 1,-2-2-334,-14-12 0,-1-2 0,17 18 0,-27-28 1482,-7-12-1482,-13-5 675,-27-7-675,-27 1 0,22 1 0,-3 3 0,-6 4 0,-1 5 0,1 3 0,1 6 0,2 5 0,2 5 0,3 5 0,4 5 0,7 1 0,5 2 0,5 1 0,4 1 0,6-1 0,3 0 0,2-1 0,4-1 0,4 0 0,4-1 0,3 0 0,5-2 0,6 4 0,6-3 0,6 2 0,5-3 0,3 0 0,4-3 0,0-3 0,4-2 0,-9-10 0,1-2 0,0-1 0,11-1 0,-1-2 0,5 0 0,-2-5 0,-14-4 0,-3-5 0,-2-6 0,-3-6 0,1-11 0,-4-3 0,-6 4 0,-4-4 0,4-14 0,-4-2 0,-10 12 0,-1 1 0,1-5 0,-1 0 0,0-21 0,-5 11 0,-9 8 0,-16-8 0,2 17 0,-3-2 0,-9-8 0,-3-2 0,-4-3 0,2 1 0,12 15 0,3 3 0,-13-14 0</inkml:trace>
  <inkml:trace contextRef="#ctx0" brushRef="#br0" timeOffset="7700">32452 7592 24575,'-9'50'0,"-2"2"0,-4 9 0,7-4 0,1-1 0,7-9 0,0-5 0,7-11 0,13 3 0,11-6 0,10 4 0,-1-7 0,-5-7 0,-8-8 0,-7-5 0,-6-4 0,-7-3 0,-1 0-1696,-6-1 0,0 0 0,0 2 0</inkml:trace>
  <inkml:trace contextRef="#ctx0" brushRef="#br0" timeOffset="8633">32369 7647 24575,'29'-8'0,"0"1"0,7 0 0,-3 3 0,-2 3 0,-3 0 0,-1 1 0,-7 0 0,1 0 0,-15 2 0,-1-2 0,-5 1 0</inkml:trace>
  <inkml:trace contextRef="#ctx0" brushRef="#br0" timeOffset="9550">30463 9350 24575,'0'-19'0,"0"-2"0,0 8 0,0 2 0</inkml:trace>
  <inkml:trace contextRef="#ctx0" brushRef="#br0" timeOffset="11016">30298 8580 24575,'0'24'0,"0"16"0,1-9 0,2 4 0,3 12 0,2 2 0,4 10 0,1 1 0,-2-18 0,1 1 0,0 0 0,0 0 0,0 0 0,-1-1 0,5 17 0,-1-3 0,-2-7 0,0-2 0,-3-9 0,0-1 0,7 17 0,-1-14 0,-9-15 0,-1-8 0,-7-12 0,-12-10 0,-22-8 0,6 5 0,-4 0 0,-8 0 0,-3 2 0,-3 2 0,0 1 0,3 2 0,0 1 0,5 4 0,1 2 0,5 5 0,4 4 0,-17 28 0,29-16 0,4 3 0,4 1 0,3 2 0,2 0 0,3 1 0,2 5 0,2 0 0,3 2 0,3 1 0,4 1 0,4 0 0,4 1 0,4-2 0,2-3 0,4-2 0,7 4 0,3-2 0,-5-8 0,1-3 0,3 2 0,1-2 0,-4-10 0,-2-3 0,-5 0 0,0-3 0,30 4 0,-16-9 0,-9-4 0,-3-10 0,-5-13 0,10-20 0,-19 13 0,-1-3 0,0-3 0,-1-1 0,-2-1 0,-2 0 0,-3 1 0,-2-1 0,-2 0 0,-3-1 0,-1 0 0,-3-1 0,-3-1 0,-3 0 0,-2-2 0,-3 1 0,-4 1 0,-2 1 0,-2 2 0,-2 2 0,-2 2 0,-2 3 0,-2 3 0,-1 3 0,0 3 0,1 3 0,-7-3 0,10 8 0</inkml:trace>
  <inkml:trace contextRef="#ctx0" brushRef="#br0" timeOffset="12067">30343 9599 24575,'0'25'0,"0"17"0,0-7 0,0 4 0,0 1 0,0 1 0,0 4 0,0 0 0,0-9 0,0 0 0,0-3 0,0-1 0,0 30 0,0-9 0,0-2 0,0-23 0,0 1 0,-1-24 0,-5-5 0,-33-40 0,0 2 0,8 10 0,-1 0 0,-11-7 0,9 11 0,17 13 0,3 4 0,11 12 0,0 11 0,2 4 0,1 9 0,0-9 0,0-3 0,1-9 0,3-1 0,7-6 0,10 1 0,13-2-1696,5 0 0,-14 0 0,-7 0 0</inkml:trace>
  <inkml:trace contextRef="#ctx0" brushRef="#br0" timeOffset="25917">30399 5974 24575,'0'0'0</inkml:trace>
  <inkml:trace contextRef="#ctx0" brushRef="#br0" timeOffset="26683">30560 5883 24575,'-13'0'0,"-5"0"0,-12 0 0,-16 1 0,14 2 0,-3 1 0,-3 1 0,-2 1 0,-3 1 0,-1 1 0,1 0 0,1-1 0,5 0 0,2-2 0,-24 4 0,21-5 0,17-3 0,11-1 0,8 0 0</inkml:trace>
  <inkml:trace contextRef="#ctx0" brushRef="#br0" timeOffset="27300">29513 5972 24575,'-44'0'0,"12"0"0,-1 0 0,0 0 0,0 0 0,-3 0 0,-1 0 0,-10 0 0,-1 0 0,9 0 0,-1 0 0,-8 0 0,-1 0 0,6 0 0,3 0 0,5-1 0,3 2 0,-11 0 0,21-1 0,14 1 0</inkml:trace>
  <inkml:trace contextRef="#ctx0" brushRef="#br0" timeOffset="28018">27977 5880 24575,'-17'0'0,"-11"0"0,-18 0 0,14-1 0,-3 0 0,-12-2 0,-1 0 0,3 1 0,1 0 0,-7-1 0,2 1 0,-11 2 0,13-3 0,29 2 0,7-2 0</inkml:trace>
  <inkml:trace contextRef="#ctx0" brushRef="#br0" timeOffset="28983">27029 5780 24575,'-13'0'0,"-8"0"0,-14 0 0,-9-3 0,-10-4 0,-4-2 0,-3-2 0,2 1 0,5 3 0,5 3 0,4 2 0,-18 2 0,6 0 0,19 0 0,-2 0 0,-22 0 0,29-3 0,0-1 0,-20-1 0,6-8 0,16 5 0,0-5 0,7 2 0,-3-2 0,3 1 0,0 1 0,4 0 0,3 2-1696,6 2 0,7 4 0,2 2 0</inkml:trace>
  <inkml:trace contextRef="#ctx0" brushRef="#br0" timeOffset="29683">25638 5567 24575,'-17'0'0,"-10"0"0,-16 0 0,-7 0 0,4 0 0,6 0 0,11 0 0,2 0 0,-12 0 0,-3 0 0,11 0 0,-2 0 0,-1 0 0,0 0 0,0 0 0,0 0 0,-1 0 0,2 0 0,-16 0 0,17-2 0,16 2 0,11-2 0</inkml:trace>
  <inkml:trace contextRef="#ctx0" brushRef="#br0" timeOffset="30602">24486 5547 24575,'-32'0'0,"-4"0"0,-11 0 0,-10 0 0,12 0 0,-3 0 0,6 0 0,-1 0 0,-13 0 0,-1 0 0,13 0 0,2 0 0,1 0 0,2 0 0,-23 0 0,15 0 0,16 0 0,9 0 0,11 0 0,5 0 0,5 0 0</inkml:trace>
  <inkml:trace contextRef="#ctx0" brushRef="#br0" timeOffset="32567">23631 5547 24575,'22'-25'0,"13"-3"0,-10 10 0,2 0 0,5-2 0,0 1 0,-1 2 0,1 1 0,2-1 0,0 1 0,12-5 0,-6 7 0,-26 8 0,-19 15 0,-14 3 0,-28 18 0,17-13 0,-2 2 0,-7 4 0,-2 1 0,1 1 0,0 0 0,2-1 0,2 0 0,5-4 0,2 0 0,-15 10 0,16-10 0,12-8 0,9-4 0,3-4 0,4-1 0,0 1 0,1 2 0,6 2 0,13 5 0,18 6 0,-3-4 0,2 2 0,-2 0 0,1 1 0,7 2 0,-2-1 0,16 8 0,-17-6 0,-14-8 0,-15-7 0,-6-1 0,-3-5 0</inkml:trace>
  <inkml:trace contextRef="#ctx0" brushRef="#br1" timeOffset="42701">23143 5172 24575,'12'-20'0,"33"-21"0,-7 5 0,-4 12 0,8-2 0,0 2-787,8-1 1,3 1 786,0 0 0,5-1 0,0 1-354,-4 2 0,1 2 0,0 1 354,4 0 0,0 1 0,1 1 0,-1 1 0,0 0 0,1 2 0,0 1 0,0 1 0,-3 1 0,-8 3 0,-2 0 0,2 1 0,10-1 0,2 0 0,-1 2 0,-9 1 0,-1 2 0,1 0 0,-3 0 0,1 0 0,0 1 0,1-1 0,-1 2 0,-1 0 0,1 0 0,1 0 0,2 0 0,0 0 0,2 1 0,-1 0-332,4 0 1,1 0-1,0 1 1,0 0 331,2 2 0,1 1 0,-1 1 0,0 1 0,1 1 0,0 2 0,-1 0 0,0 2 0,-2 2 0,0 1 0,0 1 0,-2 0 0,-1 2 0,-1 1 0,0 0 0,-1 1 0,0-1 0,-1 0 0,0 0 0,-1 1-299,-1-1 1,0 0 0,0-1 0,-1 1 298,-2-1 0,0 0 0,0 0 0,-1-1 0,11 4 0,-1 0 0,-2-1 115,-5-1 1,-1-1 0,-2 1-116,13 5 0,-2 0 512,-5-1 1,-5 1-513,-13-3 0,-5 0 1972,20 18-1972,-36-9 1453,-8-5-1453,-5-9 357,29-5-357,31-9 0,-27 1 0,2 0 0,18 1 0,1 3 0,-10 2 0,0 3 0,11 4 0,2 1 0,-5 2 0,-2 2 0,-1-1 0,-1 0 0,-5-2 0,-1 0 0,0-2 0,0-1 0,1 0 0,0-2 0,1 0 0,0-1 0,-2-1 0,-1-1 0,-5-1 0,0-2 0,-2-1 0,0-1 0,1-2 0,2 0 0,3-1 0,1 0 0,6 0 0,0 0 0,3 0 0,1 0 0,0 1 0,1 0 0,11-1 0,0 1 0,-13-1 0,1 0 0,9 0 0,-1 0 0,-14-1 0,-1 0 0,1 0 0,-1 0 0,0 0 0,0 0 0,-2 0 0,-1 0 0,-2 0 0,-1 0 0,23-4 0,-29 0 0,-1 0 0,15-8 0,10-2 0,-8 1 0,-6 1 0,-9 2 0,-11 1 0,-10-1 0,-9-3 0,-13-5 0,-15-6 0,-11 0 0,-3 2 0,7 7 0,13 6 0,11 4 0,29 3 0,18 6 0,-8-1 0,2 2 0,1 0 0,-1 2 0,29 8 0,-19-1 0,1 2 0,-18-1 0,1 4 0,-10-4 0,-8 1 0,-5-1 0,-11 3 0,-13 3 0,-12 2 0,-7-1 0,3-4 0,8-6 0,7-5 0,12-5 0,4-2 0,5-1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7:09:22.47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10182 7087 24575,'24'0'0,"31"0"0,-7 0 0,4 0 0,10 0 0,3 0 0,-19 0 0,1 0 0,-1 0 0,15 0 0,-3 0 0,-12 0 0,-4 0 0,21 0 0,-33 0 0,-23 0 0,-19-9 0,-11 1 0,-19-15 0,2 1 0,-6-4 0,8 3 0,10 4 0,18 11 0,12 4 0,19 11 0,14 3 0,10 6 0,3 1 0,10 2 0,-18-2 0,-1-1 0,-20-4 0,-7-3 0,-5-3 0,-3-2 0,-3-1 0,1 1 0,-2 0 0,0 0 0,0 0 0,-1 0 0,-4 1 0,-4 1 0,-3 2 0,-2 2 0,1 2 0,-1 0 0,2-1 0,3-1 0,5-4 0,2 0 0,2-3 0,0 1 0,0 1 0,-3 3 0,-13 3 0,-9 2 0,-13 0 0,-1 1 0,9-6 0,4-2 0,16-6 0,1 0 0</inkml:trace>
  <inkml:trace contextRef="#ctx0" brushRef="#br0" timeOffset="36784">13859 15093 24575,'50'0'0,"-14"0"0,4 0 0,20 0 0,1 0 0,-7 0 0,-1 0 0,0 0 0,-4 0 0,7 0 0,-16 0 0,-7 0 0,-10 0 0,-4 0 0,0 0 0,-4 0 0,-6-3 0,-10-4 0,-15-8 0,-8-6 0,-3-1 0,5 3 0,7 4 0,7 6 0,13 2 0,12 6 0,13 0 0,13 1 0,0 6 0,-4 1 0,-7 6 0,-12-1 0,-5-3 0,-4 1 0,-4-2 0,-2 2 0,-2 0 0,-3 0 0,0 0 0,-4 2 0,-5 0 0,-5 0 0,-4 2 0,1 0 0,1-1 0,2-1 0,6-7 0,0-1 0,6-4 0,0 0 0</inkml:trace>
  <inkml:trace contextRef="#ctx0" brushRef="#br0" timeOffset="43483">13485 16124 24575,'47'0'0,"16"0"0,-19 0 0,7 0 0,1 0-905,3 0 1,1 0-1,3 0 905,-8 0 0,3 0 0,0 0 0,-1 0 0,-1 0 0,-1 0 0,-1 0 0,-2 0 0,6 0 0,-2 0 0,-2 0 431,10 0 0,-5 0-431,-19 0 0,-5 0 447,-1 0-447,-24-2 0,-14-4 0,-18-6 1405,-12-7-1405,-6-6 0,1-1 0,9 3 0,10 5 0,11 8 0,8 4 0,11 5 0,13 0 0,31 1 0,9 3 0,-22-1 0,0 1 0,21 7 0,-11 1 0,-17 2 0,-8-1 0,-7 0 0,-8-4 0,-2 0 0,-5-3 0,0 3 0,0 1 0,-5 2 0,-6 0 0,-9 2 0,-7 0 0,-1 0 0,6-3 0,8-4 0,7-1 0,6 0 0,1 1 0,0 2 0,0-2 0,0 4 0,0-6 0,0 5 0,-3-3 0,-3-3 0,-6-8 0,4 3 0,0-7 0</inkml:trace>
  <inkml:trace contextRef="#ctx0" brushRef="#br0" timeOffset="51383">27672 5701 24575,'-8'-3'0,"4"2"0,-1 11 0,5 17 0,0 34 0,0-28 0,0 1 0,-1 7 0,2-1 0,5 18 0,7-11 0,12-13 0,5-10 0,-2-10 0,6-8 0,-4-6 0,8-5 0,-2-6 0,-3-7 0,-7-6 0,-7 2 0,-6 4 0,-5 2 0,-2 1 0,-1-3 0,2-4 0,-1-4 0,-1-4 0,-2-2 0,-1-4 0,-2-1 0,-5 1 0,-15-5 0,-13 11 0,-19 1 0,3 18 0,-2 4 0,25 7 0,7 0 0,16 0 0</inkml:trace>
  <inkml:trace contextRef="#ctx0" brushRef="#br0" timeOffset="52983">27810 6223 24575,'-12'5'0,"-16"11"0,-23 15 0,15-5 0,-2 3 0,-2 4 0,-1 2 0,1 0 0,-1-1 0,3-1 0,2-1 0,4-5 0,2-2 0,5-4 0,0-1 0,-8 6 0,14-9 0,8-11 0,-4-3 0,-17-18 0,-13-1 0,-12-7 0,6 8 0,11 8 0,7 4 0,10 12 0,-6 18 0,3 22 0,11-15 0,2 2 0,2 3 0,2 1 0,3-1 0,1 0 0,2-4 0,3-1 0,10 20 0,14-16 0,15-14 0,10-13 0,-1-8 0,-5-11 0,-7-9 0,-4-14 0,-5-12 0,-5-4 0,-5 0 0,-7-1 0,-5 11 0,-3 2 0,-11 14 0,-4 3 0,-7 6 0,7 4 0,5 3 0</inkml:trace>
  <inkml:trace contextRef="#ctx0" brushRef="#br0" timeOffset="54033">26895 7244 24575,'0'40'0,"0"-9"0,0 4 0,0 15 0,0 5 0,0-11 0,0 1 0,0 1 0,0 0 0,0 1 0,0-1 0,0 0 0,0-1 0,0-1 0,0 16 0,0-3 0,0-11 0,0-2 0,0-8 0,0-3 0,0-1 0,0-14 0,-3-25 0,-7-8 0,-13-7 0,-12-1 0,-26 8 0,-2 12 0,25 14 0,1 7 0,6 5 0,3 5 0,4 8 0,5 4 0,1 2 0,5 1 0,5-1 0,3-1 0,0-2 0,3 0 0,7-4 0,3-2 0,10 20 0,3-27 0,4-2 0,1-4 0,2-2 0,12 4 0,3-3 0,0-4 0,1-5 0,3-1 0,0-5 0,-3-5 0,-2-4 0,-9-5 0,-3-3 0,14-24 0,-22-11 0,-15 4 0,-5 16 0,-2 11 0</inkml:trace>
  <inkml:trace contextRef="#ctx0" brushRef="#br0" timeOffset="55166">26857 9038 24575,'0'19'0,"0"18"0,0 6 0,0-12 0,0 3 0,0 10 0,0 9 0,0 1 0,0-5-571,0 9 1,0 0 570,0 3 0,0 4 0,0-6 0,0-4 0,0-5 186,0-6 1,0-3-187,0 10 189,0-29-189,-4-25 0,-5-20 0,-7-8 579,-9 3-579,-11 10 0,-11 16 0,-10 25 0,24-1 0,2 7 0,-1 9 0,3 5 0,2 8 0,4 4 0,5 0 0,4 2 0,5-1 0,4-1 0,4-1 0,7-1 0,12 4 0,6-1 0,-2-11 0,5-3 0,11 3 0,4-5 0,-5-11 0,0-5 0,3-5 0,-1-4 0,-2-1 0,-1-4 0,4-7 0,-2-8 0,-9-13 0,-4-6 0,17-23 0,-26-1 0,-8-4 0,-4 12 0,-4 0 0,-4-9 0,-1 3 0,1-3 0,-9 15 0</inkml:trace>
  <inkml:trace contextRef="#ctx0" brushRef="#br0" timeOffset="56467">28019 5952 24575,'33'50'0,"-4"1"0,-3-17 0,7 2 0,-2 3-637,-3 1 0,-1 1 0,0 3 637,3 5 0,1 3 0,-1-1 0,-4-3 0,-1-1 0,-2-2 308,2 11 0,-3-5-308,-7-14 0,-4-5 316,0 2-316,-17-23 0,-13-17 0,-5-2 979,-2 1-979,5 3 0,4 7 0,0 14 0,3 18 0,8-1 0,1 3 0,2-1 0,0 0 0,1 4 0,3-1 0,12 22 0,15-12 0,18-7 0,-15-24 0,1-4 0,25 3 0,-21-11 0,1-3 0,20-7 0,-25-3 0,-3-7 0,11-31 0,-27 14 0,-4-3 0,-4-2 0,-4 1 0,-9-27 0,-15 18 0,-10 18 0,12 13 0,2 9 0</inkml:trace>
  <inkml:trace contextRef="#ctx0" brushRef="#br0" timeOffset="58850">31514 5921 24575,'0'17'0,"0"5"0,0 5 0,1-2 0,9-6 0,12-9 0,16-4 0,12-8 0,-20-5 0,1-3 0,18-13 0,-5-12 0,-20 4 0,-14-2 0,-5 10 0,-28-4 0,-5 10 0,-14 4 0,-7 4 0,14 7 0,-3 3 0,15 3 0,11 0 0,8 0 0</inkml:trace>
  <inkml:trace contextRef="#ctx0" brushRef="#br0" timeOffset="59850">31644 6168 24575,'0'35'0,"0"16"0,0-17 0,0 3 0,0 2 0,0 1 0,0-3 0,0-1 0,0 21 0,0-16 0,-1-23 0,-15-8 0,-13-10 0,-20 0 0,-4 13 0,-4 8 0,13 23 0,10 7 0,19 10 0,8-14 0,8 5 0,9-17 0,13 5 0,17-10 0,13-7 0,6-8 0,3-6 0,-3-10 0,-9-11 0,-14-8 0,-14-7 0,-11 0 0,-8 1 0,-2 11 0,-4 5 0</inkml:trace>
  <inkml:trace contextRef="#ctx0" brushRef="#br0" timeOffset="61083">31668 7221 24575,'0'34'0,"0"5"0,0 17 0,0-20 0,0 0 0,0 24 0,0-27 0,0-2 0,0 18 0,0-25 0,0-9 0,-4-17 0,-6-5 0,-8-1 0,-6 2 0,-2 3 0,2 5 0,0 11 0,1 25 0,4 5 0,6 18 0,6-13 0,7-2 0,6-8 0,3-5 0,17 4 0,6-7 0,12 2 0,1-7 0,-2-9 0,-4-7 0,-5-10 0,-6-16 0,-6-16 0,-5-11 0,-6-4 0,-5 3 0,-9 7 0,-11 7 0,6 14 0,-5 7 0</inkml:trace>
  <inkml:trace contextRef="#ctx0" brushRef="#br0" timeOffset="63867">28206 5891 24575,'40'4'0,"3"9"0,13 7 0,-5 5 0,-16-9 0,2 0 0,-2-2 0,1 1 0,9 4 0,1 2 0,-2-1 0,-1 1 0,0 0 0,-2 1 0,-1 0 0,-1 0 0,-1 1 0,0 1 0,-1-1 0,0 1 0,0 2 0,0 0 0,-1 0 0,0 0 0,0 1 0,-1-1 0,-2 1 0,0 0 0,-3-1 0,-2 1 0,-2-2 0,-1 0 0,-3 0 0,-2 0 0,14 23 0,-6-1 0,-6-5 0,-5-8 0,-8-13 0,-4-9 0,-5-9 0,-1-4 0,-1 0 0,-5 1 0,-6 9 0,-7 12 0,-6 13 0,-2 11 0,6 3 0,9-3 0,8-3 0,7-2 0,10 1 0,13-3 0,14-1 0,-12-19 0,2-3 0,20 1 0,2-3 0,-10-16 0,-1-22 0,6-10 0,-26 9 0,-1-1 0,9-15 0,-8-2 0,-13 14 0,0-4 0,-10 8 0,-13 2 0,-12 2 0,-9-4 0,-8-10 0,21 18 0,3-3 0</inkml:trace>
  <inkml:trace contextRef="#ctx0" brushRef="#br0" timeOffset="65300">29652 7349 24575,'0'57'0,"0"0"0,0-21 0,0-1 0,0-3 0,0 2 0,0 14 0,0 3 0,0-5 0,0 0 0,0 8 0,0 0 0,0-4 0,0-1 0,0-5 0,0-1 0,0-6 0,0-1 0,0 20 0,0-23 0,-2-18 0,-4-14 0,-9-10 0,-9-2 0,-5 0 0,-3 5 0,-1 4 0,7 10 0,1 9 0,12 14 0,6 7 0,4 4 0,3-3 0,3-6 0,12 6 0,12-2 0,-7-13 0,2 0 0,4 0 0,1 0 0,2 0 0,1 0 0,2-1 0,1 0 0,1-1 0,0-2 0,-3-1 0,1-2 0,21 10 0,-9-11 0,-8-10 0,-4-16 0,-3-20 0,-3-17 0,-3-12 0,-7 2 0,-7 7 0,-12-9 0,-10 31 0,-5-1 0,-11-13 0,-3 2 0,-9 0 0,-5-2 0</inkml:trace>
  <inkml:trace contextRef="#ctx0" brushRef="#br0" timeOffset="66700">29802 8907 24575,'0'24'0,"0"25"0,0-9 0,0 5 0,0 13 0,0 4-604,0-14 0,0 2 1,0 1 603,0 2 0,0 2 0,0-2 0,0-2 0,0-1 0,0 0 0,0-1 0,0 0 0,0-5 292,0-1 1,0-5-293,0 22 299,0-57-299,-3-10 0,-6-22 0,-10 3 927,-10-2-927,-6 10 0,-4 7 0,-5 11 0,-4 15 0,-1 17 0,25-9 0,1 2 0,3 2 0,2 2 0,-6 26 0,12-3 0,9-4 0,20 3 0,16 2 0,-6-23 0,5 1 0,13 7 0,4 0 0,-9-6 0,2-2 0,12 1 0,-1-4 0,-14-10 0,-2-5 0,0-6 0,-1-7 0,19-25 0,-13-17 0,-17-8 0,-7-8 0,-14 18 0,-9-6 0,-15 9 0,-9 5 0,-4 4-1696,5 6 0,14 11 0,6 4 0</inkml:trace>
  <inkml:trace contextRef="#ctx0" brushRef="#br0" timeOffset="291835">19920 5616 8191,'0'9'0,"0"9"5063,0 26-5063,0-10 0,0 5 0,0 14 0,0 3 0,0 5 0,0 1 0,0-19 0,0 0 0,0-1 0,0 14 0,0-1 1409,-1-10 0,3-2-1409,3-7 0,6-4 1719,32 7-1719,-6-25 0,5-6 0,11-6 0,2-6 0,3-8 0,-2-7 0,-4-6 0,-5-7 0,-7-10 0,-7-8 2090,-14 8 0,-4-4 0,-4 1-2090,-6 2 0,-3 0 0,-4 1 0,-3-3 0,-4 1 0,-4 2 0,-14-8 0,-5 6 0,2 12 0,0 4 0,4 6 0,1 4 0,-2 0 0,10 12 0,-5 4 128,-1-2 1,4 1-1,4 0 1</inkml:trace>
  <inkml:trace contextRef="#ctx0" brushRef="#br0" timeOffset="292501">21162 5265 24575,'-2'33'0,"0"1"0,-3 22 0,0 9 0,2-18 0,0 2 0,0 4 0,-1 0-1188,1 7 1,0 3 0,0 0 0,1 1 1187,0-10 0,0 0 0,1 0 0,0 0 0,0 0 0,0 9 0,0 0 0,1-1 0,0-1 144,0-9 0,0 0 1,0-2-1,0-2-144,0 5 0,0-2 0,1-5 478,0-2 0,3-6-478,12 5 0,-2-38 0,1-4 0,-9-10 0</inkml:trace>
  <inkml:trace contextRef="#ctx0" brushRef="#br0" timeOffset="293302">21477 6453 24575,'0'-27'0,"6"-9"0,-5 10 0,5-6 0,-6 13 0,0 7 0,0 17 0,0 13 0,0 22 0,1 17 0,1-22 0,1 0 0,1 0 0,1-1 0,7 22 0,-1-15 0,-4-16 0,-3-16 0,-3-3 0,-1-7 0</inkml:trace>
  <inkml:trace contextRef="#ctx0" brushRef="#br0" timeOffset="294201">21724 5431 24575,'0'19'0,"0"18"0,1-4 0,0 5 0,1 12 0,-1 4 0,0-10 0,0 2 0,0 0-319,-1 5 0,1 0 0,0 0 319,-1 1 0,0 0 0,0-2 0,-1-2 0,0-1 0,-1-1 117,-1 12 1,-1-4-118,-1-10 0,-2-4 0,-9 17 0,7-27 0,0-15 0,9-14 0</inkml:trace>
  <inkml:trace contextRef="#ctx0" brushRef="#br0" timeOffset="295968">10053 10122 24575,'52'0'0,"0"0"0,-1 0 0,5 0 0,2 0 0,-11 0 0,2 0 0,0 0 0,4 0-797,1 0 1,4 0 0,1 0 0,-1 0 0,-4 0 796,-1 0 0,-3 0 0,-1 0 0,1 0 0,3 0 0,2 0 0,-2 0 0,-4 0 246,19 0 1,-10 0-1,5 0 1,-32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7:10:44.59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27146 4811 24575,'-3'-1'0,"-2"17"0,1 14 0,0 23 0,1-1 0,3 9 0,0-13 0,3-4 0,5-18 0,11-7 0,10-12 0,14-2 0,9-10 0,6-13 0,-29 4 0,-1-3 0,21-22 0,-12-3 0,-11 0 0,-13 1 0,-8-2 0,-11 0 0,-12 1 0,-11 6 0,-10 11 0,-2 12 0,18 9 0,4 4 0</inkml:trace>
  <inkml:trace contextRef="#ctx0" brushRef="#br0" timeOffset="1233">27351 5330 24575,'0'15'0,"0"20"0,0-3 0,0 4 0,0 11 0,0 3 0,0 6 0,0 2 0,0-1 0,0 1 0,0-3 0,0 0 0,0-4 0,0-3 0,0-4 0,0-2 0,0 21 0,-1-26 0,-3-19 0,-6-11 0,-7-7 0,-8-5 0,-16 0 0,2 0 0,-15 2 0,6 13 0,-3 22 0,26-9 0,3 3 0,5 2 0,3 3 0,-1 7 0,4 1 0,5-7 0,3 1 0,-2 6 0,1-1 0,3-5 0,3-1 0,14 21 0,15-11 0,17-13 0,12-11 0,3-11 0,-1-9 0,-5-9 0,-9-8 0,-13-4 0,-11-1 0,-10 2 0,-7-4 0,-4-15 0,-12-2 0,-6-3 0,2 6 0,-2 2 0,1-2 0,-1 4 0,-7 3 0</inkml:trace>
  <inkml:trace contextRef="#ctx0" brushRef="#br0" timeOffset="2433">27122 6895 24575,'0'35'0,"0"-1"0,0 0 0,0 2 0,0 21 0,0 3 0,0-5 0,0 2 0,0-12 0,0 2 0,0-1 0,0 16 0,0-3 0,0-10 0,0-2 0,0-9 0,0-4 0,0 5 0,-1-21 0,-6-13 0,-12-3 0,-14 6 0,-17 17 0,10 7 0,2 5 0,12-9 0,3 3 0,-2 7 0,0 6 0,6-3 0,9-1 0,2 0 0,-2 12 0,2 0 0,4-10 0,4-2 0,10-3 0,6-1 0,4-2 0,4-1 0,3-6 0,4-1 0,14 2 0,2-4 0,-8-7 0,0-2 0,6 2 0,1-3 0,-8-6 0,-2-6 0,15-17 0,-19-25 0,-21 10 0,-4-3 0,-2-5 0,-2-1 0,-2 0 0,-2 1 0,-3 2 0,-3 1 0,-12-24 0,-1 31 0,0 4 0,-2-2 0,-4 6 0</inkml:trace>
  <inkml:trace contextRef="#ctx0" brushRef="#br0" timeOffset="3666">27230 8734 24575,'0'31'0,"0"6"0,0 21 0,0-12 0,0-11 0,0 2 0,0 25 0,0-22 0,0 0 0,0-2 0,0-2 0,0 22 0,0-20 0,0-14 0,-1-15 0,-4-7 0,-7-6 0,-12-3 0,-12 0 0,-15 3 0,-11 10 0,21 7 0,0 5 0,5 0 0,2 4 0,0 8 0,3 3 0,8-4 0,6 2 0,1 30 0,6 0 0,14-4 0,10-12 0,20 4 0,-10-29 0,2-1 0,8 5 0,1-1 0,0-3 0,0-1 0,0-2 0,-2-3 0,-2-3 0,-1-2 0,21 2 0,-8-13 0,-6-18 0,-7-15 0,-6-16 0,-8-8 0,-7 5 0,-10 4 0,-4 15 0,-1 16 0,2 11 0</inkml:trace>
  <inkml:trace contextRef="#ctx0" brushRef="#br0" timeOffset="4917">27110 10026 24575,'0'16'0,"0"24"0,0-3 0,0 5 0,0-3 0,0 4 0,0 2-1115,0 13 0,0 3 0,0 3 1115,0-10 0,1 1 0,0 2 0,0 0 0,-1 1 0,1 1 0,0 0 0,0-1 0,0-3 0,1 0 0,0-1 0,0-2 238,1 8 0,0-3 0,0-3-238,1 6 0,-1-7 312,1-13 0,-1-6-312,0-3 0,-5-24 0,-11-29 1723,-7 0-1723,-12-6 284,-2 18-284,0 4 0,-4 19 0,-6 30 0,23-13 0,1 5 0,2 1 0,2 2 0,2 9 0,3 1 0,6-8 0,0 0 0,0 9 0,2 1 0,4-4 0,3-2 0,4 0 0,4-2 0,3-4 0,4-2 0,3-4 0,3-3 0,-1-4 0,1-3 0,22 8 0,2-14 0,1-18 0,-22-10 0,0-7 0,1-8 0,-3-6 0,-1-8 0,-4-2 0,-4-5 0,-3-1 0,-5 1 0,-3 1 0,-2 5 0,-3 1 0,-6 0 0,-2 5 0,4-2 0,-9 11 0</inkml:trace>
  <inkml:trace contextRef="#ctx0" brushRef="#br0" timeOffset="7067">31230 4438 24575,'-16'3'0,"-14"0"0,-20 10 0,19 0 0,0 6 0,0 4 0,2 5 0,5 5 0,3 4 0,7 0 0,3 1 0,4 0 0,3-1 0,2-1 0,2-2 0,13 28 0,18-10 0,18-14 0,-18-24 0,3-4 0,4-4 0,0-5 0,0-7 0,0-5 0,1-8 0,-1-6 0,5-18 0,-4-5 0,-10 5 0,-4-1 0,4-11 0,-4 1 0,-14 16 0,-5 3 0,-5-28 0,-32 13 0,-13 15 0,13 23 0,-1 4 0,-13-2 0,15 10 0,20 0 0</inkml:trace>
  <inkml:trace contextRef="#ctx0" brushRef="#br0" timeOffset="7750">30821 5189 24575,'-22'0'0,"-27"4"0,5 6 0,-5 5 0,5 1 0,-4 4 0,-1 1-869,6 0 1,-2 2 0,0 0 0,0 2 868,-1 2 0,-1 1 0,1 0 0,1 0 0,1 0 0,1-1 0,2 1 0,0-1 272,-5 4 0,1 1 1,3-2-273,-5 6 0,4-3 125,13-8 1,3-3 0,1 1 0,16-14 0</inkml:trace>
  <inkml:trace contextRef="#ctx0" brushRef="#br0" timeOffset="7816">29658 5851 24575,'0'0'0</inkml:trace>
  <inkml:trace contextRef="#ctx0" brushRef="#br0" timeOffset="8983">29188 6397 24575,'0'-8'0,"2"-5"0,1 6 0,0-3 0,-1 5 0,-1-5 0,0-4 0,2-1 0,0 4 0,5 4 0,0 17 0,8 11 0,5 19 0,3-1 0,12 4 0,-9-19 0,17 2 0,-2-14 0,19-4 0,-28-11 0,2-5 0,2-5 0,-1-6 0,0-4 0,-2-5 0,-2-4 0,-4-2 0,-2 1 0,-4-1 0,-5-1 0,-4 0 0,-4 2 0,-6 1 0,-16-26 0,-27 12 0,10 30 0,-4 5 0,-5 1 0,-1 4 0,1 4 0,3 1 0,-7 1 0,15 2 0</inkml:trace>
  <inkml:trace contextRef="#ctx0" brushRef="#br0" timeOffset="10200">31044 5423 15393,'3'-6'0,"-1"-3"3913,-2 4-3913,0-2 1586,0 17-1586,0 30 0,0 0 0,0 6 0,0 10 0,0 3 0,0 3 0,0-1 426,0-8 1,0-3-427,0-14 0,0-5 2830,0 12-2830,-4-25 0,-20-12 0,-4-6 0,-7 2 0,-9 15 0,18 12 0,6-3 0,2 3 0,7 7 0,3 2 0,0 4 0,4 1 0,1 1 0,2 1 0,1-3 0,3-1 0,3-9 0,3-1 0,8 4 0,5-2 0,6-7 0,5-3 0,5 3 0,4-2 0,6-6 0,1-4 0,-1-3 0,0-6 0,-2-5 0,-1-6 0,-5-6 0,-3-6 0,-10-6 0,-5-5 0,-4-3 0,-4-1 0,-1-29 0,-21 10 0,-29 11 0,7 26 0,-2 3 0,-12-3 0,1 9 0</inkml:trace>
  <inkml:trace contextRef="#ctx0" brushRef="#br0" timeOffset="11283">31173 5233 24575,'32'29'0,"-5"-7"0,3 3 0,10 16 0,4 4-404,-8-11 1,2 1 0,-1 0 403,-6-2 0,-2 1 0,1 1 0,8 7 0,1 1 0,-1-1 0,-9-8 0,-2-1 0,1 1 0,5 5 0,0 0 0,-2-1 197,8 7 1,-2-3-198,-9-10 0,-3-2 201,9 10-201,-15-16 0,-13-15 0,-13-3 614,-15-6-614,-13 0 0,-7 0 0,5 3 0,11 11 0,12 20 0,8 22 0,7-22 0,3 2 0,9 7 0,4-1 0,-1-11 0,2-2 0,5 0 0,2-3 0,14-2 0,-9-14 0,2-4 0,-5-12 0,10-14 0,-9-16 0,2-12 0,-11-5 0,-9 6 0,-8 5 0,-2 20 0,-3 6 0</inkml:trace>
  <inkml:trace contextRef="#ctx0" brushRef="#br0" timeOffset="12635">31392 4759 24575,'40'23'0,"0"-1"0,0 1 0,-3-1 0,0 2 0,1 1 0,1 1 0,2 1 0,1 2 0,-1 0-734,2 3 1,1 2 0,-1 0 0,-2-1 733,6 5 0,-2 0 0,0 0 0,-8-8 0,0 2 0,0-1 0,-2-2 309,-1 2 0,-1-2 1,-3-2-310,3 2 0,-3-3 482,8 7-482,-20-16 0,-12-12 0,-9-3 1523,-4 0-1523,-9 9 0,-10 39 0,10 5 0,6-11 0,3 4 0,8 0 0,5 0 0,6-6 0,4-1 0,6 6 0,4-3 0,5-12 0,2-4 0,0-2 0,-1-3 0,11 5 0,-5-10 0,-17-14 0,4-10 0,-5-21 0,-1-20 0,-4-14 0,-6-1 0,-14 6 0,-16 11 0,-16 9 0,-10 10 0,5 8 0,11 3 0,16 8 0,7 1 0</inkml:trace>
  <inkml:trace contextRef="#ctx0" brushRef="#br0" timeOffset="13834">31625 4725 24575,'37'2'0,"-1"0"0,12 8 0,5 3 0,-1-2 0,5 0 0,-1 1-827,-5 2 1,-1 0 0,3 1 826,-4-2 0,3 0 0,-1 0 0,-3-1 0,1-1 0,-4 0 0,1 0 233,6 0 1,0 0-1,-3 0-233,5-1 0,-4-1 215,-13-3 0,-3-1-215,11 2 0,-20-4 0,-11-2 1275,2-1-1275,0 0 74,2 0-74,-5 2 0,-5 0 0,-5 4 0,-3 0 0,0 6 0,-3 22 0,-1 3 0,-1 24 0,2 1 0,14-3 0,16-4 0,13-17 0,5-17 0,11-9 0,-12-13 0,5-10 0,-13-18 0,-11-20 0,-15 17 0,-3-1 0,-2-4 0,-3 0 0,-3-1 0,-4-1 0,-7 0 0,-4 1 0,-5 2 0,-4 3 0,-6 3 0,-3 4 0,3 4 0,1 4 0,-7-1 0,15 10 0</inkml:trace>
  <inkml:trace contextRef="#ctx0" brushRef="#br0" timeOffset="15583">30988 4945 24575,'-22'0'0,"-26"0"0,6 0 0,-6 0 0,5 1 0,-2 2 0,-2 0-793,-7 2 0,-2 1 0,-1 1 793,-4 1 0,-1 2 0,-3 2-323,6-1 0,-3 3 0,1-1 1,2-1 322,0-1 0,2-2 0,-1 2 0,8-2 0,-1 2 0,1-1 0,5-2 425,-7-1 0,6-1-425,7 0 0,4 1 0,-10 3 0,23-6 1125,11-2-1125,6-2 1695,0 0-1695,-1 0 0,-4 2 0,-5 0 0,-5 2 0,-1-1 0,1-2 0,3-1 0,2 0 0,5 0 0,-1 0 0,6 0 0,-3 0 0,3 3 0,-2 4 0,-8 24 0,-3 10 0,7-7 0,0 2 0,4-2 0,2 1 0,0 1 0,3-1 0,2 23 0,5-19 0,8-10 0,14-17 0,21-10 0,-17-10 0,2-5 0,4-5 0,0-3 0,0-3 0,-3-2 0,-5 2 0,-3 1 0,10-12 0,-18 13 0,-14 10 0,-22 1 0,-23 2 0,10 4 0,-3 0 0,-6 0 0,0 0 0,3 1 0,2 0 0,-22-5 0,29 5 0,14-1 0</inkml:trace>
  <inkml:trace contextRef="#ctx0" brushRef="#br0" timeOffset="50593">27066 6502 24575,'0'0'0</inkml:trace>
  <inkml:trace contextRef="#ctx0" brushRef="#br0" timeOffset="53251">11472 10210 24575,'0'17'0,"0"14"0,0 19 0,0-17 0,0 0 0,0 2 0,0 0 0,0 1 0,0-1 0,0-2 0,0-1 0,0 26 0,0-5 0,1-11 0,1 0 0,0-14 0,2-3 0,-3-14 0,1-3 0,-2-7 0,0 2 0</inkml:trace>
  <inkml:trace contextRef="#ctx0" brushRef="#br0" timeOffset="59567">12943 14096 24575,'49'0'0,"-14"0"0,4 0 0,13 0 0,3 0 0,-13 0 0,1 1 0,0 0 0,2 1 0,0 1 0,-1 1 0,-1 0 0,0 2 0,-1 0 0,18 4 0,-1 1 0,-4 0 0,-2 0 0,-2-1 0,0-2 0,6-1 0,-1-2 0,-7-2 0,1 0 0,3-1 0,0-2 0,-8 0 0,-3 0 0,-4 0 0,-3 0 0,-1 0 0,-1 0 0,18 0 0,-13 0 0,2 0 0,-9 0 0,6 0 0,-5 0 0,-5 0 0,-6 0 0,-4 0 0,-8 0 0,-2-1 0,-11-6 0,-9-6 0,-8-10 0,-8-6 0,-1 0 0,-5-5 0,6 9 0,0-3 0,8 9 0,9 8 0,1-1 0,8 8 0,1 0 0,4 1 0,6 3 0,11 4 0,12 4 0,14 4 0,12 7 0,-25-9 0,0 1 0,2 0 0,-2 1 0,0 1 0,-2-1 0,26 11 0,-11-2 0,-12-4 0,-7 0 0,-14-8 0,-2 2 0,-9-7 0,1 1 0,-3 1 0,-4-1 0,-7 3 0,-10 4 0,-16 7 0,-17 7 0,24-11 0,-2 0 0,-1 1 0,0-1 0,3-1 0,1-1 0,-18 8 0,10-4 0,12-4 0,12-5 0,3-1 0,8-6 0,0-1 0,1-5 0,-3-10 0,-3-5 0,2 6 0,0 1 0</inkml:trace>
  <inkml:trace contextRef="#ctx0" brushRef="#br0" timeOffset="61417">17841 14309 24575,'41'0'0,"1"0"0,9 0 0,-4 0 0,4 0 0,3 0-1261,1 0 1,3 0 0,3 0-1,1 0 1261,-7 0 0,1 0 0,2 0 0,0 0 0,0 0-357,2 0 1,1 0 0,1 0-1,0 0 1,-1 0 356,2 0 0,1 0 0,0 0 0,-2 0 0,-1 0 0,-7 0 0,-2 0 0,0 0 0,-2 0 0,-1 0 169,6 0 1,-2 0-1,-1 0 1,-1 0-170,8 0 0,-1 0 0,-6 0 0,-5 0 0,-3 0 0,-2 0 0,-7 0 2175,-17 0-2175,-9 0 0,-8 0 0,0 0 0</inkml:trace>
  <inkml:trace contextRef="#ctx0" brushRef="#br0" timeOffset="64400">30015 8685 24575,'0'25'0,"0"9"0,0 12 0,0 5 0,3-2 0,21-7 0,2-25 0,6-3 0,11-1 0,4-4 0,10-2 0,3-2 0,0-3 0,-1-2 0,-3-4 0,-3-3 0,-4-4 0,-3-5 0,-3-8 0,-4-5 0,-10 6 0,-3-3 0,0-7 0,-6-1 0,-4-20 0,-6-7 0,-13 0 0,-18 6 0,-8 10 0,-12 18 0,-19 9 0,-2 14 0,21 5 0,-2 2 0,0 5 0,1 2 0,-1 5 0,4 1 0,-8 4 0,12 0 0</inkml:trace>
  <inkml:trace contextRef="#ctx0" brushRef="#br0" timeOffset="65550">30333 9073 24575,'0'35'0,"0"-5"0,0 4 0,0 15 0,0 5 0,0-10 0,0 2 0,0 0 0,0 3 0,0 0 0,0-1 0,0-2 0,0-2 0,0-1 0,0 11 0,0-3 0,0-13 0,0-3 0,0 1 0,0-18 0,-6-29 0,-10-1 0,-17-13 0,-1 13 0,-14 3 0,13 9 0,-5 3 0,9 13 0,5 17 0,7 20 0,13-21 0,1 3 0,2 0 0,1 2 0,5 0 0,3 0 0,3-1 0,5-2 0,6-2 0,4-3 0,5-3 0,3-4 0,2-4 0,2-3 0,-3-4 0,0-3 0,24 0 0,-15-7 0,-11-11 0,-14-6 0,-7-16 0,-7-16 0,-3 9 0,0-3 0,1-9 0,-2-3 0,-2 2 0,-5-1 0,-12-4 0,-2 5 0,1 4 0,-18 8 0</inkml:trace>
  <inkml:trace contextRef="#ctx0" brushRef="#br0" timeOffset="66700">31924 8639 24575,'0'32'0,"0"-6"0,0 18 0,0-1 0,8 12 0,15 0 0,-5-29 0,4-2 0,7-4 0,4-4 0,7-1 0,2-4 0,4-5 0,2-4 0,2-6 0,-1-7 0,0-5 0,-2-6 0,-4-6 0,-3-4 0,-4-4 0,-5-2 0,-4 3 0,-5-2 0,-5 5 0,-4-1 0,-1-23 0,-22 4 0,-17 25 0,-7 2 0,-5 3 0,-5 3 0,-9 3 0,-2 4 0,0 4 0,6 4 0,1 4 0,6 0 0</inkml:trace>
  <inkml:trace contextRef="#ctx0" brushRef="#br0" timeOffset="68383">32294 9190 24575,'0'34'0,"0"20"0,0-17 0,0 3 0,0 4 0,0 3 0,0 10 0,0-2 0,0-15 0,0-2 0,1 6 0,1-5 0,1 0 0,4-12 0,-1-10 0,-4-10 0,-6-2 0,-12-5 0,-9 0 0,-6 0 0,1 2 0,5 4 0,8 1 0,7 3 0,5 3 0,3 5 0,2 12 0,0 10 0,2 8 0,3 5 0,10 7 0,2-14 0,13 0 0,-2-19 0,13-4 0,3-5 0,7-4 0,-12-6 0,2-5 0,-18-3 0,-1 0 0,-9 0 0,-5-1 0,-1-3 0,1-7 0,7-10 0,5-10 0,4-6 0,0 0 0,-1-2 0,-11 17 0,-1 2 0,-10 13 0,-15-3 0,-9-9 0,-9-1 0,-6-7 0,11 6 0,4-1 0,13 11 0,5 3 0</inkml:trace>
  <inkml:trace contextRef="#ctx0" brushRef="#br0" timeOffset="70384">30836 8518 24575,'10'-10'0,"13"-9"0,18-14 0,-13 12 0,0 0 0,3-2 0,-1-1 0,-1 2 0,-2 0 0,20-17 0,-11 5 0,-10 6 0,-8 5 0,-5 4 0,-3 4 0,-4 4 0,-2 6 0,-3 1 0,0 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7:12:55.64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4741 8375 24575,'53'0'0,"-13"0"0,6 0 0,-4 0 0,4 0 0,1 0-616,6 0 1,2 0 0,1 0 615,1 0 0,0 0 0,-1 0 0,-3 0 0,-1 0 0,-2 0 175,-4 0 0,-2 0 0,-1 0-175,12 0 0,-3 0 161,-11 0 0,-3 0-161,17 0 0,-23 0 0,-15 0 942,-26 0-942,-15-10 57,-22-5-57,3-11 0,4-1 0,16 7 0,11 6 0,12 7 0,20 6 0,18 0 0,18 6 0,-25-1 0,1 2 0,24 9 0,-13 4 0,-14 0 0,-15 0 0,-16 3 0,-27 2 0,12-9 0,-11-2 0</inkml:trace>
  <inkml:trace contextRef="#ctx0" brushRef="#br0" timeOffset="1334">4555 9186 24575,'18'0'0,"25"0"0,-5 0 0,6 0 0,1 0 0,4 0 0,3 0-877,-6 0 0,2 0 0,1 0 0,1 0 877,6 0 0,2 0 0,0 0 0,1 0 0,2 0 0,1 0 0,0 0 0,-2 0 0,-6 0 0,-2 0 0,0 0 0,-1 0 229,10 0 1,-2 0 0,-3 0-230,6 0 0,-6 0 333,-17 0 0,-5 0-333,11 1 0,-28 1 0,-12-1 1805,-29 1-1805,-17-2 174,9-4 0,-2 0-174,-24-4 0,13-4 0,15 0 0,17 5 0,1-3 0,8 3 0,8 1 0,14 3 0,21 3 0,15 7 0,2 9 0,-8 9 0,-17 6 0,-14-2 0,-15-2 0,-17-2 0,-13-2 0,-17-7 0,4-7 0,-13-31 0,23 6 0,2-1 0,-6-16 0,-3 6 0</inkml:trace>
  <inkml:trace contextRef="#ctx0" brushRef="#br0" timeOffset="3301">6074 8141 24575,'0'53'0,"0"5"0,0 11 0,0-25 0,0 3 0,0 2 0,0 1-1163,0 9 1,0 2 0,0 1 0,0 1 1162,0-8 0,0 1 0,0 1 0,0-1 0,0-1 0,0-2 0,0 0 0,0-1 0,0-1 0,0-2 0,0 3 0,0-2 0,0-1 0,0 0 227,0 0 0,0 1 1,0-2-1,0-5-227,0 7 0,0-3 433,0 4 0,0-2-433,0 14 0,0-29 0,0-14 2418,2-12-2418,8-2 456,12-6-456,16 0 0,15 0 0,-17 0 0,3 0 0,6 0 0,2 0 0,6 0 0,4 0 0,-4 0 0,2 0 0,-1 0-230,9 0 0,1 0 230,-12 0 0,2 0 0,-5 0 0,-1 0 0,-5 0 0,-4 0 0,-3 0 0,9 0 0,-19 0 0,-16-1 0,-5-7 0,-5-6 460,0-11-460,-2-14 0,-2-22 0,1 20 0,-1-3 0,0-11 0,0-2 0,1 13 0,1-2 0,-1 0-208,1-2 1,0-1 0,0 0 207,0-2 0,0 0 0,1 0 0,-1-1 0,0 0 0,1 0 0,-1 0 0,0 0 0,1-2-279,0 7 0,0-2 1,0 0-1,1 1 279,-1-9 0,0 2 0,1-1 0,-2 0 0,1 1 0,0 1-70,1 8 1,0 1-1,-1 3 70,-3-5 0,1 1 0,2-4 0,1 1 0,-2 12 0,0 1 580,2-26-580,0 19 1137,-1 4-1137,-1 11 229,0-3-229,1 7 0,-1 7 0,0 6 0,-3 3 0,-7 5 0,-17 1 0,-33 1 0,12 1 0,-6 0 0,7 0 0,-2 1 0,-2-2-308,-3 1 0,-2-1 1,1-1 307,-1 0 0,0-2 0,6 1 0,2 0 0,5 0 0,-16-6 0</inkml:trace>
  <inkml:trace contextRef="#ctx0" brushRef="#br0" timeOffset="16251">10438 14216 24575,'61'-1'0,"0"-1"0,0 1 0,-6 1 0,4-1 0,4 1 0,3-1 0,1 1 0,2 0 0,-13 0 0,1 0 0,1 0 0,2 0 0,0 0 0,3 0 0,0 0 0,2 0 0,2 0-703,-12 0 1,2 0 0,2 0 0,1 0 0,2 0 0,0 0-1,0 0 1,1 0 0,0 0 0,0 0 0,-1 0 0,0 0 0,-1 0-1,-2 0 578,4 0 1,-2 0 0,0 0 0,0 0 0,-2 0 0,1 0 0,0 0 0,0 0-1,1 0 1,1 0 0,1 0 0,2 0-20,-5 0 0,2 0 1,1 0-1,2 0 0,0 0 1,1 0-1,0 0 1,0 0-1,0 0 0,-1 0 1,0 0-1,-2 0 0,-1 0 1,-2 0-1,-2 0 144,10 0 0,-2 0 0,-2 0 0,-1 0 0,-1 0 0,-1 0 0,0 0 0,0 0 0,2 0 0,0 0-31,-1 0 0,1 0 1,1 0-1,0 0 1,1 0-1,-1 0 0,-1 0 1,0 0-1,-2 0 1,-2 0-1,-3 0 31,5 0 0,-2 0 0,-1 0 0,-2 0 0,-1 0 0,-2 0 0,-1 0 0,-1 0-91,13 0 1,-3 0-1,-2 0 1,-3 0 0,-2 0 90,12 0 0,-4 0 0,-8 0 1539,-7 0 0,-8 0-1539,-4-4 4603,-36-15-4603,-29-20 0,5 8 0,-3-5 0,-7-11 0,-1-3 1433,11 10 0,-1-1 0,1-2-1433,-1-4 0,1-2 0,2-1 0,1-4 0,2-1 0,1-1 0,2 0 0,2 0 0,1-1 0,2 2 0,2-1 0,2 0 0,1-4 0,2-1 0,0 5 0,1-5 0,0 5 662,3-1 1,0 8-663,-2 9 0,2 22 0,-3 8 0,1 9 0,-2-1 960,-6 2-960,-15 0 0,-7 0 0,-8 0 0,-6 0 0,-7 0 0,-3 0-796,0 0 1,-4 0-1,-3 0 1,-2 0 795,15 0 0,-2 0 0,-1 0 0,-2 0 0,1 0 0,-1 0-526,-3 0 1,-1 0 0,-1 0-1,0 0 1,0 0 0,1 0 525,0 0 0,1 0 0,-1 0 0,1 0 0,0 0 0,0 0 0,3 0 0,0 0 0,1 0 0,0 0 0,1 0 0,0 0-341,-6 0 1,1 0 0,0 0 0,1-1-1,1 0 341,4 0 0,0 0 0,1-1 0,1 1 0,0-1 0,-10-1 0,1 0 0,1 0 0,0 0-258,2 0 0,0 0 0,1 0 0,1 0 258,2 0 0,0 0 0,0 0 0,2 0 520,-11 0 1,1 1-1,2-1-520,6 1 0,2-1 0,-1 0 0,-6-2 0,-1-1 0,3 0 0,12 2 0,2-1 0,-2-1 0,-12-2 0,-1-1 0,2 0 0,-4-2 0,2-1 926,16 3 0,-1-1 1,1 1-927,-12-5 0,2 1 1077,0 0 0,2 0-1077,12 2 0,1 1 810,-5-3 0,0-1-810,7 2 0,0-1 404,-7-2 1,-1-1-405,5 2 0,0 0 72,5 3 1,1 1-73,-18-3 0,12 5 0,8 6 0,2 1 0,-5 1 0,-4 0 0,-4 0 0,-3 1 0,0 4 0,1 4 0,5 3 0,3 1 0,-2 1 0,6-4 0,-4-1 0,12-2 0,0-4 0,6 2 0,2-1 0,7 0 0,0 4 0,3 6 0,-2 13 0,-2 18 0,3-12 0,1 3 0,-1 5 0,2 1 0,0 7 0,1 2 0,0 4 0,2 1 0,-1 0 0,2 2 0,-1 1 0,0 1 0,0-2 0,0-1 0,-1-3 0,0-2 0,0-2 0,0-2 0,0-2 0,-1-1 0,1 0 0,-1 0 0,-1 2 0,-1 2 0,0 2 0,-1 1 0,1-10 0,-1 1 0,0 0 0,-1 15 0,1-3 0,1-13 0,0-4 0,0 10 0</inkml:trace>
  <inkml:trace contextRef="#ctx0" brushRef="#br0" timeOffset="39201">8552 10850 8191,'25'-6'0,"2"3"0,9 2 1241,19 0 0,12 0 1,-1 0-1242,-6 1 0,-1 0 0,7 0 0,-15 0 0,5 0 0,3 0 0,0 0 0,1 0 0,-3 0 92,4 0 1,0 0 0,-1 0-1,0 0 1,3 0-93,-2 0 0,1 0 0,1 0 0,1 0 0,-1 0 0,-2 0 0,-6 0 0,0 0 0,0 0 0,-2 0 0,0 0 0,-1 0 248,3 0 0,0 0 0,-1 0 0,-1 0 1,-2 0-249,2 0 0,-1 0 0,-3 0 0,-1 0 1572,2 0 0,-2 0 1,-3 0-1573,7 3 0,-6 0 0,0-1 0,-29 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9T07:14:58.44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15903 6361 24575,'44'0'0,"-1"0"0,3 0 0,5 0 0,2 0 0,0 0 0,3 0 0,2 0 0,3 0-1183,-4 0 1,4 0 0,0 0 0,1 0 0,0 0 1182,0 0 0,2 0 0,-1 0 0,0 0 0,-1 0 0,-4 0 0,0 0 0,0 0 0,-2 0 0,-1 0 136,7 0 0,-1 0 0,-2 0 0,-4 0-136,3 0 0,-3 0 0,-4 0 596,7 0 1,-6 0-597,-17 1 0,-6-2 0,-2-4 0,-24-19 0,-5 14 0,-5-14 0</inkml:trace>
  <inkml:trace contextRef="#ctx0" brushRef="#br0" timeOffset="2999">9663 9273 24575,'43'0'0,"2"0"0,10 0 0,1 0 0,8 0 0,3 0-1386,-13 0 0,3 0 1,2 0-1,2 0 0,0 0 1386,-3 0 0,2 0 0,0 0 0,2 0 0,0 0 0,1 0-414,-5 0 1,0 0 0,1 0 0,0 0 0,1 0 0,1 0-1,0 0 414,-4 0 0,2 0 0,0 0 0,1 0 0,-1 0 0,1 0 0,-2 0 0,-1 0 0,3 0 0,-2 0 0,0 0 0,0 0 0,-1 0 0,0 0 0,0 0 35,-1 0 0,1 0 1,0 0-1,0 0 0,-2 0 1,-2 0-1,-3 0-35,17 0 0,-4 0 0,-2 0 0,-3 0-60,-6 0 1,-1 0 0,-3 0 0,-4 0 59,13 0 0,-6 0 1223,-12 0 0,-5 0-1223,6 0 0,-31 0 0,1 0 0</inkml:trace>
  <inkml:trace contextRef="#ctx0" brushRef="#br0" timeOffset="6484">9499 10741 24575,'43'0'0,"0"0"0,0 0 0,7 0 0,2 0 0,5 0 0,-8 0 0,5 0 0,2 0 0,0 0 0,-3 0-1182,4 0 0,-3 0 0,1 0 0,4 0 1182,1 0 0,3 0 0,2 0 0,0 0 0,-4 0 0,3 0 0,-2 0 0,-1 0 0,1 0 0,-6 0 0,0 0 0,1 0 0,-1 0 0,-2 0 140,2 0 0,-1 0 0,-2 0 0,-3 0-140,2 0 0,-2 0 0,-5 0 477,0 0 1,-5 0-478,9 0 0,-26 0 0,-17-4-1025,-7-2 0,-2 1 0,0 0 0</inkml:trace>
  <inkml:trace contextRef="#ctx0" brushRef="#br0" timeOffset="16349">11865 11424 24575,'0'21'0,"0"23"0,0-7 0,0 6 0,0 3 0,0 5 0,0-2 0,0 12 0,0-1 0,0-8 0,0 1 0,0-4 0,0 2 0,0-4 0,0 2 0,0-3 0,0-7 0,0-3 0,0 22 0,0-27 0,0-8 0,0-11 0,0 0 0,0-4 0,0-2 0,0-4 0,0 1 0</inkml:trace>
  <inkml:trace contextRef="#ctx0" brushRef="#br0" timeOffset="35333">13460 3693 24575,'17'-10'0,"4"-4"0,11-7 0,0 0 0,-6 5 0,-6 7 0,-12 6 0,2 3 0,-2 0 0,2-5 0,1 0 0,1-4 0,0 3 0,6 0 0,-4 3 0,1 0 0,-4 3 0,-3 0 0,-2 1 0,-1 3 0,1 3 0,3 7 0,2 7 0,1 6 0,2 6 0,0 5 0,0 3 0,0 3 0,0 0 0,-1-5 0,-1 2 0,-6-16 0,-2-1 0,-4-18 0,0-1 0</inkml:trace>
  <inkml:trace contextRef="#ctx0" brushRef="#br0" timeOffset="37099">25466 3672 24575,'11'-11'0,"8"-5"0,13-4 0,12-1 0,3 2 0,2 3 0,-7 5 0,-8 5 0,-9 3 0,-12 6 0,-1 10 0,-4 8 0,7 25 0,0 4 0,-7-18 0,-1 1 0,4 28 0,-7-4 0,-1-9 0,-3-13 0,0-10 0,0-10 0,0-5 0,0-5 0</inkml:trace>
  <inkml:trace contextRef="#ctx0" brushRef="#br0" timeOffset="43133">8666 13323 24575,'30'0'0,"26"0"0,-10 0 0,4 0 0,7 0 0,2 0 0,4 0 0,0 0 0,-2 0 0,-2 0 0,-4 0 0,-2 0 0,-6 0 0,-3 0 0,-9 0 0,-3 0 0,10 0 0,-16 0 0,-15 0 0,-3 0 0</inkml:trace>
  <inkml:trace contextRef="#ctx0" brushRef="#br0" timeOffset="46300">6171 14834 24575,'61'0'0,"-23"0"0,6 0 0,4 0 0,6 0 0,6 0 0,3 0 0,3 0-1446,-11 0 1,3 0 0,2 0 0,2 0 0,1 0 0,0 0 1445,-8 0 0,0 0 0,2 0 0,0 0 0,1 0 0,0 0 0,1 0 0,-1 0-313,-2 0 0,0 0 1,0 0-1,1 0 0,0 0 1,0 0-1,1 0 0,-1 0 1,1 0 312,1 0 0,0 0 0,1 0 0,0 0 0,0 0 0,-1 0 0,1 0 0,0 0 0,-1 0 0,-1 0 0,-1 0 0,1-1 0,-1 1 0,1 0 0,-1 0 0,0 0 0,-1-1 0,1 1-80,3 0 0,1-1 0,0 1 0,-1-1 0,0 1 0,-1-1 1,1 0-1,-1 0 80,-2 0 0,-1-1 0,1 1 0,-1 0 0,0-1 0,0 0 0,-1 1 0,-1-1-216,4 0 0,0-1 0,-1 1 1,-1-1-1,0 1 0,-1-1 0,0 1 216,5-1 0,0 0 0,-1 0 0,-1 0 0,-1 0 0,-1 0 245,5 0 0,-2 0 0,-1 0 0,-1 0 0,-2 0-245,6 1 0,-2 0 0,-2 1 0,-1-1 662,-7 1 1,0 0 0,-2 1 0,-1-1-663,12 1 0,-2 0 0,2 0 0,-9-1 0,1 1 0,0 0 0,0 1 0,8-1 0,0 0 0,2 0 0,-6-1 0,3 1 0,-1 0 0,0 1 544,-5-1 1,0 2 0,-1-1 0,2 1-545,2-1 0,1 1 0,0-1 0,1 1 0,0-1 0,1 1 0,0-1 0,0 1 0,4 1 0,0-1 0,0 1 0,0-1 0,-1 0 0,1 0 0,-1-1 0,-2 1 0,-6 0 0,-2 1 0,0-1 0,1 1 0,6 0 0,1 0 0,0 0 0,-3 0 0,4 0 0,-4 0 0,2 1 508,-7-1 0,1 0 0,1 1 0,-3 0-508,7 0 0,-1 0 0,-1 1 466,-5-1 0,-1 1 1,-1 0-467,-3-1 0,-2 1 0,-1-1 0,15 0 0,-1 0 485,-1 0 1,1 0-486,-4-2 0,-1 0 0,2 0 0,0 1 0,5 0 0,0 0 0,-1 0 0,-1 1 0,2 0 0,-1 1 0,-1 0 0,0 1 855,-3-1 1,-1 1-856,-1 0 0,0-1 0,4 0 0,-2-1 519,-15 0 0,-2 0-519,0-3 0,-3 0 429,-6 2-429,-12-3 0,-8 0 0,-5 0 0</inkml:trace>
  <inkml:trace contextRef="#ctx0" brushRef="#br0" timeOffset="68267">9118 16842 24575,'60'0'0,"0"0"0,-1 0 0,-4 0 0,4 0 0,2 0 0,2 0 0,1 0 0,-11 0 0,1 0 0,1 0 0,1 0 0,2 0 0,0 0 0,2 0-1093,-3 0 1,2 0 0,1 0 0,1 0-1,1 0 1,0 0 0,1 0 0,0 0-1,0 0 957,-4 0 0,1 0 0,0 0 0,1 0 0,-1 0 0,1 0 0,0 0 0,0 0 0,0 0 0,0 0 136,-1 0 0,1 0 0,0 0 0,0 0 0,0 0 0,0 0 0,-1 0 0,1 0 0,-1 0 0,0 0 0,-2 0 0,0 0 0,1 0 0,-1 0 0,-1 0 0,1 0 0,-1 0 0,0 0 0,-1 0 0,0 0-118,9 0 1,-1 0-1,-1 0 1,0 0-1,0 0 1,-1 0-1,0 0 1,-1 0 117,-4 0 0,0 0 0,-1 0 0,0 0 0,0 0 0,-1 1 0,0-1 0,-1 1 29,4-1 0,-1 1 0,0 0 0,-1 1 0,-1-1 0,0 0 1,-1 1-30,5 0 0,-1 0 0,-1 1 0,0-1 0,-1 1 0,-1 0-193,8 1 0,0-1 0,-2 1 0,0 0 0,-2 1 193,4-1 0,-2 1 0,-2 0 0,-1-1 812,-7-1 1,-2 1-1,-1-1 1,-2-1-813,6 1 0,-2-1 0,-3-1 1734,8 1 1,-3-1-1735,-11-1 0,-5 1 3171,9 1-3171,-17-1 0,-17 1 0,-3-2 0</inkml:trace>
  <inkml:trace contextRef="#ctx0" brushRef="#br0" timeOffset="76281">16478 11076 24575,'0'0'0</inkml:trace>
  <inkml:trace contextRef="#ctx0" brushRef="#br0" timeOffset="103216">13087 10053 24575,'0'21'0,"0"5"0,0 2 0,0-2 0,0-7 0,0-9 0,0-5 0,0-6 0,0-8 0,0-2 0,0-6 0,0 7 0,1 0 0,3 7 0,1-1 0,3 1 0,2 1 0,0-2 0,3 0 0,1 1 0,-1 2 0,3 0 0,-7 1 0,5 0 0,-8 3 0,3 3 0,-3 6 0,0 3 0,-2-2 0,0 2 0,-1-6 0,1 3 0,-1-4 0,1-5 0,-1-6 0,2-8 0,3-6 0,6-5 0,6-4 0,3 3 0,0 5 0,-4 6 0,-3 7 0,-3 3 0,-2 2 0,1 0 0,-1 0 0,1 5 0,3 5 0,-3 8 0,1-1 0,-2 4 0,-6-8 0,-1 1 0,-3-7 0,-1-4 0</inkml:trace>
  <inkml:trace contextRef="#ctx0" brushRef="#br0" timeOffset="105550">13745 9959 24575,'7'-12'0,"6"-6"0,3-12 0,3-7 0,-2-1 0,-6-2 0,-6-7 0,-16 11 0,-10 2 0,-15 18 0,4 9 0,3 3 0,17 4 0,2 2 0,8 8 0,-1 13 0,0 19 0,-1 18 0,2-23 0,1 2 0,-1 4 0,2 1 0,0 1 0,0 0 0,0-1 0,0-2 0,0-3 0,1-2 0,4 22 0,4-18 0,4-15 0,1-14 0,-2-8 0,0-10 0,0-8 0,4-13 0,-3-1 0,3 3 0,-4 7 0,-5 12 0,1 0 0,-5 9 0,3 7 0,5 9 0,4 8 0,4 1 0,2-6 0,0-6 0,-3-9 0,-3-6 0,-1-10 0,-4-10 0,-3-7 0,-4-4 0,-3 5 0,-7 6 0,-6 8 0,-3 6 0,-4 4 0,11 5 0,1 3 0,8 4 0,0 1 0,0-1 0,6-1 0,11 0 0,13-5 0,14 0 0,6-6 0,-2-7 0,-7-10 0,-10-10 0,-8-8 0,-8 0 0,-7 7 0,-4 10 0,-4 10 0,-6 6 0,-6 7 0,-10 11 0,-9 17 0,-1 16 0,13-15 0,2 2 0,5-5 0,2 0 0,1 3 0,2-1 0,4 15 0,3 4 0,3 0 0,2-8 0,8 15 0,2-13 0,1 9 0,-5-8 0,-4-10 0,-5-9 0,-6-10 0,-9-8 0,-7-5 0,-6-4 0,-1-10 0,5-13 0,8-15 0,6-13 0,10-6 0,15-1 0,14 4 0,-6 27 0,2 3 0,19-4 0,-6 3 0,-24 21 0,-10 1 0</inkml:trace>
  <inkml:trace contextRef="#ctx0" brushRef="#br0" timeOffset="107150">14402 10189 24575,'0'21'0,"0"3"0,0 6 0,0-2 0,0-7 0,0-3 0,0-16 0,0-11 0,0-8 0,0-10 0,6 4 0,1 0 0,15-6 0,5 3 0,8-2 0,-1 6 0,-6 9 0,-7 7 0,-7 4 0,-6 2 0,-2 3 0,0 7 0,3 8 0,2 10 0,2 2 0,-1-1 0,-2-4 0,-3-6 0,-2-8 0,-2-4 0,1-15 0,1-3 0,3-7 0,8-4 0,12-6 0,0 3 0,19-12 0,-18 21 0,1 2 0,16-8 0,5 6 0,-31 20 0,-8 10 0,-5 15 0,-3 14 0,-4 8 0,0-1 0,2-6 0,-1-11 0,1-10 0,0-7 0,-2-9 0,0-2 0</inkml:trace>
  <inkml:trace contextRef="#ctx0" brushRef="#br0" timeOffset="109117">12355 11760 24575,'0'39'0,"0"1"0,0-5 0,0-10 0,0-6 0,0-17 0,0-1 0,0-12 0,0-1 0,1-1 0,4 0 0,8-2 0,11-5 0,12-2 0,10-3 0,0 5 0,-5 6 0,-8 7 0,-7 5 0,-8 4 0,-8 7 0,-2 7 0,-7 10 0,4 1 0,-4-1 0,2-10 0,-1-1 0,-1-8 0,2 1 0,-1-5 0,1-2 0,0-1 0,3 0 0,3-2 0,6-7 0,10-9-1696,6-5 0,-10 6 0,-6 5 0</inkml:trace>
  <inkml:trace contextRef="#ctx0" brushRef="#br0" timeOffset="111401">3160 13097 24575,'2'33'0,"-1"0"0,1 9 0,-2 5 0,1 6 0,-1-6 0,0 4 0,0 2 0,0 4 0,0 1-1401,0-6 1,0 3 0,0 1 0,0 2 0,0 1-1,0 1 1,0 1 1400,0-5 0,0 0 0,0 2 0,0 0 0,0 1 0,0 1 0,0 0 0,0 0 0,0 1-292,0-2 0,0 1 0,0 1 0,0-1 0,0 2 0,0-1 0,0 1 1,0 0-1,0 0 0,0-1 292,0-4 0,0 1 0,0-1 0,0 0 0,0 0 0,0 0 0,0 1 0,0 0 0,0 1 0,0 0 0,0 0-96,0 1 1,0 0-1,0 1 1,0 1-1,0 1 1,0-1 0,0 0-1,0 0 1,0-1-1,0 0 1,0-2 0,0-1 95,0 8 0,0-1 0,0-1 0,0-2 0,0 1 0,0-1 0,0-1 0,0 1 0,0-1-151,0 0 0,0-1 0,0 1 0,0 0 0,0-1 0,0-1 0,0-1 0,0-2 1,0-2 150,0 10 0,0-1 0,0-2 0,0-2 0,0-3 0,0-3 410,1 4 1,0-4-1,0-3 1,0 1-411,1 15 0,0-1 0,0-7 1708,0-12 1,1-6-1709,1 13 0,-4-37 0,0-15 0</inkml:trace>
  <inkml:trace contextRef="#ctx0" brushRef="#br0" timeOffset="112850">1680 15503 24575,'0'28'0,"0"12"0,3 4 0,2 5 0,3-5 0,1 0 0,1 4 0,1-2 0,2-7 0,-1-4 0,5 2 0,-8-7 0,-2-23 0,-6-26 0,-4-21 0,0 9 0,-1-3 0,1-7 0,-1-3 0,1-1 0,1 0 0,1 2 0,1 3 0,0-22 0,4 26 0,3 20 0,7 11 0,8 12 0,10 14 0,9 16 0,-19-14 0,0 2 0,-1 0 0,-1-1 0,13 15 0,-6-9 0,-13-15 0,-3-19 0,-10-18 0,1-19 0,0-1 0,4-17 0,5 11 0,4-1 0,3 19 0,3 16 0,5 11 0,5 15 0,3 18 0,3 12 0,-3 9 0,-7-9 0,-9-11 0,-9-16 0,-6-9 0</inkml:trace>
  <inkml:trace contextRef="#ctx0" brushRef="#br0" timeOffset="132252">5791 14346 8191,'0'-4'0,"-6"17"5063,-12 22-5063,3-6 0,-3 2 1409,-5 8 0,-2 3-1409,-3 6 0,1 2 0,-2 3 0,2 1 0,10-16 0,0 0 0,1 3 388,-2 9 1,0 3 0,2-1-389,3-6 0,2 0 0,-1 2 0,-1 8 0,1 2 0,1-2 2047,4-12 0,1-1 0,0-1-2047,1 2 0,0 0 0,1-1 0,1 12 0,1-1 0,0 2 0,0 1 0,2-4 0,0 0 0,0 8 0,0-2 0,1-15 0,1-1 0,1 15 0,1 0 0,3-14 0,1-2 0,2 11 0,2 2 0,2-2 0,3 1 0,0-1 0,3-1 0,0 0 0,2-1 0,2-1 0,0-1 405,-1-4 1,1-1-406,-1-4 0,0-2 192,-1-4 1,-1-2-193,-2-5 0,-1-2 0,11 12 0,-3-11 0,-7-10 0,-4-3 0,-5-8 0,-4-1 0,-5-4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514DB-E502-4F45-B0D4-4E0844484813}" type="datetimeFigureOut">
              <a:rPr lang="ru-RU" smtClean="0"/>
              <a:t>19.10.2022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366AA-068B-EA40-B761-F230F6424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481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Bernard_A._Galler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ru.wikipedia.org/wiki/%D0%A2%D0%B0%D1%80%D1%8C%D1%8F%D0%BD,_%D0%A0%D0%BE%D0%B1%D0%B5%D1%80%D1%82" TargetMode="External"/><Relationship Id="rId4" Type="http://schemas.openxmlformats.org/officeDocument/2006/relationships/hyperlink" Target="http://en.wikipedia.org/wiki/Michael_J._Fischer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D366AA-068B-EA40-B761-F230F6424BB5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6340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Классическая реализация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DSU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была предложена 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Bernard Galler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 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Michael Fischer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1964 году, однако исследована (включая временную оценку сложности)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Робертом Тарьяном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уже в 1975.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Тарьяну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же принадлежат некоторые результаты, улучшения и применения, о которых мы сегодня ещё поговорим.</a:t>
            </a:r>
            <a:br>
              <a:rPr lang="ru-RU" dirty="0"/>
            </a:br>
            <a:br>
              <a:rPr lang="ru-RU" dirty="0"/>
            </a:b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Хранить структуру данных будем в виде леса, то есть превратим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DSU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систему непересекающихся деревьев. Все элементы одного множества лежат в одном соответствующем дереве, представитель дерева — его корень, слияние множеств суть просто объединение двух деревьев в одно. Как мы увидим, такая идея вкупе с двумя небольшими эвристиками ведет к поразительно высокому быстродействию получившейся структуры.</a:t>
            </a:r>
            <a:br>
              <a:rPr lang="ru-RU" dirty="0"/>
            </a:br>
            <a:br>
              <a:rPr lang="ru-RU" dirty="0"/>
            </a:b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начала нам потребуется массив </a:t>
            </a:r>
            <a:r>
              <a:rPr lang="e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хранящий для каждой вершины дерева её непосредственного предка (а для корня дерева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—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 самого). С помощью одного только этого массива можно эффективно реализовать две первые операции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DSU:</a:t>
            </a:r>
          </a:p>
          <a:p>
            <a:endParaRPr lang="e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MakeSet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(X)</a:t>
            </a:r>
          </a:p>
          <a:p>
            <a:br>
              <a:rPr lang="en" dirty="0"/>
            </a:b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создать новое дерево из элемента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достаточно указать, что он является корнем собственного дерева, и предка не имеет.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Find(X)</a:t>
            </a:r>
          </a:p>
          <a:p>
            <a:br>
              <a:rPr lang="en" dirty="0"/>
            </a:b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Представителем дерева будем считать его корень. Тогда для нахождения этого представителя достаточно подняться вверх по родительским ссылкам до тех пор, пока не наткнемся на корень.</a:t>
            </a:r>
            <a:br>
              <a:rPr lang="ru-RU" dirty="0"/>
            </a:br>
            <a:br>
              <a:rPr lang="ru-RU" dirty="0"/>
            </a:b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это еще не все: такая наивная реализация в случае вырожденного (вытянутого в линию) дерева может работать за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O(N),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недопустимо. Можно было бы попытаться ускорить поиск. Например, хранить не только непосредственного предка, а большие таблицы логарифмического подъема вверх, но это требует много памяти. Или хранить вместо ссылки на предка ссылку на собственно корень — однако тогда при слиянии деревьев (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Unite)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придется менять эти ссылки всем элементам одного из деревьев, а это опять-таки временные затраты порядка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O(N).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D366AA-068B-EA40-B761-F230F6424BB5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749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пойдем другим путём: вместо ускорения реализации будем просто пытаться не допускать чрезмерно длинных веток в дереве. Это первая эвристика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DSU,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 называется </a:t>
            </a:r>
            <a:r>
              <a:rPr lang="ru-R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сжатие путей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 compression).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Суть эвристики: после того, как представитель таки будет найден, мы для каждой вершины по пути от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 корню изменим предка на этого самого представителя. То есть фактически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переподвесим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все эти вершины вместо длинной ветви непосредственно к корню. Таким образом, реализация операции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становится двухпроходной.</a:t>
            </a:r>
            <a:br>
              <a:rPr lang="ru-RU" dirty="0"/>
            </a:br>
            <a:br>
              <a:rPr lang="ru-RU" dirty="0"/>
            </a:b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рисунке показано дерево до и после выполнения операции </a:t>
            </a:r>
            <a:r>
              <a:rPr lang="e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Find(3).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Красные ребра — те, по которым мы прошлись по пути к корню. Теперь они перенаправлены. Заметьте, как после этого кардинально уменьшилась высота дерева.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D366AA-068B-EA40-B761-F230F6424BB5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384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3D68-EC78-B144-A88D-0576E63FE082}" type="datetime1">
              <a:rPr lang="ru-RU" smtClean="0"/>
              <a:t>19.10.2022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57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73BCB-7F53-9E43-9A9A-B62102F06019}" type="datetime1">
              <a:rPr lang="ru-RU" smtClean="0"/>
              <a:t>19.10.2022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315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231-4243-3647-BCE5-19E4B73F1A2A}" type="datetime1">
              <a:rPr lang="ru-RU" smtClean="0"/>
              <a:t>19.10.2022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251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2DDF-463A-8E4D-B08B-19FF60EB7251}" type="datetime1">
              <a:rPr lang="ru-RU" smtClean="0"/>
              <a:t>19.10.2022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7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1992-3B44-1D4F-8835-22E86C48BE98}" type="datetime1">
              <a:rPr lang="ru-RU" smtClean="0"/>
              <a:t>19.10.2022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15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407D-B0FC-314D-BE60-837C9B8B4D94}" type="datetime1">
              <a:rPr lang="ru-RU" smtClean="0"/>
              <a:t>19.10.2022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24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7A62-506D-8541-951C-4C8A8231A404}" type="datetime1">
              <a:rPr lang="ru-RU" smtClean="0"/>
              <a:t>19.10.2022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6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4ECF3-56B3-3444-A342-EDE84B4A14C6}" type="datetime1">
              <a:rPr lang="ru-RU" smtClean="0"/>
              <a:t>19.10.2022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691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FC7D-D6F7-1B4D-AA71-32688F0DA231}" type="datetime1">
              <a:rPr lang="ru-RU" smtClean="0"/>
              <a:t>19.10.2022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13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641A-0F87-D74F-AB70-672BFA431CE3}" type="datetime1">
              <a:rPr lang="ru-RU" smtClean="0"/>
              <a:t>19.10.2022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08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406B-0B80-F442-B8E4-2CB1928E2C4F}" type="datetime1">
              <a:rPr lang="ru-RU" smtClean="0"/>
              <a:t>19.10.2022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108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24016-8B8E-1F49-A311-F0740B11C447}" type="datetime1">
              <a:rPr lang="ru-RU" smtClean="0"/>
              <a:t>19.10.2022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40149-257D-0946-AE55-67015D9A1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02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7.xml"/><Relationship Id="rId17" Type="http://schemas.openxmlformats.org/officeDocument/2006/relationships/image" Target="../media/image9.png"/><Relationship Id="rId2" Type="http://schemas.openxmlformats.org/officeDocument/2006/relationships/customXml" Target="../ink/ink2.xml"/><Relationship Id="rId16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5.png"/><Relationship Id="rId14" Type="http://schemas.openxmlformats.org/officeDocument/2006/relationships/customXml" Target="../ink/ink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image" Target="../media/image15.png"/><Relationship Id="rId2" Type="http://schemas.openxmlformats.org/officeDocument/2006/relationships/hyperlink" Target="http://www.e-maxx-ru.1gb.ru/algo/mst_pri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customXml" Target="../ink/ink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openxmlformats.org/officeDocument/2006/relationships/customXml" Target="../ink/ink28.xml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5" Type="http://schemas.openxmlformats.org/officeDocument/2006/relationships/image" Target="../media/image29.png"/><Relationship Id="rId10" Type="http://schemas.openxmlformats.org/officeDocument/2006/relationships/customXml" Target="../ink/ink27.xml"/><Relationship Id="rId4" Type="http://schemas.openxmlformats.org/officeDocument/2006/relationships/customXml" Target="../ink/ink24.xml"/><Relationship Id="rId9" Type="http://schemas.openxmlformats.org/officeDocument/2006/relationships/image" Target="../media/image26.png"/><Relationship Id="rId14" Type="http://schemas.openxmlformats.org/officeDocument/2006/relationships/customXml" Target="../ink/ink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-maxx.ru/algo/mst_prim" TargetMode="Externa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customXml" Target="../ink/ink3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33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5" Type="http://schemas.microsoft.com/office/2007/relationships/hdphoto" Target="../media/hdphoto1.wdp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customXml" Target="../ink/ink33.xml"/><Relationship Id="rId4" Type="http://schemas.microsoft.com/office/2007/relationships/hdphoto" Target="../media/hdphoto2.wdp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ru.wikipedia.org/wiki/&#1040;&#1083;&#1075;&#1086;&#1088;&#1080;&#1090;&#1084;_&#1050;&#1088;&#1072;&#1089;&#1082;&#1072;&#1083;&#1072;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hyperlink" Target="https://ru.wikipedia.org/wiki/&#1040;&#1083;&#1075;&#1086;&#1088;&#1080;&#1090;&#1084;_&#1050;&#1088;&#1072;&#1089;&#1082;&#1072;&#1083;&#1072;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ustomXml" Target="../ink/ink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customXml" Target="../ink/ink36.xml"/><Relationship Id="rId4" Type="http://schemas.openxmlformats.org/officeDocument/2006/relationships/hyperlink" Target="https://habr.com/ru/post/104772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customXml" Target="../ink/ink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customXml" Target="../ink/ink3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tif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customXml" Target="../ink/ink43.xml"/><Relationship Id="rId4" Type="http://schemas.openxmlformats.org/officeDocument/2006/relationships/image" Target="../media/image5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-maxx-ru.1gb.ru/algo/mst_kruskal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731322-D463-7D4C-B911-79709BCA4B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Остов минимального веса. Алгоритм Прима. Алгоритм </a:t>
            </a:r>
            <a:r>
              <a:rPr lang="ru-RU" b="1" dirty="0" err="1"/>
              <a:t>Краскала</a:t>
            </a:r>
            <a:r>
              <a:rPr lang="ru-RU" b="1" dirty="0"/>
              <a:t>. Система непересекающихся множеств.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A4B945C7-B95E-1EFB-A804-8D2F056968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DBD33357-4E76-9D14-8501-1D75550A7203}"/>
                  </a:ext>
                </a:extLst>
              </p14:cNvPr>
              <p14:cNvContentPartPr/>
              <p14:nvPr/>
            </p14:nvContentPartPr>
            <p14:xfrm>
              <a:off x="4727520" y="3245040"/>
              <a:ext cx="29520" cy="36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DBD33357-4E76-9D14-8501-1D75550A72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8160" y="3235680"/>
                <a:ext cx="4824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1290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/>
              <a:t>Определения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Дерево</a:t>
            </a:r>
          </a:p>
          <a:p>
            <a:r>
              <a:rPr lang="ru-RU" b="1" dirty="0"/>
              <a:t>Лес</a:t>
            </a:r>
          </a:p>
          <a:p>
            <a:r>
              <a:rPr lang="ru-RU" b="1" dirty="0"/>
              <a:t>Лист</a:t>
            </a:r>
          </a:p>
          <a:p>
            <a:r>
              <a:rPr lang="ru-RU" b="1" dirty="0"/>
              <a:t>Крона</a:t>
            </a:r>
          </a:p>
          <a:p>
            <a:r>
              <a:rPr lang="ru-RU" b="1" dirty="0"/>
              <a:t>Каркас (остов)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2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68C46628-6E99-173E-48E8-6AE8C9257C4D}"/>
                  </a:ext>
                </a:extLst>
              </p14:cNvPr>
              <p14:cNvContentPartPr/>
              <p14:nvPr/>
            </p14:nvContentPartPr>
            <p14:xfrm>
              <a:off x="4665960" y="3459600"/>
              <a:ext cx="482040" cy="3780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68C46628-6E99-173E-48E8-6AE8C9257C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0120" y="3396240"/>
                <a:ext cx="51336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E5DBB3D7-BF5F-93CF-B17E-05117DD7216F}"/>
                  </a:ext>
                </a:extLst>
              </p14:cNvPr>
              <p14:cNvContentPartPr/>
              <p14:nvPr/>
            </p14:nvContentPartPr>
            <p14:xfrm>
              <a:off x="5625360" y="3561840"/>
              <a:ext cx="314280" cy="36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E5DBB3D7-BF5F-93CF-B17E-05117DD721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09520" y="3498480"/>
                <a:ext cx="3456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B91E24C2-04E0-4FC7-81EB-FB0AFE039069}"/>
                  </a:ext>
                </a:extLst>
              </p14:cNvPr>
              <p14:cNvContentPartPr/>
              <p14:nvPr/>
            </p14:nvContentPartPr>
            <p14:xfrm>
              <a:off x="6376680" y="2464920"/>
              <a:ext cx="348480" cy="20880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B91E24C2-04E0-4FC7-81EB-FB0AFE0390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60840" y="2401560"/>
                <a:ext cx="3798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2C83C0FC-7D55-1AE6-BF0B-1C542E59A48A}"/>
                  </a:ext>
                </a:extLst>
              </p14:cNvPr>
              <p14:cNvContentPartPr/>
              <p14:nvPr/>
            </p14:nvContentPartPr>
            <p14:xfrm>
              <a:off x="3118320" y="5153040"/>
              <a:ext cx="1313280" cy="843840"/>
            </p14:xfrm>
          </p:contentPart>
        </mc:Choice>
        <mc:Fallback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2C83C0FC-7D55-1AE6-BF0B-1C542E59A48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02480" y="5089680"/>
                <a:ext cx="1344600" cy="9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9A1E5FE7-0BFF-CB44-85E8-9FD9E9AFC997}"/>
                  </a:ext>
                </a:extLst>
              </p14:cNvPr>
              <p14:cNvContentPartPr/>
              <p14:nvPr/>
            </p14:nvContentPartPr>
            <p14:xfrm>
              <a:off x="3218760" y="4694760"/>
              <a:ext cx="581400" cy="367200"/>
            </p14:xfrm>
          </p:contentPart>
        </mc:Choice>
        <mc:Fallback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9A1E5FE7-0BFF-CB44-85E8-9FD9E9AFC99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02920" y="4631400"/>
                <a:ext cx="612720" cy="4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80C62AE1-D696-EC52-672C-46A1B10D6FEA}"/>
                  </a:ext>
                </a:extLst>
              </p14:cNvPr>
              <p14:cNvContentPartPr/>
              <p14:nvPr/>
            </p14:nvContentPartPr>
            <p14:xfrm>
              <a:off x="4053960" y="4649760"/>
              <a:ext cx="895320" cy="21600"/>
            </p14:xfrm>
          </p:contentPart>
        </mc:Choice>
        <mc:Fallback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80C62AE1-D696-EC52-672C-46A1B10D6FE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38120" y="4586400"/>
                <a:ext cx="92664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A2047AB8-9F9D-DDE2-4845-020BAA29ED2A}"/>
                  </a:ext>
                </a:extLst>
              </p14:cNvPr>
              <p14:cNvContentPartPr/>
              <p14:nvPr/>
            </p14:nvContentPartPr>
            <p14:xfrm>
              <a:off x="2860560" y="5583600"/>
              <a:ext cx="116280" cy="19944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A2047AB8-9F9D-DDE2-4845-020BAA29ED2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44720" y="5520240"/>
                <a:ext cx="14760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B58C9C5F-E0FB-B496-8107-B5E271A441A7}"/>
                  </a:ext>
                </a:extLst>
              </p14:cNvPr>
              <p14:cNvContentPartPr/>
              <p14:nvPr/>
            </p14:nvContentPartPr>
            <p14:xfrm>
              <a:off x="2125440" y="1350720"/>
              <a:ext cx="8985600" cy="4867920"/>
            </p14:xfrm>
          </p:contentPart>
        </mc:Choice>
        <mc:Fallback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B58C9C5F-E0FB-B496-8107-B5E271A441A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16080" y="1341360"/>
                <a:ext cx="9004320" cy="488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6272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Алгоритм Прима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/>
              <a:t>Алгоритм Прима</a:t>
            </a:r>
            <a:r>
              <a:rPr lang="ru-RU" dirty="0"/>
              <a:t> — алгоритм построения минимального </a:t>
            </a:r>
            <a:r>
              <a:rPr lang="ru-RU" dirty="0" err="1"/>
              <a:t>остовного</a:t>
            </a:r>
            <a:r>
              <a:rPr lang="ru-RU" dirty="0"/>
              <a:t> дерева взвешенного связного неориентированного графа. Алгоритм впервые был открыт в 1930 году чешским математиком </a:t>
            </a:r>
            <a:r>
              <a:rPr lang="ru-RU" dirty="0" err="1"/>
              <a:t>Войцехом</a:t>
            </a:r>
            <a:r>
              <a:rPr lang="ru-RU" dirty="0"/>
              <a:t> </a:t>
            </a:r>
            <a:r>
              <a:rPr lang="ru-RU" dirty="0" err="1"/>
              <a:t>Ярником</a:t>
            </a:r>
            <a:r>
              <a:rPr lang="ru-RU" dirty="0"/>
              <a:t>, позже </a:t>
            </a:r>
            <a:r>
              <a:rPr lang="ru-RU" dirty="0" err="1"/>
              <a:t>переоткрыт</a:t>
            </a:r>
            <a:r>
              <a:rPr lang="ru-RU" dirty="0"/>
              <a:t> Робертом </a:t>
            </a:r>
            <a:r>
              <a:rPr lang="ru-RU" dirty="0" err="1"/>
              <a:t>Примом</a:t>
            </a:r>
            <a:r>
              <a:rPr lang="ru-RU" dirty="0"/>
              <a:t> в 1957 году, и, независимо от них, Э. </a:t>
            </a:r>
            <a:r>
              <a:rPr lang="ru-RU" dirty="0" err="1"/>
              <a:t>Дейкстрой</a:t>
            </a:r>
            <a:r>
              <a:rPr lang="ru-RU" dirty="0"/>
              <a:t> в 1959 году.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3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185FF4E6-9AAF-585A-FBCA-DBE01EA5A475}"/>
                  </a:ext>
                </a:extLst>
              </p14:cNvPr>
              <p14:cNvContentPartPr/>
              <p14:nvPr/>
            </p14:nvContentPartPr>
            <p14:xfrm>
              <a:off x="7644240" y="3151800"/>
              <a:ext cx="764280" cy="1728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185FF4E6-9AAF-585A-FBCA-DBE01EA5A4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34880" y="3142440"/>
                <a:ext cx="783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5897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Алгоритм Прима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На вход алгоритма подаётся связный неориентированный граф. Для каждого ребра задаётся его стоимость.</a:t>
            </a:r>
          </a:p>
          <a:p>
            <a:pPr algn="just"/>
            <a:r>
              <a:rPr lang="ru-RU" dirty="0"/>
              <a:t>Сначала берётся произвольная вершина и находится ребро, инцидентное данной вершине и обладающее наименьшей стоимостью. Найденное ребро и соединяемые им две вершины образуют дерево. Затем, рассматриваются рёбра графа, один конец которых — уже принадлежащая дереву вершина, а другой — нет; из этих рёбер выбирается ребро наименьшей стоимости. Выбираемое на каждом шаге ребро присоединяется к дереву. Рост дерева происходит до тех пор, пока не будут исчерпаны все вершины исходного графа.</a:t>
            </a:r>
          </a:p>
          <a:p>
            <a:pPr algn="just"/>
            <a:r>
              <a:rPr lang="ru-RU" dirty="0"/>
              <a:t>Результатом работы алгоритма является </a:t>
            </a:r>
            <a:r>
              <a:rPr lang="ru-RU" dirty="0" err="1"/>
              <a:t>остовное</a:t>
            </a:r>
            <a:r>
              <a:rPr lang="ru-RU" dirty="0"/>
              <a:t> дерево минимальной стоимости.</a:t>
            </a:r>
          </a:p>
          <a:p>
            <a:pPr algn="just"/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42810" y="6010831"/>
            <a:ext cx="44916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2"/>
              </a:rPr>
              <a:t>http://www.e-maxx-ru.1gb.ru/algo/mst_prim</a:t>
            </a:r>
            <a:r>
              <a:rPr lang="ru-RU" dirty="0"/>
              <a:t>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4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1BB82A07-6DD5-15BB-2685-D1CF3B5FD976}"/>
                  </a:ext>
                </a:extLst>
              </p14:cNvPr>
              <p14:cNvContentPartPr/>
              <p14:nvPr/>
            </p14:nvContentPartPr>
            <p14:xfrm>
              <a:off x="9017280" y="303120"/>
              <a:ext cx="1271880" cy="34920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1BB82A07-6DD5-15BB-2685-D1CF3B5FD9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01440" y="239760"/>
                <a:ext cx="130320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D038EC26-2713-E780-800D-547BCE3DB8F8}"/>
                  </a:ext>
                </a:extLst>
              </p14:cNvPr>
              <p14:cNvContentPartPr/>
              <p14:nvPr/>
            </p14:nvContentPartPr>
            <p14:xfrm>
              <a:off x="8993160" y="733320"/>
              <a:ext cx="1136160" cy="487080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D038EC26-2713-E780-800D-547BCE3DB8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77320" y="669960"/>
                <a:ext cx="1167480" cy="61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5DB8DD3A-ABC9-6ACD-2F3B-24F557D50008}"/>
                  </a:ext>
                </a:extLst>
              </p14:cNvPr>
              <p14:cNvContentPartPr/>
              <p14:nvPr/>
            </p14:nvContentPartPr>
            <p14:xfrm>
              <a:off x="10033920" y="525960"/>
              <a:ext cx="371160" cy="682920"/>
            </p14:xfrm>
          </p:contentPart>
        </mc:Choice>
        <mc:Fallback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5DB8DD3A-ABC9-6ACD-2F3B-24F557D5000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18080" y="462600"/>
                <a:ext cx="402480" cy="80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6AA144A6-7939-77F7-8241-1EAE3550870F}"/>
                  </a:ext>
                </a:extLst>
              </p14:cNvPr>
              <p14:cNvContentPartPr/>
              <p14:nvPr/>
            </p14:nvContentPartPr>
            <p14:xfrm>
              <a:off x="5776200" y="3933360"/>
              <a:ext cx="1159200" cy="293040"/>
            </p14:xfrm>
          </p:contentPart>
        </mc:Choice>
        <mc:Fallback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6AA144A6-7939-77F7-8241-1EAE3550870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60360" y="3870000"/>
                <a:ext cx="119052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1F5C28BA-3F8A-0C7A-7DA4-7F4CFF8B7CEF}"/>
                  </a:ext>
                </a:extLst>
              </p14:cNvPr>
              <p14:cNvContentPartPr/>
              <p14:nvPr/>
            </p14:nvContentPartPr>
            <p14:xfrm>
              <a:off x="2955600" y="323640"/>
              <a:ext cx="8974440" cy="4183560"/>
            </p14:xfrm>
          </p:contentPart>
        </mc:Choice>
        <mc:Fallback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1F5C28BA-3F8A-0C7A-7DA4-7F4CFF8B7CE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46240" y="314280"/>
                <a:ext cx="8993160" cy="420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425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3" idx="6"/>
            <a:endCxn id="16" idx="2"/>
          </p:cNvCxnSpPr>
          <p:nvPr/>
        </p:nvCxnSpPr>
        <p:spPr>
          <a:xfrm flipV="1">
            <a:off x="3065326" y="1487836"/>
            <a:ext cx="1585050" cy="898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8" idx="6"/>
            <a:endCxn id="13" idx="2"/>
          </p:cNvCxnSpPr>
          <p:nvPr/>
        </p:nvCxnSpPr>
        <p:spPr>
          <a:xfrm flipV="1">
            <a:off x="855526" y="2386133"/>
            <a:ext cx="14898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8" idx="6"/>
            <a:endCxn id="20" idx="2"/>
          </p:cNvCxnSpPr>
          <p:nvPr/>
        </p:nvCxnSpPr>
        <p:spPr>
          <a:xfrm>
            <a:off x="855526" y="3529133"/>
            <a:ext cx="37948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24" idx="2"/>
            <a:endCxn id="22" idx="6"/>
          </p:cNvCxnSpPr>
          <p:nvPr/>
        </p:nvCxnSpPr>
        <p:spPr>
          <a:xfrm flipH="1" flipV="1">
            <a:off x="3065326" y="5229588"/>
            <a:ext cx="1585050" cy="35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0" idx="2"/>
            <a:endCxn id="22" idx="6"/>
          </p:cNvCxnSpPr>
          <p:nvPr/>
        </p:nvCxnSpPr>
        <p:spPr>
          <a:xfrm flipH="1">
            <a:off x="3065326" y="3529133"/>
            <a:ext cx="1585050" cy="170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3776785" y="1312681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1471735" y="23374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405931" y="2965344"/>
            <a:ext cx="6940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15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3815138" y="361103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3776785" y="5180160"/>
            <a:ext cx="1058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11</a:t>
            </a:r>
            <a:endParaRPr lang="ru-RU" sz="3200" dirty="0"/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913492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2" name="Номер слайда 7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120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3" idx="6"/>
            <a:endCxn id="16" idx="2"/>
          </p:cNvCxnSpPr>
          <p:nvPr/>
        </p:nvCxnSpPr>
        <p:spPr>
          <a:xfrm flipV="1">
            <a:off x="3065326" y="1487836"/>
            <a:ext cx="1585050" cy="898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8" idx="6"/>
            <a:endCxn id="13" idx="2"/>
          </p:cNvCxnSpPr>
          <p:nvPr/>
        </p:nvCxnSpPr>
        <p:spPr>
          <a:xfrm flipV="1">
            <a:off x="855526" y="2386133"/>
            <a:ext cx="14898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8" idx="6"/>
            <a:endCxn id="20" idx="2"/>
          </p:cNvCxnSpPr>
          <p:nvPr/>
        </p:nvCxnSpPr>
        <p:spPr>
          <a:xfrm>
            <a:off x="855526" y="3529133"/>
            <a:ext cx="37948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24" idx="2"/>
            <a:endCxn id="22" idx="6"/>
          </p:cNvCxnSpPr>
          <p:nvPr/>
        </p:nvCxnSpPr>
        <p:spPr>
          <a:xfrm flipH="1" flipV="1">
            <a:off x="3065326" y="5229588"/>
            <a:ext cx="1585050" cy="35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0" idx="2"/>
            <a:endCxn id="22" idx="6"/>
          </p:cNvCxnSpPr>
          <p:nvPr/>
        </p:nvCxnSpPr>
        <p:spPr>
          <a:xfrm flipH="1">
            <a:off x="3065326" y="3529133"/>
            <a:ext cx="1585050" cy="170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3776785" y="1312681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1471735" y="23374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405931" y="2965344"/>
            <a:ext cx="6940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3815138" y="361103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3776785" y="5180160"/>
            <a:ext cx="1058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11</a:t>
            </a:r>
            <a:endParaRPr lang="ru-RU" sz="3200" dirty="0"/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683032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{d}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6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AB9D6DD6-BEC4-B80B-1579-0BC1DA88623E}"/>
                  </a:ext>
                </a:extLst>
              </p14:cNvPr>
              <p14:cNvContentPartPr/>
              <p14:nvPr/>
            </p14:nvContentPartPr>
            <p14:xfrm>
              <a:off x="388800" y="2774880"/>
              <a:ext cx="1118160" cy="145476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AB9D6DD6-BEC4-B80B-1579-0BC1DA8862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440" y="2765520"/>
                <a:ext cx="1136880" cy="147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2108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3" idx="6"/>
            <a:endCxn id="16" idx="2"/>
          </p:cNvCxnSpPr>
          <p:nvPr/>
        </p:nvCxnSpPr>
        <p:spPr>
          <a:xfrm flipV="1">
            <a:off x="3065326" y="1487836"/>
            <a:ext cx="1585050" cy="898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8" idx="6"/>
            <a:endCxn id="13" idx="2"/>
          </p:cNvCxnSpPr>
          <p:nvPr/>
        </p:nvCxnSpPr>
        <p:spPr>
          <a:xfrm flipV="1">
            <a:off x="855526" y="2386133"/>
            <a:ext cx="14898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8" idx="6"/>
            <a:endCxn id="20" idx="2"/>
          </p:cNvCxnSpPr>
          <p:nvPr/>
        </p:nvCxnSpPr>
        <p:spPr>
          <a:xfrm>
            <a:off x="855526" y="3529133"/>
            <a:ext cx="37948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24" idx="2"/>
            <a:endCxn id="22" idx="6"/>
          </p:cNvCxnSpPr>
          <p:nvPr/>
        </p:nvCxnSpPr>
        <p:spPr>
          <a:xfrm flipH="1" flipV="1">
            <a:off x="3065326" y="5229588"/>
            <a:ext cx="1585050" cy="35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0" idx="2"/>
            <a:endCxn id="22" idx="6"/>
          </p:cNvCxnSpPr>
          <p:nvPr/>
        </p:nvCxnSpPr>
        <p:spPr>
          <a:xfrm flipH="1">
            <a:off x="3065326" y="3529133"/>
            <a:ext cx="1585050" cy="170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3776785" y="1312681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1471735" y="23374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405931" y="2965344"/>
            <a:ext cx="6940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3815138" y="361103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3776785" y="5180160"/>
            <a:ext cx="1058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11</a:t>
            </a:r>
            <a:endParaRPr lang="ru-RU" sz="3200" dirty="0"/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14456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{d}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5,</a:t>
                      </a:r>
                      <a:r>
                        <a:rPr lang="en-US" sz="2800" b="1" baseline="0" dirty="0"/>
                        <a:t> 6, 9, 15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7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93DC46A5-D298-83AB-8782-7E306308ADBC}"/>
                  </a:ext>
                </a:extLst>
              </p14:cNvPr>
              <p14:cNvContentPartPr/>
              <p14:nvPr/>
            </p14:nvContentPartPr>
            <p14:xfrm>
              <a:off x="109080" y="2672640"/>
              <a:ext cx="2919960" cy="255564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93DC46A5-D298-83AB-8782-7E306308AD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720" y="2663280"/>
                <a:ext cx="2938680" cy="257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9670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3" idx="6"/>
            <a:endCxn id="16" idx="2"/>
          </p:cNvCxnSpPr>
          <p:nvPr/>
        </p:nvCxnSpPr>
        <p:spPr>
          <a:xfrm flipV="1">
            <a:off x="3065326" y="1487836"/>
            <a:ext cx="1585050" cy="898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8" idx="6"/>
            <a:endCxn id="13" idx="2"/>
          </p:cNvCxnSpPr>
          <p:nvPr/>
        </p:nvCxnSpPr>
        <p:spPr>
          <a:xfrm flipV="1">
            <a:off x="855526" y="2386133"/>
            <a:ext cx="14898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8" idx="6"/>
            <a:endCxn id="20" idx="2"/>
          </p:cNvCxnSpPr>
          <p:nvPr/>
        </p:nvCxnSpPr>
        <p:spPr>
          <a:xfrm>
            <a:off x="855526" y="3529133"/>
            <a:ext cx="37948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24" idx="2"/>
            <a:endCxn id="22" idx="6"/>
          </p:cNvCxnSpPr>
          <p:nvPr/>
        </p:nvCxnSpPr>
        <p:spPr>
          <a:xfrm flipH="1" flipV="1">
            <a:off x="3065326" y="5229588"/>
            <a:ext cx="1585050" cy="35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0" idx="2"/>
            <a:endCxn id="22" idx="6"/>
          </p:cNvCxnSpPr>
          <p:nvPr/>
        </p:nvCxnSpPr>
        <p:spPr>
          <a:xfrm flipH="1">
            <a:off x="3065326" y="3529133"/>
            <a:ext cx="1585050" cy="170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3776785" y="1312681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1471735" y="23374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405931" y="2965344"/>
            <a:ext cx="6940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3815138" y="361103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3776785" y="5180160"/>
            <a:ext cx="1058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11</a:t>
            </a:r>
            <a:endParaRPr lang="ru-RU" sz="3200" dirty="0"/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182557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{d}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5,</a:t>
                      </a:r>
                      <a:r>
                        <a:rPr lang="en-US" sz="2800" b="1" baseline="0" dirty="0"/>
                        <a:t> 6, 9, 15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315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3" idx="6"/>
            <a:endCxn id="16" idx="2"/>
          </p:cNvCxnSpPr>
          <p:nvPr/>
        </p:nvCxnSpPr>
        <p:spPr>
          <a:xfrm flipV="1">
            <a:off x="3065326" y="1487836"/>
            <a:ext cx="1585050" cy="898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8" idx="6"/>
            <a:endCxn id="13" idx="2"/>
          </p:cNvCxnSpPr>
          <p:nvPr/>
        </p:nvCxnSpPr>
        <p:spPr>
          <a:xfrm flipV="1">
            <a:off x="855526" y="2386133"/>
            <a:ext cx="14898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8" idx="6"/>
            <a:endCxn id="20" idx="2"/>
          </p:cNvCxnSpPr>
          <p:nvPr/>
        </p:nvCxnSpPr>
        <p:spPr>
          <a:xfrm>
            <a:off x="855526" y="3529133"/>
            <a:ext cx="37948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24" idx="2"/>
            <a:endCxn id="22" idx="6"/>
          </p:cNvCxnSpPr>
          <p:nvPr/>
        </p:nvCxnSpPr>
        <p:spPr>
          <a:xfrm flipH="1" flipV="1">
            <a:off x="3065326" y="5229588"/>
            <a:ext cx="1585050" cy="35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0" idx="2"/>
            <a:endCxn id="22" idx="6"/>
          </p:cNvCxnSpPr>
          <p:nvPr/>
        </p:nvCxnSpPr>
        <p:spPr>
          <a:xfrm flipH="1">
            <a:off x="3065326" y="3529133"/>
            <a:ext cx="1585050" cy="170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3776785" y="1312681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1471735" y="23374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405931" y="2965344"/>
            <a:ext cx="6940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3815138" y="361103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3776785" y="5180160"/>
            <a:ext cx="1058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11</a:t>
            </a:r>
            <a:endParaRPr lang="ru-RU" sz="3200" dirty="0"/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255799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{d}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5,</a:t>
                      </a:r>
                      <a:r>
                        <a:rPr lang="en-US" sz="2800" b="1" baseline="0" dirty="0"/>
                        <a:t> 6, 9, 15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7,</a:t>
                      </a:r>
                      <a:r>
                        <a:rPr lang="en-US" sz="2800" b="1" baseline="0" dirty="0"/>
                        <a:t> 9, 6, 15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9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2D7C3F7B-81F7-2ED4-E65E-E4F837975D0D}"/>
                  </a:ext>
                </a:extLst>
              </p14:cNvPr>
              <p14:cNvContentPartPr/>
              <p14:nvPr/>
            </p14:nvContentPartPr>
            <p14:xfrm>
              <a:off x="1540080" y="1851840"/>
              <a:ext cx="1312920" cy="343296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2D7C3F7B-81F7-2ED4-E65E-E4F837975D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0720" y="1842480"/>
                <a:ext cx="1331640" cy="345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9521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3" idx="6"/>
            <a:endCxn id="16" idx="2"/>
          </p:cNvCxnSpPr>
          <p:nvPr/>
        </p:nvCxnSpPr>
        <p:spPr>
          <a:xfrm flipV="1">
            <a:off x="3065326" y="1487836"/>
            <a:ext cx="1585050" cy="898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8" idx="6"/>
            <a:endCxn id="13" idx="2"/>
          </p:cNvCxnSpPr>
          <p:nvPr/>
        </p:nvCxnSpPr>
        <p:spPr>
          <a:xfrm flipV="1">
            <a:off x="855526" y="2386133"/>
            <a:ext cx="14898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8" idx="6"/>
            <a:endCxn id="20" idx="2"/>
          </p:cNvCxnSpPr>
          <p:nvPr/>
        </p:nvCxnSpPr>
        <p:spPr>
          <a:xfrm>
            <a:off x="855526" y="3529133"/>
            <a:ext cx="37948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24" idx="2"/>
            <a:endCxn id="22" idx="6"/>
          </p:cNvCxnSpPr>
          <p:nvPr/>
        </p:nvCxnSpPr>
        <p:spPr>
          <a:xfrm flipH="1" flipV="1">
            <a:off x="3065326" y="5229588"/>
            <a:ext cx="1585050" cy="35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0" idx="2"/>
            <a:endCxn id="22" idx="6"/>
          </p:cNvCxnSpPr>
          <p:nvPr/>
        </p:nvCxnSpPr>
        <p:spPr>
          <a:xfrm flipH="1">
            <a:off x="3065326" y="3529133"/>
            <a:ext cx="1585050" cy="170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3776785" y="1312681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1471735" y="23374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405931" y="2965344"/>
            <a:ext cx="6940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3815138" y="361103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3776785" y="5180160"/>
            <a:ext cx="1058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11</a:t>
            </a:r>
            <a:endParaRPr lang="ru-RU" sz="3200" dirty="0"/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255799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{d}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5,</a:t>
                      </a:r>
                      <a:r>
                        <a:rPr lang="en-US" sz="2800" b="1" baseline="0" dirty="0"/>
                        <a:t> 6, 9, 15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7,</a:t>
                      </a:r>
                      <a:r>
                        <a:rPr lang="en-US" sz="2800" b="1" baseline="0"/>
                        <a:t> 9, 6, 15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86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3" idx="6"/>
            <a:endCxn id="16" idx="2"/>
          </p:cNvCxnSpPr>
          <p:nvPr/>
        </p:nvCxnSpPr>
        <p:spPr>
          <a:xfrm flipV="1">
            <a:off x="3065326" y="1487836"/>
            <a:ext cx="1585050" cy="898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8" idx="6"/>
            <a:endCxn id="13" idx="2"/>
          </p:cNvCxnSpPr>
          <p:nvPr/>
        </p:nvCxnSpPr>
        <p:spPr>
          <a:xfrm flipV="1">
            <a:off x="855526" y="2386133"/>
            <a:ext cx="14898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8" idx="6"/>
            <a:endCxn id="20" idx="2"/>
          </p:cNvCxnSpPr>
          <p:nvPr/>
        </p:nvCxnSpPr>
        <p:spPr>
          <a:xfrm>
            <a:off x="855526" y="3529133"/>
            <a:ext cx="37948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24" idx="2"/>
            <a:endCxn id="22" idx="6"/>
          </p:cNvCxnSpPr>
          <p:nvPr/>
        </p:nvCxnSpPr>
        <p:spPr>
          <a:xfrm flipH="1" flipV="1">
            <a:off x="3065326" y="5229588"/>
            <a:ext cx="1585050" cy="35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0" idx="2"/>
            <a:endCxn id="22" idx="6"/>
          </p:cNvCxnSpPr>
          <p:nvPr/>
        </p:nvCxnSpPr>
        <p:spPr>
          <a:xfrm flipH="1">
            <a:off x="3065326" y="3529133"/>
            <a:ext cx="1585050" cy="170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3776785" y="1312681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1471735" y="23374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405931" y="2965344"/>
            <a:ext cx="6940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3815138" y="361103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3776785" y="5180160"/>
            <a:ext cx="1058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11</a:t>
            </a:r>
            <a:endParaRPr lang="ru-RU" sz="3200" dirty="0"/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719569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{d}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5,</a:t>
                      </a:r>
                      <a:r>
                        <a:rPr lang="en-US" sz="2800" b="1" baseline="0" dirty="0"/>
                        <a:t> 6, 9, 15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7,</a:t>
                      </a:r>
                      <a:r>
                        <a:rPr lang="en-US" sz="2800" b="1" baseline="0"/>
                        <a:t> 9, 6, 15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11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24CDE6E7-EB49-B517-86AE-7016070FAF1B}"/>
                  </a:ext>
                </a:extLst>
              </p14:cNvPr>
              <p14:cNvContentPartPr/>
              <p14:nvPr/>
            </p14:nvContentPartPr>
            <p14:xfrm>
              <a:off x="1464120" y="1827720"/>
              <a:ext cx="2697480" cy="393444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24CDE6E7-EB49-B517-86AE-7016070FAF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4760" y="1818360"/>
                <a:ext cx="2716200" cy="395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2593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3" idx="6"/>
            <a:endCxn id="16" idx="2"/>
          </p:cNvCxnSpPr>
          <p:nvPr/>
        </p:nvCxnSpPr>
        <p:spPr>
          <a:xfrm flipV="1">
            <a:off x="3065326" y="1487836"/>
            <a:ext cx="1585050" cy="898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8" idx="6"/>
            <a:endCxn id="13" idx="2"/>
          </p:cNvCxnSpPr>
          <p:nvPr/>
        </p:nvCxnSpPr>
        <p:spPr>
          <a:xfrm flipV="1">
            <a:off x="855526" y="2386133"/>
            <a:ext cx="14898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8" idx="6"/>
            <a:endCxn id="20" idx="2"/>
          </p:cNvCxnSpPr>
          <p:nvPr/>
        </p:nvCxnSpPr>
        <p:spPr>
          <a:xfrm>
            <a:off x="855526" y="3529133"/>
            <a:ext cx="37948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24" idx="2"/>
            <a:endCxn id="22" idx="6"/>
          </p:cNvCxnSpPr>
          <p:nvPr/>
        </p:nvCxnSpPr>
        <p:spPr>
          <a:xfrm flipH="1" flipV="1">
            <a:off x="3065326" y="5229588"/>
            <a:ext cx="1585050" cy="35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0" idx="2"/>
            <a:endCxn id="22" idx="6"/>
          </p:cNvCxnSpPr>
          <p:nvPr/>
        </p:nvCxnSpPr>
        <p:spPr>
          <a:xfrm flipH="1">
            <a:off x="3065326" y="3529133"/>
            <a:ext cx="1585050" cy="170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3776785" y="1312681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1471735" y="23374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405931" y="2965344"/>
            <a:ext cx="6940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3815138" y="361103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3776785" y="5180160"/>
            <a:ext cx="1058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11</a:t>
            </a:r>
            <a:endParaRPr lang="ru-RU" sz="3200" dirty="0"/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913662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{d}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5,</a:t>
                      </a:r>
                      <a:r>
                        <a:rPr lang="en-US" sz="2800" b="1" baseline="0" dirty="0"/>
                        <a:t> 6, 9, 15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7,</a:t>
                      </a:r>
                      <a:r>
                        <a:rPr lang="en-US" sz="2800" b="1" baseline="0"/>
                        <a:t> 9, 6, 15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7,</a:t>
                      </a:r>
                      <a:r>
                        <a:rPr lang="ru-RU" sz="2800" b="1" dirty="0"/>
                        <a:t> </a:t>
                      </a:r>
                      <a:r>
                        <a:rPr lang="en-US" sz="2800" b="1" dirty="0"/>
                        <a:t>9,</a:t>
                      </a:r>
                      <a:r>
                        <a:rPr lang="ru-RU" sz="2800" b="1" dirty="0"/>
                        <a:t> </a:t>
                      </a:r>
                      <a:r>
                        <a:rPr lang="en-US" sz="2800" b="1" dirty="0"/>
                        <a:t>15,</a:t>
                      </a:r>
                      <a:r>
                        <a:rPr lang="ru-RU" sz="2800" b="1" dirty="0"/>
                        <a:t> </a:t>
                      </a:r>
                      <a:r>
                        <a:rPr lang="en-US" sz="2800" b="1" dirty="0"/>
                        <a:t>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494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3" idx="6"/>
            <a:endCxn id="16" idx="2"/>
          </p:cNvCxnSpPr>
          <p:nvPr/>
        </p:nvCxnSpPr>
        <p:spPr>
          <a:xfrm flipV="1">
            <a:off x="3065326" y="1487836"/>
            <a:ext cx="1585050" cy="898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8" idx="6"/>
            <a:endCxn id="13" idx="2"/>
          </p:cNvCxnSpPr>
          <p:nvPr/>
        </p:nvCxnSpPr>
        <p:spPr>
          <a:xfrm flipV="1">
            <a:off x="855526" y="2386133"/>
            <a:ext cx="14898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8" idx="6"/>
            <a:endCxn id="20" idx="2"/>
          </p:cNvCxnSpPr>
          <p:nvPr/>
        </p:nvCxnSpPr>
        <p:spPr>
          <a:xfrm>
            <a:off x="855526" y="3529133"/>
            <a:ext cx="37948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24" idx="2"/>
            <a:endCxn id="22" idx="6"/>
          </p:cNvCxnSpPr>
          <p:nvPr/>
        </p:nvCxnSpPr>
        <p:spPr>
          <a:xfrm flipH="1" flipV="1">
            <a:off x="3065326" y="5229588"/>
            <a:ext cx="1585050" cy="35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0" idx="2"/>
            <a:endCxn id="22" idx="6"/>
          </p:cNvCxnSpPr>
          <p:nvPr/>
        </p:nvCxnSpPr>
        <p:spPr>
          <a:xfrm flipH="1">
            <a:off x="3065326" y="3529133"/>
            <a:ext cx="1585050" cy="170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3776785" y="1312681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1471735" y="23374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405931" y="2965344"/>
            <a:ext cx="6940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3815138" y="361103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3776785" y="5180160"/>
            <a:ext cx="1058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11</a:t>
            </a:r>
            <a:endParaRPr lang="ru-RU" sz="3200" dirty="0"/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380279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{d}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5,</a:t>
                      </a:r>
                      <a:r>
                        <a:rPr lang="en-US" sz="2800" b="1" baseline="0" dirty="0"/>
                        <a:t> 6, 9, 15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7,</a:t>
                      </a:r>
                      <a:r>
                        <a:rPr lang="en-US" sz="2800" b="1" baseline="0"/>
                        <a:t> 9, 6, 15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7, 9,</a:t>
                      </a:r>
                      <a:r>
                        <a:rPr lang="ru-RU" sz="2800" b="1" dirty="0"/>
                        <a:t> </a:t>
                      </a:r>
                      <a:r>
                        <a:rPr lang="en-US" sz="2800" b="1" dirty="0"/>
                        <a:t>15, 8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/>
                        <a:t>b,c,e,</a:t>
                      </a:r>
                      <a:r>
                        <a:rPr lang="en-US" sz="2800" b="1" baseline="0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a,b,d,f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13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9A4F383B-75D6-55B2-0E90-42101373286E}"/>
                  </a:ext>
                </a:extLst>
              </p14:cNvPr>
              <p14:cNvContentPartPr/>
              <p14:nvPr/>
            </p14:nvContentPartPr>
            <p14:xfrm>
              <a:off x="2521800" y="1749600"/>
              <a:ext cx="1659960" cy="400536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9A4F383B-75D6-55B2-0E90-4210137328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2440" y="1740240"/>
                <a:ext cx="1678680" cy="402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5312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3" idx="6"/>
            <a:endCxn id="16" idx="2"/>
          </p:cNvCxnSpPr>
          <p:nvPr/>
        </p:nvCxnSpPr>
        <p:spPr>
          <a:xfrm flipV="1">
            <a:off x="3065326" y="1487836"/>
            <a:ext cx="1585050" cy="898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8" idx="6"/>
            <a:endCxn id="13" idx="2"/>
          </p:cNvCxnSpPr>
          <p:nvPr/>
        </p:nvCxnSpPr>
        <p:spPr>
          <a:xfrm flipV="1">
            <a:off x="855526" y="2386133"/>
            <a:ext cx="14898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8" idx="6"/>
            <a:endCxn id="20" idx="2"/>
          </p:cNvCxnSpPr>
          <p:nvPr/>
        </p:nvCxnSpPr>
        <p:spPr>
          <a:xfrm>
            <a:off x="855526" y="3529133"/>
            <a:ext cx="37948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24" idx="2"/>
            <a:endCxn id="22" idx="6"/>
          </p:cNvCxnSpPr>
          <p:nvPr/>
        </p:nvCxnSpPr>
        <p:spPr>
          <a:xfrm flipH="1" flipV="1">
            <a:off x="3065326" y="5229588"/>
            <a:ext cx="1585050" cy="35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0" idx="2"/>
            <a:endCxn id="22" idx="6"/>
          </p:cNvCxnSpPr>
          <p:nvPr/>
        </p:nvCxnSpPr>
        <p:spPr>
          <a:xfrm flipH="1">
            <a:off x="3065326" y="3529133"/>
            <a:ext cx="1585050" cy="170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3776785" y="1312681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1471735" y="23374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405931" y="2965344"/>
            <a:ext cx="6940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3815138" y="361103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3776785" y="5180160"/>
            <a:ext cx="1058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11</a:t>
            </a:r>
            <a:endParaRPr lang="ru-RU" sz="3200" dirty="0"/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110527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{d}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5,</a:t>
                      </a:r>
                      <a:r>
                        <a:rPr lang="en-US" sz="2800" b="1" baseline="0" dirty="0"/>
                        <a:t> 6, 9, 15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7,</a:t>
                      </a:r>
                      <a:r>
                        <a:rPr lang="en-US" sz="2800" b="1" baseline="0" dirty="0"/>
                        <a:t> 9, 6, 15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7, 9, 15, 8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/>
                        <a:t>a,b,d,f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8, 7, 15, 8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c,e,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962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3" idx="6"/>
            <a:endCxn id="16" idx="2"/>
          </p:cNvCxnSpPr>
          <p:nvPr/>
        </p:nvCxnSpPr>
        <p:spPr>
          <a:xfrm flipV="1">
            <a:off x="3065326" y="1487836"/>
            <a:ext cx="1585050" cy="898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8" idx="6"/>
            <a:endCxn id="13" idx="2"/>
          </p:cNvCxnSpPr>
          <p:nvPr/>
        </p:nvCxnSpPr>
        <p:spPr>
          <a:xfrm flipV="1">
            <a:off x="855526" y="2386133"/>
            <a:ext cx="14898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8" idx="6"/>
            <a:endCxn id="20" idx="2"/>
          </p:cNvCxnSpPr>
          <p:nvPr/>
        </p:nvCxnSpPr>
        <p:spPr>
          <a:xfrm>
            <a:off x="855526" y="3529133"/>
            <a:ext cx="37948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24" idx="2"/>
            <a:endCxn id="22" idx="6"/>
          </p:cNvCxnSpPr>
          <p:nvPr/>
        </p:nvCxnSpPr>
        <p:spPr>
          <a:xfrm flipH="1" flipV="1">
            <a:off x="3065326" y="5229588"/>
            <a:ext cx="1585050" cy="35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0" idx="2"/>
            <a:endCxn id="22" idx="6"/>
          </p:cNvCxnSpPr>
          <p:nvPr/>
        </p:nvCxnSpPr>
        <p:spPr>
          <a:xfrm flipH="1">
            <a:off x="3065326" y="3529133"/>
            <a:ext cx="1585050" cy="170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3776785" y="1312681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1471735" y="23374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405931" y="2965344"/>
            <a:ext cx="6940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3815138" y="361103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3776785" y="5180160"/>
            <a:ext cx="1058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11</a:t>
            </a:r>
            <a:endParaRPr lang="ru-RU" sz="3200" dirty="0"/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196261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{d}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5,</a:t>
                      </a:r>
                      <a:r>
                        <a:rPr lang="en-US" sz="2800" b="1" baseline="0" dirty="0"/>
                        <a:t> 6, 9, 15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7,</a:t>
                      </a:r>
                      <a:r>
                        <a:rPr lang="en-US" sz="2800" b="1" baseline="0"/>
                        <a:t> 9, 6, 15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7, 9, 15, 8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a,b,d,f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8, 7, 15, 8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/>
                        <a:t>{c,e,</a:t>
                      </a:r>
                      <a:r>
                        <a:rPr lang="en-US" sz="2800" b="1" baseline="0"/>
                        <a:t>g</a:t>
                      </a:r>
                      <a:r>
                        <a:rPr lang="en-US" sz="2800" b="1" baseline="0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a,b,d,e,f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15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BD26D682-DF1D-DAFC-CAE5-601E3B3E3FFB}"/>
                  </a:ext>
                </a:extLst>
              </p14:cNvPr>
              <p14:cNvContentPartPr/>
              <p14:nvPr/>
            </p14:nvContentPartPr>
            <p14:xfrm>
              <a:off x="3789360" y="1763280"/>
              <a:ext cx="1522080" cy="395388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BD26D682-DF1D-DAFC-CAE5-601E3B3E3F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0000" y="1753920"/>
                <a:ext cx="1540800" cy="397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174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3" idx="6"/>
            <a:endCxn id="16" idx="2"/>
          </p:cNvCxnSpPr>
          <p:nvPr/>
        </p:nvCxnSpPr>
        <p:spPr>
          <a:xfrm flipV="1">
            <a:off x="3065326" y="1487836"/>
            <a:ext cx="1585050" cy="898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8" idx="6"/>
            <a:endCxn id="13" idx="2"/>
          </p:cNvCxnSpPr>
          <p:nvPr/>
        </p:nvCxnSpPr>
        <p:spPr>
          <a:xfrm flipV="1">
            <a:off x="855526" y="2386133"/>
            <a:ext cx="14898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8" idx="6"/>
            <a:endCxn id="20" idx="2"/>
          </p:cNvCxnSpPr>
          <p:nvPr/>
        </p:nvCxnSpPr>
        <p:spPr>
          <a:xfrm>
            <a:off x="855526" y="3529133"/>
            <a:ext cx="37948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24" idx="2"/>
            <a:endCxn id="22" idx="6"/>
          </p:cNvCxnSpPr>
          <p:nvPr/>
        </p:nvCxnSpPr>
        <p:spPr>
          <a:xfrm flipH="1" flipV="1">
            <a:off x="3065326" y="5229588"/>
            <a:ext cx="1585050" cy="35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0" idx="2"/>
            <a:endCxn id="22" idx="6"/>
          </p:cNvCxnSpPr>
          <p:nvPr/>
        </p:nvCxnSpPr>
        <p:spPr>
          <a:xfrm flipH="1">
            <a:off x="3065326" y="3529133"/>
            <a:ext cx="1585050" cy="170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3776785" y="1312681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1471735" y="23374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405931" y="2965344"/>
            <a:ext cx="6940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3815138" y="361103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3776785" y="5180160"/>
            <a:ext cx="1058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11</a:t>
            </a:r>
            <a:endParaRPr lang="ru-RU" sz="3200" dirty="0"/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710770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{d}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5,</a:t>
                      </a:r>
                      <a:r>
                        <a:rPr lang="en-US" sz="2800" b="1" baseline="0" dirty="0"/>
                        <a:t> 6, 9, 15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7,</a:t>
                      </a:r>
                      <a:r>
                        <a:rPr lang="en-US" sz="2800" b="1" baseline="0"/>
                        <a:t> 9, 6, 15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7, 9, 15, 8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a,b,d,f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8, 7, 15, 8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/>
                        <a:t>{c,e,</a:t>
                      </a:r>
                      <a:r>
                        <a:rPr lang="en-US" sz="2800" b="1" baseline="0"/>
                        <a:t>g</a:t>
                      </a:r>
                      <a:r>
                        <a:rPr lang="en-US" sz="2800" b="1" baseline="0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a,b,d,e,f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8, 5,</a:t>
                      </a:r>
                      <a:r>
                        <a:rPr lang="en-US" sz="2800" b="1" baseline="0" dirty="0"/>
                        <a:t> 9, 11</a:t>
                      </a:r>
                      <a:endParaRPr lang="ru-RU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c,g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676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3" idx="6"/>
            <a:endCxn id="16" idx="2"/>
          </p:cNvCxnSpPr>
          <p:nvPr/>
        </p:nvCxnSpPr>
        <p:spPr>
          <a:xfrm flipV="1">
            <a:off x="3065326" y="1487836"/>
            <a:ext cx="1585050" cy="898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8" idx="6"/>
            <a:endCxn id="13" idx="2"/>
          </p:cNvCxnSpPr>
          <p:nvPr/>
        </p:nvCxnSpPr>
        <p:spPr>
          <a:xfrm flipV="1">
            <a:off x="855526" y="2386133"/>
            <a:ext cx="14898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8" idx="6"/>
            <a:endCxn id="20" idx="2"/>
          </p:cNvCxnSpPr>
          <p:nvPr/>
        </p:nvCxnSpPr>
        <p:spPr>
          <a:xfrm>
            <a:off x="855526" y="3529133"/>
            <a:ext cx="37948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24" idx="2"/>
            <a:endCxn id="22" idx="6"/>
          </p:cNvCxnSpPr>
          <p:nvPr/>
        </p:nvCxnSpPr>
        <p:spPr>
          <a:xfrm flipH="1" flipV="1">
            <a:off x="3065326" y="5229588"/>
            <a:ext cx="1585050" cy="35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0" idx="2"/>
            <a:endCxn id="22" idx="6"/>
          </p:cNvCxnSpPr>
          <p:nvPr/>
        </p:nvCxnSpPr>
        <p:spPr>
          <a:xfrm flipH="1">
            <a:off x="3065326" y="3529133"/>
            <a:ext cx="1585050" cy="170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3776785" y="1312681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1471735" y="23374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405931" y="2965344"/>
            <a:ext cx="6940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3815138" y="361103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3776785" y="5180160"/>
            <a:ext cx="1058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11</a:t>
            </a:r>
            <a:endParaRPr lang="ru-RU" sz="3200" dirty="0"/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250991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{d}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5,</a:t>
                      </a:r>
                      <a:r>
                        <a:rPr lang="en-US" sz="2800" b="1" baseline="0" dirty="0"/>
                        <a:t> 6, 9, 15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7,</a:t>
                      </a:r>
                      <a:r>
                        <a:rPr lang="en-US" sz="2800" b="1" baseline="0"/>
                        <a:t> 9, 6, 15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7, 9, 15, 8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a,b,d,f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8, 7, 15, 8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/>
                        <a:t>{c,e,</a:t>
                      </a:r>
                      <a:r>
                        <a:rPr lang="en-US" sz="2800" b="1" baseline="0"/>
                        <a:t>g</a:t>
                      </a:r>
                      <a:r>
                        <a:rPr lang="en-US" sz="2800" b="1" baseline="0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a,b,d,e,f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8, 5,</a:t>
                      </a:r>
                      <a:r>
                        <a:rPr lang="en-US" sz="2800" b="1" baseline="0" dirty="0"/>
                        <a:t> 9, 11</a:t>
                      </a:r>
                      <a:endParaRPr lang="ru-RU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c,g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17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FE76DB74-1FEF-2D22-15ED-2990E2AEAA74}"/>
                  </a:ext>
                </a:extLst>
              </p14:cNvPr>
              <p14:cNvContentPartPr/>
              <p14:nvPr/>
            </p14:nvContentPartPr>
            <p14:xfrm>
              <a:off x="3817800" y="4586760"/>
              <a:ext cx="1598040" cy="117108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FE76DB74-1FEF-2D22-15ED-2990E2AEAA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08440" y="4577400"/>
                <a:ext cx="1616760" cy="118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9350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3" idx="6"/>
            <a:endCxn id="16" idx="2"/>
          </p:cNvCxnSpPr>
          <p:nvPr/>
        </p:nvCxnSpPr>
        <p:spPr>
          <a:xfrm flipV="1">
            <a:off x="3065326" y="1487836"/>
            <a:ext cx="1585050" cy="898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8" idx="6"/>
            <a:endCxn id="13" idx="2"/>
          </p:cNvCxnSpPr>
          <p:nvPr/>
        </p:nvCxnSpPr>
        <p:spPr>
          <a:xfrm flipV="1">
            <a:off x="855526" y="2386133"/>
            <a:ext cx="14898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8" idx="6"/>
            <a:endCxn id="20" idx="2"/>
          </p:cNvCxnSpPr>
          <p:nvPr/>
        </p:nvCxnSpPr>
        <p:spPr>
          <a:xfrm>
            <a:off x="855526" y="3529133"/>
            <a:ext cx="37948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24" idx="2"/>
            <a:endCxn id="22" idx="6"/>
          </p:cNvCxnSpPr>
          <p:nvPr/>
        </p:nvCxnSpPr>
        <p:spPr>
          <a:xfrm flipH="1" flipV="1">
            <a:off x="3065326" y="5229588"/>
            <a:ext cx="1585050" cy="35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0" idx="2"/>
            <a:endCxn id="22" idx="6"/>
          </p:cNvCxnSpPr>
          <p:nvPr/>
        </p:nvCxnSpPr>
        <p:spPr>
          <a:xfrm flipH="1">
            <a:off x="3065326" y="3529133"/>
            <a:ext cx="1585050" cy="170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3776785" y="1312681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1471735" y="23374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405931" y="2965344"/>
            <a:ext cx="6940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3815138" y="361103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3776785" y="5180160"/>
            <a:ext cx="1058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11</a:t>
            </a:r>
            <a:endParaRPr lang="ru-RU" sz="3200" dirty="0"/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147030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{d}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5,</a:t>
                      </a:r>
                      <a:r>
                        <a:rPr lang="en-US" sz="2800" b="1" baseline="0" dirty="0"/>
                        <a:t> 6, 9, 15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7,</a:t>
                      </a:r>
                      <a:r>
                        <a:rPr lang="en-US" sz="2800" b="1" baseline="0"/>
                        <a:t> 9, 6, 15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/>
                        <a:t>{a,d,f}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7, 9, 15, 8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a,b,d,f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8, 7, 15, 8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/>
                        <a:t>{c,e,</a:t>
                      </a:r>
                      <a:r>
                        <a:rPr lang="en-US" sz="2800" b="1" baseline="0"/>
                        <a:t>g</a:t>
                      </a:r>
                      <a:r>
                        <a:rPr lang="en-US" sz="2800" b="1" baseline="0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a,b,d,e,f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8, 5,</a:t>
                      </a:r>
                      <a:r>
                        <a:rPr lang="en-US" sz="2800" b="1" baseline="0" dirty="0"/>
                        <a:t> 9, 11</a:t>
                      </a:r>
                      <a:endParaRPr lang="ru-RU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c,g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9, 11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{g}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255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3" idx="6"/>
            <a:endCxn id="16" idx="2"/>
          </p:cNvCxnSpPr>
          <p:nvPr/>
        </p:nvCxnSpPr>
        <p:spPr>
          <a:xfrm flipV="1">
            <a:off x="3065326" y="1487836"/>
            <a:ext cx="1585050" cy="898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8" idx="6"/>
            <a:endCxn id="13" idx="2"/>
          </p:cNvCxnSpPr>
          <p:nvPr/>
        </p:nvCxnSpPr>
        <p:spPr>
          <a:xfrm flipV="1">
            <a:off x="855526" y="2386133"/>
            <a:ext cx="1489800" cy="11430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8" idx="6"/>
            <a:endCxn id="20" idx="2"/>
          </p:cNvCxnSpPr>
          <p:nvPr/>
        </p:nvCxnSpPr>
        <p:spPr>
          <a:xfrm>
            <a:off x="855526" y="3529133"/>
            <a:ext cx="37948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24" idx="2"/>
            <a:endCxn id="22" idx="6"/>
          </p:cNvCxnSpPr>
          <p:nvPr/>
        </p:nvCxnSpPr>
        <p:spPr>
          <a:xfrm flipH="1" flipV="1">
            <a:off x="3065326" y="5229588"/>
            <a:ext cx="1585050" cy="351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20" idx="2"/>
            <a:endCxn id="22" idx="6"/>
          </p:cNvCxnSpPr>
          <p:nvPr/>
        </p:nvCxnSpPr>
        <p:spPr>
          <a:xfrm flipH="1">
            <a:off x="3065326" y="3529133"/>
            <a:ext cx="1585050" cy="17004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3776785" y="1312681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1471735" y="23374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6" name="Прямоугольник 65"/>
          <p:cNvSpPr/>
          <p:nvPr/>
        </p:nvSpPr>
        <p:spPr>
          <a:xfrm>
            <a:off x="2405931" y="2965344"/>
            <a:ext cx="6940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3815138" y="361103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8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70" name="Прямоугольник 69"/>
          <p:cNvSpPr/>
          <p:nvPr/>
        </p:nvSpPr>
        <p:spPr>
          <a:xfrm>
            <a:off x="3776785" y="5180160"/>
            <a:ext cx="10580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11</a:t>
            </a:r>
            <a:endParaRPr lang="ru-RU" sz="3200" dirty="0"/>
          </a:p>
        </p:txBody>
      </p:sp>
      <p:graphicFrame>
        <p:nvGraphicFramePr>
          <p:cNvPr id="71" name="Таблица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35417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{d}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5,</a:t>
                      </a:r>
                      <a:r>
                        <a:rPr lang="en-US" sz="2800" b="1" baseline="0" dirty="0"/>
                        <a:t> 6, 9, 15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7,</a:t>
                      </a:r>
                      <a:r>
                        <a:rPr lang="en-US" sz="2800" b="1" baseline="0"/>
                        <a:t> 9, 6, 15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/>
                        <a:t>{a,d,f}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7, 9, 15, 8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a,b,d,f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8, 7, 15, 8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/>
                        <a:t>{c,e,</a:t>
                      </a:r>
                      <a:r>
                        <a:rPr lang="en-US" sz="2800" b="1" baseline="0"/>
                        <a:t>g</a:t>
                      </a:r>
                      <a:r>
                        <a:rPr lang="en-US" sz="2800" b="1" baseline="0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a,b,d,e,f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8, 5,</a:t>
                      </a:r>
                      <a:r>
                        <a:rPr lang="en-US" sz="2800" b="1" baseline="0" dirty="0"/>
                        <a:t> 9, 11</a:t>
                      </a:r>
                      <a:endParaRPr lang="ru-RU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c,g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9, 11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{g}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19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C5CEF7B6-D0B1-25F2-E713-1E6E1FD2A3F8}"/>
                  </a:ext>
                </a:extLst>
              </p14:cNvPr>
              <p14:cNvContentPartPr/>
              <p14:nvPr/>
            </p14:nvContentPartPr>
            <p14:xfrm>
              <a:off x="2615400" y="303480"/>
              <a:ext cx="864000" cy="4536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C5CEF7B6-D0B1-25F2-E713-1E6E1FD2A3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99560" y="240120"/>
                <a:ext cx="89532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FED1310C-9609-E8DA-880C-4E738662491C}"/>
                  </a:ext>
                </a:extLst>
              </p14:cNvPr>
              <p14:cNvContentPartPr/>
              <p14:nvPr/>
            </p14:nvContentPartPr>
            <p14:xfrm>
              <a:off x="3074760" y="478440"/>
              <a:ext cx="503280" cy="51696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FED1310C-9609-E8DA-880C-4E73866249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58920" y="415080"/>
                <a:ext cx="534600" cy="64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6B903EA7-E039-A341-0A10-1EE1736EC86E}"/>
                  </a:ext>
                </a:extLst>
              </p14:cNvPr>
              <p14:cNvContentPartPr/>
              <p14:nvPr/>
            </p14:nvContentPartPr>
            <p14:xfrm>
              <a:off x="3965400" y="346680"/>
              <a:ext cx="670320" cy="176040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6B903EA7-E039-A341-0A10-1EE1736EC8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49560" y="283320"/>
                <a:ext cx="70164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58B17B3D-0248-BC50-2531-4225607B846D}"/>
                  </a:ext>
                </a:extLst>
              </p14:cNvPr>
              <p14:cNvContentPartPr/>
              <p14:nvPr/>
            </p14:nvContentPartPr>
            <p14:xfrm>
              <a:off x="2606040" y="500760"/>
              <a:ext cx="422640" cy="423000"/>
            </p14:xfrm>
          </p:contentPart>
        </mc:Choice>
        <mc:Fallback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58B17B3D-0248-BC50-2531-4225607B84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90200" y="437400"/>
                <a:ext cx="45396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161FE980-6B83-E68A-6628-67DE5B523F03}"/>
                  </a:ext>
                </a:extLst>
              </p14:cNvPr>
              <p14:cNvContentPartPr/>
              <p14:nvPr/>
            </p14:nvContentPartPr>
            <p14:xfrm>
              <a:off x="3193200" y="838440"/>
              <a:ext cx="1239480" cy="234000"/>
            </p14:xfrm>
          </p:contentPart>
        </mc:Choice>
        <mc:Fallback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161FE980-6B83-E68A-6628-67DE5B523F0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77360" y="775080"/>
                <a:ext cx="127080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94A496CF-2C63-E6B3-5B6B-DA86CF3FF0AB}"/>
                  </a:ext>
                </a:extLst>
              </p14:cNvPr>
              <p14:cNvContentPartPr/>
              <p14:nvPr/>
            </p14:nvContentPartPr>
            <p14:xfrm>
              <a:off x="3938040" y="416160"/>
              <a:ext cx="558720" cy="214560"/>
            </p14:xfrm>
          </p:contentPart>
        </mc:Choice>
        <mc:Fallback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94A496CF-2C63-E6B3-5B6B-DA86CF3FF0A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22200" y="352800"/>
                <a:ext cx="59004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92A36F98-56C5-A828-4671-F29419336039}"/>
                  </a:ext>
                </a:extLst>
              </p14:cNvPr>
              <p14:cNvContentPartPr/>
              <p14:nvPr/>
            </p14:nvContentPartPr>
            <p14:xfrm>
              <a:off x="2360160" y="80280"/>
              <a:ext cx="3085560" cy="444996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92A36F98-56C5-A828-4671-F2941933603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50800" y="70920"/>
                <a:ext cx="3104280" cy="446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2111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2345326" y="2026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484614" y="1990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6" name="Овал 15"/>
          <p:cNvSpPr/>
          <p:nvPr/>
        </p:nvSpPr>
        <p:spPr>
          <a:xfrm>
            <a:off x="4650376" y="1127836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789664" y="1092683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8" name="Овал 17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sp>
        <p:nvSpPr>
          <p:cNvPr id="20" name="Овал 19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4789664" y="3133980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22" name="Овал 21"/>
          <p:cNvSpPr/>
          <p:nvPr/>
        </p:nvSpPr>
        <p:spPr>
          <a:xfrm>
            <a:off x="2345326" y="4869588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484614" y="4834435"/>
            <a:ext cx="3626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f</a:t>
            </a:r>
            <a:endParaRPr lang="ru-RU" sz="4400" dirty="0"/>
          </a:p>
        </p:txBody>
      </p:sp>
      <p:sp>
        <p:nvSpPr>
          <p:cNvPr id="24" name="Овал 23"/>
          <p:cNvSpPr/>
          <p:nvPr/>
        </p:nvSpPr>
        <p:spPr>
          <a:xfrm>
            <a:off x="4650376" y="4904741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789664" y="4869588"/>
            <a:ext cx="4523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g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5" idx="6"/>
            <a:endCxn id="13" idx="2"/>
          </p:cNvCxnSpPr>
          <p:nvPr/>
        </p:nvCxnSpPr>
        <p:spPr>
          <a:xfrm>
            <a:off x="855526" y="1452683"/>
            <a:ext cx="1489800" cy="933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3" idx="6"/>
            <a:endCxn id="20" idx="2"/>
          </p:cNvCxnSpPr>
          <p:nvPr/>
        </p:nvCxnSpPr>
        <p:spPr>
          <a:xfrm>
            <a:off x="3065326" y="2386133"/>
            <a:ext cx="1585050" cy="114300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" idx="4"/>
            <a:endCxn id="18" idx="0"/>
          </p:cNvCxnSpPr>
          <p:nvPr/>
        </p:nvCxnSpPr>
        <p:spPr>
          <a:xfrm>
            <a:off x="495526" y="1812683"/>
            <a:ext cx="0" cy="135645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6" idx="4"/>
            <a:endCxn id="20" idx="0"/>
          </p:cNvCxnSpPr>
          <p:nvPr/>
        </p:nvCxnSpPr>
        <p:spPr>
          <a:xfrm>
            <a:off x="5010376" y="1847836"/>
            <a:ext cx="0" cy="132129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8" idx="4"/>
            <a:endCxn id="22" idx="2"/>
          </p:cNvCxnSpPr>
          <p:nvPr/>
        </p:nvCxnSpPr>
        <p:spPr>
          <a:xfrm>
            <a:off x="495526" y="3889133"/>
            <a:ext cx="1849800" cy="1340455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20" idx="4"/>
          </p:cNvCxnSpPr>
          <p:nvPr/>
        </p:nvCxnSpPr>
        <p:spPr>
          <a:xfrm flipH="1" flipV="1">
            <a:off x="5010376" y="3889133"/>
            <a:ext cx="13487" cy="1104235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1471735" y="1369996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64" name="Прямоугольник 63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5" name="Прямоугольник 64"/>
          <p:cNvSpPr/>
          <p:nvPr/>
        </p:nvSpPr>
        <p:spPr>
          <a:xfrm>
            <a:off x="5037529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1489457" y="4729563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69" name="Прямоугольник 68"/>
          <p:cNvSpPr/>
          <p:nvPr/>
        </p:nvSpPr>
        <p:spPr>
          <a:xfrm>
            <a:off x="5037529" y="40572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9</a:t>
            </a:r>
            <a:endParaRPr lang="ru-RU" sz="32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7620198" y="5833130"/>
            <a:ext cx="24628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/>
              <a:t>Вес дерева: 39</a:t>
            </a:r>
            <a:endParaRPr lang="ru-RU" sz="2800" dirty="0"/>
          </a:p>
        </p:txBody>
      </p:sp>
      <p:graphicFrame>
        <p:nvGraphicFramePr>
          <p:cNvPr id="42" name="Таблица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671129"/>
              </p:ext>
            </p:extLst>
          </p:nvPr>
        </p:nvGraphicFramePr>
        <p:xfrm>
          <a:off x="5522771" y="796695"/>
          <a:ext cx="658179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Ребро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u, v)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Невыбранные</a:t>
                      </a:r>
                      <a:r>
                        <a:rPr lang="ru-RU" sz="2400" baseline="0" dirty="0">
                          <a:solidFill>
                            <a:schemeClr val="tx1"/>
                          </a:solidFill>
                        </a:rPr>
                        <a:t> вершины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V\U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{d}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5,</a:t>
                      </a:r>
                      <a:r>
                        <a:rPr lang="en-US" sz="2800" b="1" baseline="0" dirty="0"/>
                        <a:t> 6, 9, 15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a,d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7,</a:t>
                      </a:r>
                      <a:r>
                        <a:rPr lang="en-US" sz="2800" b="1" baseline="0"/>
                        <a:t> 9, 6, 15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/>
                        <a:t>{a,d,f}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7, 9, 15, 8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b,c,e,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a,b,d,f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8, 7, 15, 8</a:t>
                      </a:r>
                      <a:r>
                        <a:rPr lang="ru-RU" sz="2800" b="1" dirty="0"/>
                        <a:t>,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/>
                        <a:t>{c,e,</a:t>
                      </a:r>
                      <a:r>
                        <a:rPr lang="en-US" sz="2800" b="1" baseline="0"/>
                        <a:t>g</a:t>
                      </a:r>
                      <a:r>
                        <a:rPr lang="en-US" sz="2800" b="1" baseline="0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a,b,d,e,f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8, 5,</a:t>
                      </a:r>
                      <a:r>
                        <a:rPr lang="en-US" sz="2800" b="1" baseline="0" dirty="0"/>
                        <a:t> 9, 11</a:t>
                      </a:r>
                      <a:endParaRPr lang="ru-RU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c,g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</a:t>
                      </a:r>
                      <a:r>
                        <a:rPr lang="en-US" sz="2800" b="1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9, 11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{g}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</a:t>
                      </a:r>
                      <a:r>
                        <a:rPr lang="en-US" sz="2800" b="1" dirty="0" err="1"/>
                        <a:t>a,b,c,d,e,f,</a:t>
                      </a:r>
                      <a:r>
                        <a:rPr lang="en-US" sz="2800" b="1" baseline="0" dirty="0" err="1"/>
                        <a:t>g</a:t>
                      </a:r>
                      <a:r>
                        <a:rPr lang="en-US" sz="2800" b="1" baseline="0" dirty="0"/>
                        <a:t>}</a:t>
                      </a:r>
                      <a:endParaRPr lang="ru-RU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2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{}</a:t>
                      </a:r>
                      <a:endParaRPr lang="ru-RU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3" name="Прямоугольник 42"/>
          <p:cNvSpPr/>
          <p:nvPr/>
        </p:nvSpPr>
        <p:spPr>
          <a:xfrm>
            <a:off x="3785326" y="245374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20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0DB6AC3B-51B3-8B0E-98C1-6AE8D8F5FD43}"/>
                  </a:ext>
                </a:extLst>
              </p14:cNvPr>
              <p14:cNvContentPartPr/>
              <p14:nvPr/>
            </p14:nvContentPartPr>
            <p14:xfrm>
              <a:off x="9621720" y="6446880"/>
              <a:ext cx="952200" cy="4932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0DB6AC3B-51B3-8B0E-98C1-6AE8D8F5FD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12360" y="6437520"/>
                <a:ext cx="970920" cy="6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57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1597C6-508A-404B-8ADE-09F8CE302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Тривиальная реализация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3AB71A7-ACF8-0E4F-9DE0-A3C064D97B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Если искать каждый раз ребро простым просмотром среди всех возможных вариантов, то асимптотически будет требоваться просмотр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О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рёбер, чтобы найти среди всех допустимых ребро с наименьшим весом. Суммарная асимптотика алгоритма составит в таком случае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О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что в худшем случае есть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О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" dirty="0"/>
                  <a:t>,— </a:t>
                </a:r>
                <a:r>
                  <a:rPr lang="ru-RU" dirty="0"/>
                  <a:t>слишком медленный алгоритм.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3AB71A7-ACF8-0E4F-9DE0-A3C064D97B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 r="-14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06ED32C-928D-1845-A558-33D901597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21AEF0-52E8-C24D-A7B4-20519C778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21</a:t>
            </a:fld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A76802-D18E-744A-BF0E-63C69C51DEBD}"/>
              </a:ext>
            </a:extLst>
          </p:cNvPr>
          <p:cNvSpPr/>
          <p:nvPr/>
        </p:nvSpPr>
        <p:spPr>
          <a:xfrm>
            <a:off x="0" y="45522"/>
            <a:ext cx="3364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3"/>
              </a:rPr>
              <a:t>https://e-maxx.ru/algo/mst_prim</a:t>
            </a:r>
            <a:r>
              <a:rPr lang="ru-RU" dirty="0"/>
              <a:t>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1CCD3C87-D3BD-08A3-8D3F-7051A7785C18}"/>
                  </a:ext>
                </a:extLst>
              </p14:cNvPr>
              <p14:cNvContentPartPr/>
              <p14:nvPr/>
            </p14:nvContentPartPr>
            <p14:xfrm>
              <a:off x="2378520" y="2568240"/>
              <a:ext cx="1957320" cy="224172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1CCD3C87-D3BD-08A3-8D3F-7051A7785C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69160" y="2558880"/>
                <a:ext cx="1976040" cy="226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2618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5E30BE-0DD0-B841-A126-A7FA0B9F1F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27806" y="625272"/>
                <a:ext cx="3651467" cy="1676603"/>
              </a:xfrm>
            </p:spPr>
            <p:txBody>
              <a:bodyPr>
                <a:normAutofit fontScale="90000"/>
              </a:bodyPr>
              <a:lstStyle/>
              <a:p>
                <a:r>
                  <a:rPr lang="ru-RU" dirty="0"/>
                  <a:t>Случай плотных графов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О</m:t>
                    </m:r>
                    <m:d>
                      <m:d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5E30BE-0DD0-B841-A126-A7FA0B9F1F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7806" y="625272"/>
                <a:ext cx="3651467" cy="1676603"/>
              </a:xfrm>
              <a:blipFill>
                <a:blip r:embed="rId2"/>
                <a:stretch>
                  <a:fillRect l="-5903" r="-3819" b="-15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CA2E1-4B7C-1B4A-B43E-E744201836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7807" y="2434406"/>
                <a:ext cx="3651466" cy="3785419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𝑢𝑠𝑒𝑑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– </a:t>
                </a:r>
                <a:r>
                  <a:rPr lang="ru-RU" dirty="0"/>
                  <a:t>означает, что вершина включена в остов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i="1" dirty="0" err="1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⁡_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ru-RU" dirty="0"/>
                  <a:t>хранит вес наименьшего допустимого ребра из вершины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⁡_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ru-RU" dirty="0"/>
                  <a:t>содержит конец этого наименьшего ребра (это нужно для вывода рёбер в ответе)</a:t>
                </a:r>
                <a:endParaRPr lang="en-US" i="1" dirty="0"/>
              </a:p>
              <a:p>
                <a:endParaRPr lang="ru-RU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CA2E1-4B7C-1B4A-B43E-E744201836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7807" y="2434406"/>
                <a:ext cx="3651466" cy="3785419"/>
              </a:xfrm>
              <a:blipFill>
                <a:blip r:embed="rId3"/>
                <a:stretch>
                  <a:fillRect l="-2431" t="-4362" r="-4514" b="-13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AD777-1389-5B45-9E52-EE7E457E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8929" y="6356350"/>
            <a:ext cx="3651466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6F58D-4873-E24F-8AFA-291F3BCE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3928" y="6356350"/>
            <a:ext cx="685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D9940149-257D-0946-AE55-67015D9A170A}" type="slidenum">
              <a:rPr lang="ru-RU">
                <a:solidFill>
                  <a:srgbClr val="FFFFFF"/>
                </a:solidFill>
              </a:rPr>
              <a:pPr algn="l">
                <a:spcAft>
                  <a:spcPts val="600"/>
                </a:spcAft>
              </a:pPr>
              <a:t>22</a:t>
            </a:fld>
            <a:endParaRPr lang="ru-RU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4D356A-5AE0-3148-85E2-EB4133DFBB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9273" y="0"/>
            <a:ext cx="8312727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01A7840C-52D7-4BF6-EFE5-874E7CFEB66C}"/>
                  </a:ext>
                </a:extLst>
              </p14:cNvPr>
              <p14:cNvContentPartPr/>
              <p14:nvPr/>
            </p14:nvContentPartPr>
            <p14:xfrm>
              <a:off x="434160" y="85680"/>
              <a:ext cx="8955360" cy="647100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01A7840C-52D7-4BF6-EFE5-874E7CFEB6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4800" y="76320"/>
                <a:ext cx="8974080" cy="648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6522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5E30BE-0DD0-B841-A126-A7FA0B9F1F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27806" y="625272"/>
                <a:ext cx="4811333" cy="1676603"/>
              </a:xfrm>
            </p:spPr>
            <p:txBody>
              <a:bodyPr>
                <a:normAutofit fontScale="90000"/>
              </a:bodyPr>
              <a:lstStyle/>
              <a:p>
                <a:r>
                  <a:rPr lang="ru-RU" dirty="0"/>
                  <a:t>Случай разреженных графов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О</m:t>
                    </m:r>
                    <m:d>
                      <m:d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𝑙𝑜𝑔𝑛</m:t>
                        </m:r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5E30BE-0DD0-B841-A126-A7FA0B9F1F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7806" y="625272"/>
                <a:ext cx="4811333" cy="1676603"/>
              </a:xfrm>
              <a:blipFill>
                <a:blip r:embed="rId2"/>
                <a:stretch>
                  <a:fillRect l="-4474" r="-3947" b="-15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CA2E1-4B7C-1B4A-B43E-E74420183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806" y="2434406"/>
            <a:ext cx="4662245" cy="3785419"/>
          </a:xfrm>
        </p:spPr>
        <p:txBody>
          <a:bodyPr>
            <a:normAutofit/>
          </a:bodyPr>
          <a:lstStyle/>
          <a:p>
            <a:r>
              <a:rPr lang="ru-RU" sz="2200" dirty="0"/>
              <a:t>В </a:t>
            </a:r>
            <a:r>
              <a:rPr lang="en-US" sz="2200" dirty="0"/>
              <a:t>set </a:t>
            </a:r>
            <a:r>
              <a:rPr lang="ru-RU" sz="2200" dirty="0"/>
              <a:t>храним пары (расстояние до вершины от текущего остова</a:t>
            </a:r>
            <a:r>
              <a:rPr lang="en-US" sz="2200" dirty="0"/>
              <a:t>; </a:t>
            </a:r>
            <a:r>
              <a:rPr lang="ru-RU" sz="2200" dirty="0"/>
              <a:t>номер вершины).</a:t>
            </a:r>
          </a:p>
          <a:p>
            <a:r>
              <a:rPr lang="ru-RU" sz="2200" dirty="0"/>
              <a:t>Массив </a:t>
            </a:r>
            <a:r>
              <a:rPr lang="en-US" sz="2200" dirty="0"/>
              <a:t>used </a:t>
            </a:r>
            <a:r>
              <a:rPr lang="ru-RU" sz="2200" dirty="0"/>
              <a:t>больше не нужен.</a:t>
            </a:r>
          </a:p>
          <a:p>
            <a:r>
              <a:rPr lang="ru-RU" sz="2200" dirty="0"/>
              <a:t>Полный аналог </a:t>
            </a:r>
            <a:r>
              <a:rPr lang="ru-RU" sz="2200" dirty="0" err="1"/>
              <a:t>Дейкстры</a:t>
            </a:r>
            <a:r>
              <a:rPr lang="ru-RU" sz="22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AD777-1389-5B45-9E52-EE7E457E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8929" y="6356350"/>
            <a:ext cx="3651466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6F58D-4873-E24F-8AFA-291F3BCE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3928" y="6356350"/>
            <a:ext cx="685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D9940149-257D-0946-AE55-67015D9A170A}" type="slidenum">
              <a:rPr lang="ru-RU">
                <a:solidFill>
                  <a:srgbClr val="FFFFFF"/>
                </a:solidFill>
              </a:rPr>
              <a:pPr algn="l">
                <a:spcAft>
                  <a:spcPts val="600"/>
                </a:spcAft>
              </a:pPr>
              <a:t>23</a:t>
            </a:fld>
            <a:endParaRPr lang="ru-RU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E65B76-E43F-0F45-9013-5E00A062C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46538" y="0"/>
            <a:ext cx="7045462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FC72A1CA-4ECC-4FFD-1F22-50B5B1B5048A}"/>
                  </a:ext>
                </a:extLst>
              </p14:cNvPr>
              <p14:cNvContentPartPr/>
              <p14:nvPr/>
            </p14:nvContentPartPr>
            <p14:xfrm>
              <a:off x="577800" y="267840"/>
              <a:ext cx="10649160" cy="629136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FC72A1CA-4ECC-4FFD-1F22-50B5B1B504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8440" y="258480"/>
                <a:ext cx="10667880" cy="631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1744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Алгоритм </a:t>
            </a:r>
            <a:r>
              <a:rPr lang="ru-RU" b="1" dirty="0" err="1"/>
              <a:t>Крускала</a:t>
            </a:r>
            <a:r>
              <a:rPr lang="ru-RU" b="1" dirty="0"/>
              <a:t> (</a:t>
            </a:r>
            <a:r>
              <a:rPr lang="ru-RU" b="1" dirty="0" err="1"/>
              <a:t>Краскала</a:t>
            </a:r>
            <a:r>
              <a:rPr lang="ru-RU" b="1" dirty="0"/>
              <a:t>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/>
              <a:t>Алгоритм </a:t>
            </a:r>
            <a:r>
              <a:rPr lang="ru-RU" b="1" dirty="0" err="1"/>
              <a:t>Краскала</a:t>
            </a:r>
            <a:r>
              <a:rPr lang="ru-RU" b="1" dirty="0"/>
              <a:t> </a:t>
            </a:r>
            <a:r>
              <a:rPr lang="ru-RU" dirty="0"/>
              <a:t>- алгоритм построения минимального </a:t>
            </a:r>
            <a:r>
              <a:rPr lang="ru-RU" dirty="0" err="1"/>
              <a:t>остовного</a:t>
            </a:r>
            <a:r>
              <a:rPr lang="ru-RU" dirty="0"/>
              <a:t> дерева взвешенного связного неориентированного графа. 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Алгоритм описан Джозефом </a:t>
            </a:r>
            <a:r>
              <a:rPr lang="ru-RU" dirty="0" err="1"/>
              <a:t>Краскалом</a:t>
            </a:r>
            <a:r>
              <a:rPr lang="ru-RU" dirty="0"/>
              <a:t> в 1956 году, этот алгоритм почти не отличается от </a:t>
            </a:r>
            <a:r>
              <a:rPr lang="ru-RU" dirty="0" err="1"/>
              <a:t>aлгоритма</a:t>
            </a:r>
            <a:r>
              <a:rPr lang="ru-RU" dirty="0"/>
              <a:t> </a:t>
            </a:r>
            <a:r>
              <a:rPr lang="ru-RU" dirty="0" err="1"/>
              <a:t>Борувки</a:t>
            </a:r>
            <a:r>
              <a:rPr lang="ru-RU" dirty="0"/>
              <a:t> предложенный </a:t>
            </a:r>
            <a:r>
              <a:rPr lang="ru-RU" dirty="0" err="1"/>
              <a:t>Отакаром</a:t>
            </a:r>
            <a:r>
              <a:rPr lang="ru-RU" dirty="0"/>
              <a:t> </a:t>
            </a:r>
            <a:r>
              <a:rPr lang="ru-RU" dirty="0" err="1"/>
              <a:t>Борувкой</a:t>
            </a:r>
            <a:r>
              <a:rPr lang="ru-RU" dirty="0"/>
              <a:t> в 1926 году.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838200" y="5987018"/>
            <a:ext cx="4992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2"/>
              </a:rPr>
              <a:t>https://ru.wikipedia.org/wiki/Алгоритм_Краскала</a:t>
            </a:r>
            <a:r>
              <a:rPr lang="ru-RU" dirty="0"/>
              <a:t>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8200" y="5161300"/>
            <a:ext cx="10515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>
                <a:solidFill>
                  <a:srgbClr val="333333"/>
                </a:solidFill>
                <a:latin typeface="Verdana" charset="0"/>
              </a:rPr>
              <a:t>При </a:t>
            </a:r>
            <a:r>
              <a:rPr lang="ru-RU" i="1">
                <a:solidFill>
                  <a:srgbClr val="333333"/>
                </a:solidFill>
                <a:latin typeface="Verdana" charset="0"/>
              </a:rPr>
              <a:t>эффективной реализации </a:t>
            </a:r>
            <a:r>
              <a:rPr lang="ru-RU" i="1" dirty="0">
                <a:solidFill>
                  <a:srgbClr val="333333"/>
                </a:solidFill>
                <a:latin typeface="Verdana" charset="0"/>
              </a:rPr>
              <a:t>можно считать, что асимптотика работы алгоритма </a:t>
            </a:r>
            <a:r>
              <a:rPr lang="ru-RU" i="1" dirty="0" err="1">
                <a:solidFill>
                  <a:srgbClr val="333333"/>
                </a:solidFill>
                <a:latin typeface="Verdana" charset="0"/>
              </a:rPr>
              <a:t>Краскала</a:t>
            </a:r>
            <a:r>
              <a:rPr lang="ru-RU" i="1" dirty="0">
                <a:solidFill>
                  <a:srgbClr val="333333"/>
                </a:solidFill>
                <a:latin typeface="Verdana" charset="0"/>
              </a:rPr>
              <a:t> определяется асимптотикой сортировки ребер (</a:t>
            </a:r>
            <a:r>
              <a:rPr lang="ru-RU" i="1" dirty="0" err="1">
                <a:solidFill>
                  <a:srgbClr val="333333"/>
                </a:solidFill>
                <a:latin typeface="Verdana" charset="0"/>
              </a:rPr>
              <a:t>O</a:t>
            </a:r>
            <a:r>
              <a:rPr lang="ru-RU" i="1" dirty="0">
                <a:solidFill>
                  <a:srgbClr val="333333"/>
                </a:solidFill>
                <a:latin typeface="Verdana" charset="0"/>
              </a:rPr>
              <a:t>(</a:t>
            </a:r>
            <a:r>
              <a:rPr lang="ru-RU" i="1" dirty="0" err="1">
                <a:solidFill>
                  <a:srgbClr val="333333"/>
                </a:solidFill>
                <a:latin typeface="Verdana" charset="0"/>
              </a:rPr>
              <a:t>E</a:t>
            </a:r>
            <a:r>
              <a:rPr lang="ru-RU" i="1" dirty="0">
                <a:solidFill>
                  <a:srgbClr val="333333"/>
                </a:solidFill>
                <a:latin typeface="Verdana" charset="0"/>
              </a:rPr>
              <a:t> </a:t>
            </a:r>
            <a:r>
              <a:rPr lang="ru-RU" i="1" dirty="0" err="1">
                <a:solidFill>
                  <a:srgbClr val="333333"/>
                </a:solidFill>
                <a:latin typeface="Verdana" charset="0"/>
              </a:rPr>
              <a:t>log</a:t>
            </a:r>
            <a:r>
              <a:rPr lang="ru-RU" i="1" dirty="0">
                <a:solidFill>
                  <a:srgbClr val="333333"/>
                </a:solidFill>
                <a:latin typeface="Verdana" charset="0"/>
              </a:rPr>
              <a:t> </a:t>
            </a:r>
            <a:r>
              <a:rPr lang="ru-RU" i="1" dirty="0" err="1">
                <a:solidFill>
                  <a:srgbClr val="333333"/>
                </a:solidFill>
                <a:latin typeface="Verdana" charset="0"/>
              </a:rPr>
              <a:t>E</a:t>
            </a:r>
            <a:r>
              <a:rPr lang="ru-RU" i="1" dirty="0">
                <a:solidFill>
                  <a:srgbClr val="333333"/>
                </a:solidFill>
                <a:latin typeface="Verdana" charset="0"/>
              </a:rPr>
              <a:t>))</a:t>
            </a:r>
            <a:endParaRPr lang="ru-RU" i="1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734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Алгоритм </a:t>
            </a:r>
            <a:r>
              <a:rPr lang="ru-RU" b="1" dirty="0" err="1"/>
              <a:t>Крускала</a:t>
            </a:r>
            <a:r>
              <a:rPr lang="ru-RU" b="1" dirty="0"/>
              <a:t> (</a:t>
            </a:r>
            <a:r>
              <a:rPr lang="ru-RU" b="1" dirty="0" err="1"/>
              <a:t>Краскала</a:t>
            </a:r>
            <a:r>
              <a:rPr lang="ru-RU" b="1" dirty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Вначале текущее множество рёбер устанавливается пустым. </a:t>
            </a:r>
          </a:p>
          <a:p>
            <a:pPr algn="just"/>
            <a:r>
              <a:rPr lang="ru-RU" dirty="0"/>
              <a:t>Затем, пока это возможно, проводится следующая операция: из всех рёбер, добавление которых к уже имеющемуся множеству не вызовет появление в нём цикла, выбирается ребро минимального веса и добавляется к уже имеющемуся множеству. Когда таких рёбер больше нет, алгоритм завершён. </a:t>
            </a:r>
          </a:p>
          <a:p>
            <a:pPr algn="just"/>
            <a:r>
              <a:rPr lang="ru-RU" dirty="0"/>
              <a:t>Подграф данного графа, содержащий все его вершины и найденное множество рёбер, является его </a:t>
            </a:r>
            <a:r>
              <a:rPr lang="ru-RU" dirty="0" err="1"/>
              <a:t>остовным</a:t>
            </a:r>
            <a:r>
              <a:rPr lang="ru-RU" dirty="0"/>
              <a:t> деревом минимального веса.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838200" y="5987018"/>
            <a:ext cx="4992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2"/>
              </a:rPr>
              <a:t>https://ru.wikipedia.org/wiki/Алгоритм_Краскала</a:t>
            </a:r>
            <a:r>
              <a:rPr lang="ru-RU" dirty="0"/>
              <a:t>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25</a:t>
            </a:fld>
            <a:endParaRPr lang="ru-R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835E26BC-33CE-80FF-42E1-5EF49D9A4AFD}"/>
                  </a:ext>
                </a:extLst>
              </p14:cNvPr>
              <p14:cNvContentPartPr/>
              <p14:nvPr/>
            </p14:nvContentPartPr>
            <p14:xfrm>
              <a:off x="3882240" y="2171880"/>
              <a:ext cx="5900400" cy="183672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835E26BC-33CE-80FF-42E1-5EF49D9A4A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72880" y="2162520"/>
                <a:ext cx="5919120" cy="18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446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7" name="Овал 6"/>
          <p:cNvSpPr/>
          <p:nvPr/>
        </p:nvSpPr>
        <p:spPr>
          <a:xfrm>
            <a:off x="2323307" y="1086789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462595" y="1051636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9" name="Овал 8"/>
          <p:cNvSpPr/>
          <p:nvPr/>
        </p:nvSpPr>
        <p:spPr>
          <a:xfrm>
            <a:off x="2323569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2462857" y="3133980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1" name="Овал 10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478966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11" idx="6"/>
            <a:endCxn id="9" idx="2"/>
          </p:cNvCxnSpPr>
          <p:nvPr/>
        </p:nvCxnSpPr>
        <p:spPr>
          <a:xfrm>
            <a:off x="855526" y="3529133"/>
            <a:ext cx="146804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5" idx="6"/>
            <a:endCxn id="7" idx="2"/>
          </p:cNvCxnSpPr>
          <p:nvPr/>
        </p:nvCxnSpPr>
        <p:spPr>
          <a:xfrm flipV="1">
            <a:off x="855526" y="1446789"/>
            <a:ext cx="1467781" cy="589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5" idx="4"/>
            <a:endCxn id="12" idx="0"/>
          </p:cNvCxnSpPr>
          <p:nvPr/>
        </p:nvCxnSpPr>
        <p:spPr>
          <a:xfrm>
            <a:off x="495526" y="1812683"/>
            <a:ext cx="23105" cy="1321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9" idx="6"/>
            <a:endCxn id="13" idx="2"/>
          </p:cNvCxnSpPr>
          <p:nvPr/>
        </p:nvCxnSpPr>
        <p:spPr>
          <a:xfrm>
            <a:off x="3043569" y="3529133"/>
            <a:ext cx="160680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0" idx="0"/>
            <a:endCxn id="7" idx="4"/>
          </p:cNvCxnSpPr>
          <p:nvPr/>
        </p:nvCxnSpPr>
        <p:spPr>
          <a:xfrm flipV="1">
            <a:off x="2673011" y="1806789"/>
            <a:ext cx="10296" cy="132719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1" idx="7"/>
            <a:endCxn id="7" idx="3"/>
          </p:cNvCxnSpPr>
          <p:nvPr/>
        </p:nvCxnSpPr>
        <p:spPr>
          <a:xfrm flipV="1">
            <a:off x="750084" y="1701347"/>
            <a:ext cx="1678665" cy="157322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7" idx="6"/>
            <a:endCxn id="13" idx="0"/>
          </p:cNvCxnSpPr>
          <p:nvPr/>
        </p:nvCxnSpPr>
        <p:spPr>
          <a:xfrm>
            <a:off x="3043307" y="1446789"/>
            <a:ext cx="1967069" cy="172234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Прямоугольник 49"/>
          <p:cNvSpPr/>
          <p:nvPr/>
        </p:nvSpPr>
        <p:spPr>
          <a:xfrm>
            <a:off x="1426164" y="29970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51" name="Прямоугольник 50"/>
          <p:cNvSpPr/>
          <p:nvPr/>
        </p:nvSpPr>
        <p:spPr>
          <a:xfrm>
            <a:off x="3676259" y="300150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2</a:t>
            </a:r>
            <a:endParaRPr lang="ru-RU" sz="32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3</a:t>
            </a:r>
            <a:endParaRPr lang="ru-RU" sz="3200" dirty="0"/>
          </a:p>
        </p:txBody>
      </p:sp>
      <p:sp>
        <p:nvSpPr>
          <p:cNvPr id="53" name="Прямоугольник 52"/>
          <p:cNvSpPr/>
          <p:nvPr/>
        </p:nvSpPr>
        <p:spPr>
          <a:xfrm>
            <a:off x="1091200" y="217679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4</a:t>
            </a:r>
            <a:endParaRPr lang="ru-RU" sz="3200" dirty="0"/>
          </a:p>
        </p:txBody>
      </p:sp>
      <p:sp>
        <p:nvSpPr>
          <p:cNvPr id="54" name="Прямоугольник 53"/>
          <p:cNvSpPr/>
          <p:nvPr/>
        </p:nvSpPr>
        <p:spPr>
          <a:xfrm>
            <a:off x="2733662" y="21387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55" name="Прямоугольник 54"/>
          <p:cNvSpPr/>
          <p:nvPr/>
        </p:nvSpPr>
        <p:spPr>
          <a:xfrm>
            <a:off x="3932409" y="1786839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56" name="Прямоугольник 55"/>
          <p:cNvSpPr/>
          <p:nvPr/>
        </p:nvSpPr>
        <p:spPr>
          <a:xfrm>
            <a:off x="1368883" y="895954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</a:t>
            </a:r>
            <a:endParaRPr lang="ru-RU" sz="3200" dirty="0"/>
          </a:p>
        </p:txBody>
      </p:sp>
      <p:graphicFrame>
        <p:nvGraphicFramePr>
          <p:cNvPr id="57" name="Таблица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34720"/>
              </p:ext>
            </p:extLst>
          </p:nvPr>
        </p:nvGraphicFramePr>
        <p:xfrm>
          <a:off x="5131156" y="548026"/>
          <a:ext cx="6908447" cy="1889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41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00730">
                <a:tc>
                  <a:txBody>
                    <a:bodyPr/>
                    <a:lstStyle/>
                    <a:p>
                      <a:r>
                        <a:rPr lang="ru-RU" sz="2800" b="1">
                          <a:solidFill>
                            <a:schemeClr val="tx1"/>
                          </a:solidFill>
                          <a:effectLst/>
                        </a:rPr>
                        <a:t>Рёбра (в порядке их просмотра)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>
                          <a:solidFill>
                            <a:schemeClr val="tx1"/>
                          </a:solidFill>
                          <a:effectLst/>
                        </a:rPr>
                        <a:t>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ab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ec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</a:rPr>
                        <a:t>ed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58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tx1"/>
                          </a:solidFill>
                          <a:effectLst/>
                        </a:rPr>
                        <a:t>Веса рёбер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1511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7" name="Овал 6"/>
          <p:cNvSpPr/>
          <p:nvPr/>
        </p:nvSpPr>
        <p:spPr>
          <a:xfrm>
            <a:off x="2323307" y="1086789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462595" y="1051636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9" name="Овал 8"/>
          <p:cNvSpPr/>
          <p:nvPr/>
        </p:nvSpPr>
        <p:spPr>
          <a:xfrm>
            <a:off x="2323569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2462857" y="3133980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1" name="Овал 10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478966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11" idx="6"/>
            <a:endCxn id="9" idx="2"/>
          </p:cNvCxnSpPr>
          <p:nvPr/>
        </p:nvCxnSpPr>
        <p:spPr>
          <a:xfrm>
            <a:off x="855526" y="3529133"/>
            <a:ext cx="146804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5" idx="6"/>
            <a:endCxn id="7" idx="2"/>
          </p:cNvCxnSpPr>
          <p:nvPr/>
        </p:nvCxnSpPr>
        <p:spPr>
          <a:xfrm flipV="1">
            <a:off x="855526" y="1446789"/>
            <a:ext cx="1467781" cy="589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5" idx="4"/>
            <a:endCxn id="12" idx="0"/>
          </p:cNvCxnSpPr>
          <p:nvPr/>
        </p:nvCxnSpPr>
        <p:spPr>
          <a:xfrm>
            <a:off x="495526" y="1812683"/>
            <a:ext cx="23105" cy="1321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9" idx="6"/>
            <a:endCxn id="13" idx="2"/>
          </p:cNvCxnSpPr>
          <p:nvPr/>
        </p:nvCxnSpPr>
        <p:spPr>
          <a:xfrm>
            <a:off x="3043569" y="3529133"/>
            <a:ext cx="160680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0" idx="0"/>
            <a:endCxn id="7" idx="4"/>
          </p:cNvCxnSpPr>
          <p:nvPr/>
        </p:nvCxnSpPr>
        <p:spPr>
          <a:xfrm flipV="1">
            <a:off x="2673011" y="1806789"/>
            <a:ext cx="10296" cy="132719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1" idx="7"/>
            <a:endCxn id="7" idx="3"/>
          </p:cNvCxnSpPr>
          <p:nvPr/>
        </p:nvCxnSpPr>
        <p:spPr>
          <a:xfrm flipV="1">
            <a:off x="750084" y="1701347"/>
            <a:ext cx="1678665" cy="157322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7" idx="6"/>
            <a:endCxn id="13" idx="0"/>
          </p:cNvCxnSpPr>
          <p:nvPr/>
        </p:nvCxnSpPr>
        <p:spPr>
          <a:xfrm>
            <a:off x="3043307" y="1446789"/>
            <a:ext cx="1967069" cy="172234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Прямоугольник 49"/>
          <p:cNvSpPr/>
          <p:nvPr/>
        </p:nvSpPr>
        <p:spPr>
          <a:xfrm>
            <a:off x="1426164" y="29970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51" name="Прямоугольник 50"/>
          <p:cNvSpPr/>
          <p:nvPr/>
        </p:nvSpPr>
        <p:spPr>
          <a:xfrm>
            <a:off x="3676259" y="300150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2</a:t>
            </a:r>
            <a:endParaRPr lang="ru-RU" sz="32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3</a:t>
            </a:r>
            <a:endParaRPr lang="ru-RU" sz="3200" dirty="0"/>
          </a:p>
        </p:txBody>
      </p:sp>
      <p:sp>
        <p:nvSpPr>
          <p:cNvPr id="53" name="Прямоугольник 52"/>
          <p:cNvSpPr/>
          <p:nvPr/>
        </p:nvSpPr>
        <p:spPr>
          <a:xfrm>
            <a:off x="1091200" y="217679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4</a:t>
            </a:r>
            <a:endParaRPr lang="ru-RU" sz="3200" dirty="0"/>
          </a:p>
        </p:txBody>
      </p:sp>
      <p:sp>
        <p:nvSpPr>
          <p:cNvPr id="54" name="Прямоугольник 53"/>
          <p:cNvSpPr/>
          <p:nvPr/>
        </p:nvSpPr>
        <p:spPr>
          <a:xfrm>
            <a:off x="2733662" y="21387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55" name="Прямоугольник 54"/>
          <p:cNvSpPr/>
          <p:nvPr/>
        </p:nvSpPr>
        <p:spPr>
          <a:xfrm>
            <a:off x="3932409" y="1786839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56" name="Прямоугольник 55"/>
          <p:cNvSpPr/>
          <p:nvPr/>
        </p:nvSpPr>
        <p:spPr>
          <a:xfrm>
            <a:off x="1368883" y="895954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</a:t>
            </a:r>
            <a:endParaRPr lang="ru-RU" sz="3200" dirty="0"/>
          </a:p>
        </p:txBody>
      </p:sp>
      <p:graphicFrame>
        <p:nvGraphicFramePr>
          <p:cNvPr id="57" name="Таблица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41229"/>
              </p:ext>
            </p:extLst>
          </p:nvPr>
        </p:nvGraphicFramePr>
        <p:xfrm>
          <a:off x="5131156" y="548026"/>
          <a:ext cx="6908447" cy="1889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41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00730">
                <a:tc>
                  <a:txBody>
                    <a:bodyPr/>
                    <a:lstStyle/>
                    <a:p>
                      <a:r>
                        <a:rPr lang="ru-RU" sz="2800" b="1">
                          <a:solidFill>
                            <a:schemeClr val="tx1"/>
                          </a:solidFill>
                          <a:effectLst/>
                        </a:rPr>
                        <a:t>Рёбра (в порядке их просмотра)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>
                          <a:solidFill>
                            <a:schemeClr val="tx1"/>
                          </a:solidFill>
                          <a:effectLst/>
                        </a:rPr>
                        <a:t>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ab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ec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</a:rPr>
                        <a:t>ed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58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tx1"/>
                          </a:solidFill>
                          <a:effectLst/>
                        </a:rPr>
                        <a:t>Веса рёбер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8" name="Номер слайда 5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2704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7" name="Овал 6"/>
          <p:cNvSpPr/>
          <p:nvPr/>
        </p:nvSpPr>
        <p:spPr>
          <a:xfrm>
            <a:off x="2323307" y="1086789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462595" y="1051636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9" name="Овал 8"/>
          <p:cNvSpPr/>
          <p:nvPr/>
        </p:nvSpPr>
        <p:spPr>
          <a:xfrm>
            <a:off x="2323569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2462857" y="3133980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1" name="Овал 10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478966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11" idx="6"/>
            <a:endCxn id="9" idx="2"/>
          </p:cNvCxnSpPr>
          <p:nvPr/>
        </p:nvCxnSpPr>
        <p:spPr>
          <a:xfrm>
            <a:off x="855526" y="3529133"/>
            <a:ext cx="146804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5" idx="6"/>
            <a:endCxn id="7" idx="2"/>
          </p:cNvCxnSpPr>
          <p:nvPr/>
        </p:nvCxnSpPr>
        <p:spPr>
          <a:xfrm flipV="1">
            <a:off x="855526" y="1446789"/>
            <a:ext cx="1467781" cy="589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5" idx="4"/>
            <a:endCxn id="12" idx="0"/>
          </p:cNvCxnSpPr>
          <p:nvPr/>
        </p:nvCxnSpPr>
        <p:spPr>
          <a:xfrm>
            <a:off x="495526" y="1812683"/>
            <a:ext cx="23105" cy="13212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9" idx="6"/>
            <a:endCxn id="13" idx="2"/>
          </p:cNvCxnSpPr>
          <p:nvPr/>
        </p:nvCxnSpPr>
        <p:spPr>
          <a:xfrm>
            <a:off x="3043569" y="3529133"/>
            <a:ext cx="1606807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0" idx="0"/>
            <a:endCxn id="7" idx="4"/>
          </p:cNvCxnSpPr>
          <p:nvPr/>
        </p:nvCxnSpPr>
        <p:spPr>
          <a:xfrm flipV="1">
            <a:off x="2673011" y="1806789"/>
            <a:ext cx="10296" cy="132719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1" idx="7"/>
            <a:endCxn id="7" idx="3"/>
          </p:cNvCxnSpPr>
          <p:nvPr/>
        </p:nvCxnSpPr>
        <p:spPr>
          <a:xfrm flipV="1">
            <a:off x="750084" y="1701347"/>
            <a:ext cx="1678665" cy="157322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7" idx="6"/>
            <a:endCxn id="13" idx="0"/>
          </p:cNvCxnSpPr>
          <p:nvPr/>
        </p:nvCxnSpPr>
        <p:spPr>
          <a:xfrm>
            <a:off x="3043307" y="1446789"/>
            <a:ext cx="1967069" cy="172234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Прямоугольник 49"/>
          <p:cNvSpPr/>
          <p:nvPr/>
        </p:nvSpPr>
        <p:spPr>
          <a:xfrm>
            <a:off x="1426164" y="29970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51" name="Прямоугольник 50"/>
          <p:cNvSpPr/>
          <p:nvPr/>
        </p:nvSpPr>
        <p:spPr>
          <a:xfrm>
            <a:off x="3676259" y="300150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2</a:t>
            </a:r>
            <a:endParaRPr lang="ru-RU" sz="32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3</a:t>
            </a:r>
            <a:endParaRPr lang="ru-RU" sz="3200" dirty="0"/>
          </a:p>
        </p:txBody>
      </p:sp>
      <p:sp>
        <p:nvSpPr>
          <p:cNvPr id="53" name="Прямоугольник 52"/>
          <p:cNvSpPr/>
          <p:nvPr/>
        </p:nvSpPr>
        <p:spPr>
          <a:xfrm>
            <a:off x="1091200" y="217679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4</a:t>
            </a:r>
            <a:endParaRPr lang="ru-RU" sz="3200" dirty="0"/>
          </a:p>
        </p:txBody>
      </p:sp>
      <p:sp>
        <p:nvSpPr>
          <p:cNvPr id="54" name="Прямоугольник 53"/>
          <p:cNvSpPr/>
          <p:nvPr/>
        </p:nvSpPr>
        <p:spPr>
          <a:xfrm>
            <a:off x="2733662" y="21387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55" name="Прямоугольник 54"/>
          <p:cNvSpPr/>
          <p:nvPr/>
        </p:nvSpPr>
        <p:spPr>
          <a:xfrm>
            <a:off x="3932409" y="1786839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56" name="Прямоугольник 55"/>
          <p:cNvSpPr/>
          <p:nvPr/>
        </p:nvSpPr>
        <p:spPr>
          <a:xfrm>
            <a:off x="1368883" y="895954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</a:t>
            </a:r>
            <a:endParaRPr lang="ru-RU" sz="3200" dirty="0"/>
          </a:p>
        </p:txBody>
      </p:sp>
      <p:graphicFrame>
        <p:nvGraphicFramePr>
          <p:cNvPr id="57" name="Таблица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40919"/>
              </p:ext>
            </p:extLst>
          </p:nvPr>
        </p:nvGraphicFramePr>
        <p:xfrm>
          <a:off x="5131156" y="548026"/>
          <a:ext cx="6908447" cy="1889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41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00730">
                <a:tc>
                  <a:txBody>
                    <a:bodyPr/>
                    <a:lstStyle/>
                    <a:p>
                      <a:r>
                        <a:rPr lang="ru-RU" sz="2800" b="1">
                          <a:solidFill>
                            <a:schemeClr val="tx1"/>
                          </a:solidFill>
                          <a:effectLst/>
                        </a:rPr>
                        <a:t>Рёбра (в порядке их просмотра)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>
                          <a:solidFill>
                            <a:schemeClr val="tx1"/>
                          </a:solidFill>
                          <a:effectLst/>
                        </a:rPr>
                        <a:t>cd</a:t>
                      </a: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ab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ec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</a:rPr>
                        <a:t>ed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58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tx1"/>
                          </a:solidFill>
                          <a:effectLst/>
                        </a:rPr>
                        <a:t>Веса рёбер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424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7" name="Овал 6"/>
          <p:cNvSpPr/>
          <p:nvPr/>
        </p:nvSpPr>
        <p:spPr>
          <a:xfrm>
            <a:off x="2323307" y="1086789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462595" y="1051636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9" name="Овал 8"/>
          <p:cNvSpPr/>
          <p:nvPr/>
        </p:nvSpPr>
        <p:spPr>
          <a:xfrm>
            <a:off x="2323569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2462857" y="3133980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1" name="Овал 10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478966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11" idx="6"/>
            <a:endCxn id="9" idx="2"/>
          </p:cNvCxnSpPr>
          <p:nvPr/>
        </p:nvCxnSpPr>
        <p:spPr>
          <a:xfrm>
            <a:off x="855526" y="3529133"/>
            <a:ext cx="146804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5" idx="6"/>
            <a:endCxn id="7" idx="2"/>
          </p:cNvCxnSpPr>
          <p:nvPr/>
        </p:nvCxnSpPr>
        <p:spPr>
          <a:xfrm flipV="1">
            <a:off x="855526" y="1446789"/>
            <a:ext cx="1467781" cy="589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5" idx="4"/>
            <a:endCxn id="12" idx="0"/>
          </p:cNvCxnSpPr>
          <p:nvPr/>
        </p:nvCxnSpPr>
        <p:spPr>
          <a:xfrm>
            <a:off x="495526" y="1812683"/>
            <a:ext cx="23105" cy="132129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9" idx="6"/>
            <a:endCxn id="13" idx="2"/>
          </p:cNvCxnSpPr>
          <p:nvPr/>
        </p:nvCxnSpPr>
        <p:spPr>
          <a:xfrm>
            <a:off x="3043569" y="3529133"/>
            <a:ext cx="1606807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0" idx="0"/>
            <a:endCxn id="7" idx="4"/>
          </p:cNvCxnSpPr>
          <p:nvPr/>
        </p:nvCxnSpPr>
        <p:spPr>
          <a:xfrm flipV="1">
            <a:off x="2673011" y="1806789"/>
            <a:ext cx="10296" cy="132719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1" idx="7"/>
            <a:endCxn id="7" idx="3"/>
          </p:cNvCxnSpPr>
          <p:nvPr/>
        </p:nvCxnSpPr>
        <p:spPr>
          <a:xfrm flipV="1">
            <a:off x="750084" y="1701347"/>
            <a:ext cx="1678665" cy="157322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7" idx="6"/>
            <a:endCxn id="13" idx="0"/>
          </p:cNvCxnSpPr>
          <p:nvPr/>
        </p:nvCxnSpPr>
        <p:spPr>
          <a:xfrm>
            <a:off x="3043307" y="1446789"/>
            <a:ext cx="1967069" cy="172234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Прямоугольник 49"/>
          <p:cNvSpPr/>
          <p:nvPr/>
        </p:nvSpPr>
        <p:spPr>
          <a:xfrm>
            <a:off x="1426164" y="29970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51" name="Прямоугольник 50"/>
          <p:cNvSpPr/>
          <p:nvPr/>
        </p:nvSpPr>
        <p:spPr>
          <a:xfrm>
            <a:off x="3676259" y="300150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2</a:t>
            </a:r>
            <a:endParaRPr lang="ru-RU" sz="32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3</a:t>
            </a:r>
            <a:endParaRPr lang="ru-RU" sz="3200" dirty="0"/>
          </a:p>
        </p:txBody>
      </p:sp>
      <p:sp>
        <p:nvSpPr>
          <p:cNvPr id="53" name="Прямоугольник 52"/>
          <p:cNvSpPr/>
          <p:nvPr/>
        </p:nvSpPr>
        <p:spPr>
          <a:xfrm>
            <a:off x="1091200" y="217679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4</a:t>
            </a:r>
            <a:endParaRPr lang="ru-RU" sz="3200" dirty="0"/>
          </a:p>
        </p:txBody>
      </p:sp>
      <p:sp>
        <p:nvSpPr>
          <p:cNvPr id="54" name="Прямоугольник 53"/>
          <p:cNvSpPr/>
          <p:nvPr/>
        </p:nvSpPr>
        <p:spPr>
          <a:xfrm>
            <a:off x="2733662" y="21387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55" name="Прямоугольник 54"/>
          <p:cNvSpPr/>
          <p:nvPr/>
        </p:nvSpPr>
        <p:spPr>
          <a:xfrm>
            <a:off x="3932409" y="1786839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56" name="Прямоугольник 55"/>
          <p:cNvSpPr/>
          <p:nvPr/>
        </p:nvSpPr>
        <p:spPr>
          <a:xfrm>
            <a:off x="1368883" y="895954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</a:t>
            </a:r>
            <a:endParaRPr lang="ru-RU" sz="3200" dirty="0"/>
          </a:p>
        </p:txBody>
      </p:sp>
      <p:graphicFrame>
        <p:nvGraphicFramePr>
          <p:cNvPr id="57" name="Таблица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327811"/>
              </p:ext>
            </p:extLst>
          </p:nvPr>
        </p:nvGraphicFramePr>
        <p:xfrm>
          <a:off x="5131156" y="548026"/>
          <a:ext cx="6908447" cy="1889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41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00730">
                <a:tc>
                  <a:txBody>
                    <a:bodyPr/>
                    <a:lstStyle/>
                    <a:p>
                      <a:r>
                        <a:rPr lang="ru-RU" sz="2800" b="1">
                          <a:solidFill>
                            <a:schemeClr val="tx1"/>
                          </a:solidFill>
                          <a:effectLst/>
                        </a:rPr>
                        <a:t>Рёбра (в порядке их просмотра)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>
                          <a:solidFill>
                            <a:schemeClr val="tx1"/>
                          </a:solidFill>
                          <a:effectLst/>
                        </a:rPr>
                        <a:t>cd</a:t>
                      </a: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ab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ec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</a:rPr>
                        <a:t>ed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58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tx1"/>
                          </a:solidFill>
                          <a:effectLst/>
                        </a:rPr>
                        <a:t>Веса рёбер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843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7" name="Овал 6"/>
          <p:cNvSpPr/>
          <p:nvPr/>
        </p:nvSpPr>
        <p:spPr>
          <a:xfrm>
            <a:off x="2323307" y="1086789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462595" y="1051636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9" name="Овал 8"/>
          <p:cNvSpPr/>
          <p:nvPr/>
        </p:nvSpPr>
        <p:spPr>
          <a:xfrm>
            <a:off x="2323569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2462857" y="3133980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1" name="Овал 10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478966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11" idx="6"/>
            <a:endCxn id="9" idx="2"/>
          </p:cNvCxnSpPr>
          <p:nvPr/>
        </p:nvCxnSpPr>
        <p:spPr>
          <a:xfrm>
            <a:off x="855526" y="3529133"/>
            <a:ext cx="146804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5" idx="6"/>
            <a:endCxn id="7" idx="2"/>
          </p:cNvCxnSpPr>
          <p:nvPr/>
        </p:nvCxnSpPr>
        <p:spPr>
          <a:xfrm flipV="1">
            <a:off x="855526" y="1446789"/>
            <a:ext cx="1467781" cy="589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5" idx="4"/>
            <a:endCxn id="12" idx="0"/>
          </p:cNvCxnSpPr>
          <p:nvPr/>
        </p:nvCxnSpPr>
        <p:spPr>
          <a:xfrm>
            <a:off x="495526" y="1812683"/>
            <a:ext cx="23105" cy="132129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9" idx="6"/>
            <a:endCxn id="13" idx="2"/>
          </p:cNvCxnSpPr>
          <p:nvPr/>
        </p:nvCxnSpPr>
        <p:spPr>
          <a:xfrm>
            <a:off x="3043569" y="3529133"/>
            <a:ext cx="1606807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0" idx="0"/>
            <a:endCxn id="7" idx="4"/>
          </p:cNvCxnSpPr>
          <p:nvPr/>
        </p:nvCxnSpPr>
        <p:spPr>
          <a:xfrm flipV="1">
            <a:off x="2673011" y="1806789"/>
            <a:ext cx="10296" cy="132719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1" idx="7"/>
            <a:endCxn id="7" idx="3"/>
          </p:cNvCxnSpPr>
          <p:nvPr/>
        </p:nvCxnSpPr>
        <p:spPr>
          <a:xfrm flipV="1">
            <a:off x="750084" y="1701347"/>
            <a:ext cx="1678665" cy="157322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7" idx="6"/>
            <a:endCxn id="13" idx="0"/>
          </p:cNvCxnSpPr>
          <p:nvPr/>
        </p:nvCxnSpPr>
        <p:spPr>
          <a:xfrm>
            <a:off x="3043307" y="1446789"/>
            <a:ext cx="1967069" cy="172234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Прямоугольник 49"/>
          <p:cNvSpPr/>
          <p:nvPr/>
        </p:nvSpPr>
        <p:spPr>
          <a:xfrm>
            <a:off x="1426164" y="29970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51" name="Прямоугольник 50"/>
          <p:cNvSpPr/>
          <p:nvPr/>
        </p:nvSpPr>
        <p:spPr>
          <a:xfrm>
            <a:off x="3676259" y="300150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2</a:t>
            </a:r>
            <a:endParaRPr lang="ru-RU" sz="32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3</a:t>
            </a:r>
            <a:endParaRPr lang="ru-RU" sz="3200" dirty="0"/>
          </a:p>
        </p:txBody>
      </p:sp>
      <p:sp>
        <p:nvSpPr>
          <p:cNvPr id="53" name="Прямоугольник 52"/>
          <p:cNvSpPr/>
          <p:nvPr/>
        </p:nvSpPr>
        <p:spPr>
          <a:xfrm>
            <a:off x="1091200" y="217679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4</a:t>
            </a:r>
            <a:endParaRPr lang="ru-RU" sz="3200" dirty="0"/>
          </a:p>
        </p:txBody>
      </p:sp>
      <p:sp>
        <p:nvSpPr>
          <p:cNvPr id="54" name="Прямоугольник 53"/>
          <p:cNvSpPr/>
          <p:nvPr/>
        </p:nvSpPr>
        <p:spPr>
          <a:xfrm>
            <a:off x="2733662" y="21387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55" name="Прямоугольник 54"/>
          <p:cNvSpPr/>
          <p:nvPr/>
        </p:nvSpPr>
        <p:spPr>
          <a:xfrm>
            <a:off x="3932409" y="1786839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56" name="Прямоугольник 55"/>
          <p:cNvSpPr/>
          <p:nvPr/>
        </p:nvSpPr>
        <p:spPr>
          <a:xfrm>
            <a:off x="1368883" y="895954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</a:t>
            </a:r>
            <a:endParaRPr lang="ru-RU" sz="3200" dirty="0"/>
          </a:p>
        </p:txBody>
      </p:sp>
      <p:graphicFrame>
        <p:nvGraphicFramePr>
          <p:cNvPr id="57" name="Таблица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463548"/>
              </p:ext>
            </p:extLst>
          </p:nvPr>
        </p:nvGraphicFramePr>
        <p:xfrm>
          <a:off x="5131156" y="548026"/>
          <a:ext cx="6908447" cy="1889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41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00730">
                <a:tc>
                  <a:txBody>
                    <a:bodyPr/>
                    <a:lstStyle/>
                    <a:p>
                      <a:r>
                        <a:rPr lang="ru-RU" sz="2800" b="1">
                          <a:solidFill>
                            <a:schemeClr val="tx1"/>
                          </a:solidFill>
                          <a:effectLst/>
                        </a:rPr>
                        <a:t>Рёбра (в порядке их просмотра)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>
                          <a:solidFill>
                            <a:schemeClr val="tx1"/>
                          </a:solidFill>
                          <a:effectLst/>
                        </a:rPr>
                        <a:t>cd</a:t>
                      </a: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ab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ec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</a:rPr>
                        <a:t>ed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58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tx1"/>
                          </a:solidFill>
                          <a:effectLst/>
                        </a:rPr>
                        <a:t>Веса рёбер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362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7" name="Овал 6"/>
          <p:cNvSpPr/>
          <p:nvPr/>
        </p:nvSpPr>
        <p:spPr>
          <a:xfrm>
            <a:off x="2323307" y="1086789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462595" y="1051636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9" name="Овал 8"/>
          <p:cNvSpPr/>
          <p:nvPr/>
        </p:nvSpPr>
        <p:spPr>
          <a:xfrm>
            <a:off x="2323569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2462857" y="3133980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1" name="Овал 10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478966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11" idx="6"/>
            <a:endCxn id="9" idx="2"/>
          </p:cNvCxnSpPr>
          <p:nvPr/>
        </p:nvCxnSpPr>
        <p:spPr>
          <a:xfrm>
            <a:off x="855526" y="3529133"/>
            <a:ext cx="146804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5" idx="6"/>
            <a:endCxn id="7" idx="2"/>
          </p:cNvCxnSpPr>
          <p:nvPr/>
        </p:nvCxnSpPr>
        <p:spPr>
          <a:xfrm flipV="1">
            <a:off x="855526" y="1446789"/>
            <a:ext cx="1467781" cy="589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5" idx="4"/>
            <a:endCxn id="12" idx="0"/>
          </p:cNvCxnSpPr>
          <p:nvPr/>
        </p:nvCxnSpPr>
        <p:spPr>
          <a:xfrm>
            <a:off x="495526" y="1812683"/>
            <a:ext cx="23105" cy="132129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9" idx="6"/>
            <a:endCxn id="13" idx="2"/>
          </p:cNvCxnSpPr>
          <p:nvPr/>
        </p:nvCxnSpPr>
        <p:spPr>
          <a:xfrm>
            <a:off x="3043569" y="3529133"/>
            <a:ext cx="1606807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0" idx="0"/>
            <a:endCxn id="7" idx="4"/>
          </p:cNvCxnSpPr>
          <p:nvPr/>
        </p:nvCxnSpPr>
        <p:spPr>
          <a:xfrm flipV="1">
            <a:off x="2673011" y="1806789"/>
            <a:ext cx="10296" cy="132719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1" idx="7"/>
            <a:endCxn id="7" idx="3"/>
          </p:cNvCxnSpPr>
          <p:nvPr/>
        </p:nvCxnSpPr>
        <p:spPr>
          <a:xfrm flipV="1">
            <a:off x="750084" y="1701347"/>
            <a:ext cx="1678665" cy="157322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7" idx="6"/>
            <a:endCxn id="13" idx="0"/>
          </p:cNvCxnSpPr>
          <p:nvPr/>
        </p:nvCxnSpPr>
        <p:spPr>
          <a:xfrm>
            <a:off x="3043307" y="1446789"/>
            <a:ext cx="1967069" cy="172234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Прямоугольник 49"/>
          <p:cNvSpPr/>
          <p:nvPr/>
        </p:nvSpPr>
        <p:spPr>
          <a:xfrm>
            <a:off x="1426164" y="29970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51" name="Прямоугольник 50"/>
          <p:cNvSpPr/>
          <p:nvPr/>
        </p:nvSpPr>
        <p:spPr>
          <a:xfrm>
            <a:off x="3676259" y="300150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2</a:t>
            </a:r>
            <a:endParaRPr lang="ru-RU" sz="32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3</a:t>
            </a:r>
            <a:endParaRPr lang="ru-RU" sz="3200" dirty="0"/>
          </a:p>
        </p:txBody>
      </p:sp>
      <p:sp>
        <p:nvSpPr>
          <p:cNvPr id="53" name="Прямоугольник 52"/>
          <p:cNvSpPr/>
          <p:nvPr/>
        </p:nvSpPr>
        <p:spPr>
          <a:xfrm>
            <a:off x="1091200" y="217679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4</a:t>
            </a:r>
            <a:endParaRPr lang="ru-RU" sz="3200" dirty="0"/>
          </a:p>
        </p:txBody>
      </p:sp>
      <p:sp>
        <p:nvSpPr>
          <p:cNvPr id="54" name="Прямоугольник 53"/>
          <p:cNvSpPr/>
          <p:nvPr/>
        </p:nvSpPr>
        <p:spPr>
          <a:xfrm>
            <a:off x="2733662" y="21387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55" name="Прямоугольник 54"/>
          <p:cNvSpPr/>
          <p:nvPr/>
        </p:nvSpPr>
        <p:spPr>
          <a:xfrm>
            <a:off x="3932409" y="1786839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56" name="Прямоугольник 55"/>
          <p:cNvSpPr/>
          <p:nvPr/>
        </p:nvSpPr>
        <p:spPr>
          <a:xfrm>
            <a:off x="1368883" y="895954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</a:t>
            </a:r>
            <a:endParaRPr lang="ru-RU" sz="3200" dirty="0"/>
          </a:p>
        </p:txBody>
      </p:sp>
      <p:graphicFrame>
        <p:nvGraphicFramePr>
          <p:cNvPr id="57" name="Таблица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463548"/>
              </p:ext>
            </p:extLst>
          </p:nvPr>
        </p:nvGraphicFramePr>
        <p:xfrm>
          <a:off x="5131156" y="548026"/>
          <a:ext cx="6908447" cy="1889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41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00730">
                <a:tc>
                  <a:txBody>
                    <a:bodyPr/>
                    <a:lstStyle/>
                    <a:p>
                      <a:r>
                        <a:rPr lang="ru-RU" sz="2800" b="1">
                          <a:solidFill>
                            <a:schemeClr val="tx1"/>
                          </a:solidFill>
                          <a:effectLst/>
                        </a:rPr>
                        <a:t>Рёбра (в порядке их просмотра)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>
                          <a:solidFill>
                            <a:schemeClr val="tx1"/>
                          </a:solidFill>
                          <a:effectLst/>
                        </a:rPr>
                        <a:t>cd</a:t>
                      </a: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ab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ec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</a:rPr>
                        <a:t>ed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58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tx1"/>
                          </a:solidFill>
                          <a:effectLst/>
                        </a:rPr>
                        <a:t>Веса рёбер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6096000" y="3258428"/>
            <a:ext cx="563358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rgbClr val="C00000"/>
                </a:solidFill>
              </a:rPr>
              <a:t>Нельзя! Образовался цикл! (вершины </a:t>
            </a:r>
            <a:r>
              <a:rPr lang="en-US" sz="4000" b="1" dirty="0">
                <a:solidFill>
                  <a:srgbClr val="C00000"/>
                </a:solidFill>
              </a:rPr>
              <a:t>b, e </a:t>
            </a:r>
            <a:r>
              <a:rPr lang="ru-RU" sz="4000" b="1" dirty="0">
                <a:solidFill>
                  <a:srgbClr val="C00000"/>
                </a:solidFill>
              </a:rPr>
              <a:t>уже из одного дерева)</a:t>
            </a:r>
            <a:endParaRPr lang="ru-RU" sz="4000" dirty="0">
              <a:solidFill>
                <a:srgbClr val="C00000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933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7" name="Овал 6"/>
          <p:cNvSpPr/>
          <p:nvPr/>
        </p:nvSpPr>
        <p:spPr>
          <a:xfrm>
            <a:off x="2323307" y="1086789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462595" y="1051636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9" name="Овал 8"/>
          <p:cNvSpPr/>
          <p:nvPr/>
        </p:nvSpPr>
        <p:spPr>
          <a:xfrm>
            <a:off x="2323569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2462857" y="3133980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1" name="Овал 10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478966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11" idx="6"/>
            <a:endCxn id="9" idx="2"/>
          </p:cNvCxnSpPr>
          <p:nvPr/>
        </p:nvCxnSpPr>
        <p:spPr>
          <a:xfrm>
            <a:off x="855526" y="3529133"/>
            <a:ext cx="146804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5" idx="6"/>
            <a:endCxn id="7" idx="2"/>
          </p:cNvCxnSpPr>
          <p:nvPr/>
        </p:nvCxnSpPr>
        <p:spPr>
          <a:xfrm flipV="1">
            <a:off x="855526" y="1446789"/>
            <a:ext cx="1467781" cy="589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5" idx="4"/>
            <a:endCxn id="12" idx="0"/>
          </p:cNvCxnSpPr>
          <p:nvPr/>
        </p:nvCxnSpPr>
        <p:spPr>
          <a:xfrm>
            <a:off x="495526" y="1812683"/>
            <a:ext cx="23105" cy="132129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9" idx="6"/>
            <a:endCxn id="13" idx="2"/>
          </p:cNvCxnSpPr>
          <p:nvPr/>
        </p:nvCxnSpPr>
        <p:spPr>
          <a:xfrm>
            <a:off x="3043569" y="3529133"/>
            <a:ext cx="1606807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0" idx="0"/>
            <a:endCxn id="7" idx="4"/>
          </p:cNvCxnSpPr>
          <p:nvPr/>
        </p:nvCxnSpPr>
        <p:spPr>
          <a:xfrm flipV="1">
            <a:off x="2673011" y="1806789"/>
            <a:ext cx="10296" cy="132719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1" idx="7"/>
            <a:endCxn id="7" idx="3"/>
          </p:cNvCxnSpPr>
          <p:nvPr/>
        </p:nvCxnSpPr>
        <p:spPr>
          <a:xfrm flipV="1">
            <a:off x="750084" y="1701347"/>
            <a:ext cx="1678665" cy="157322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7" idx="6"/>
            <a:endCxn id="13" idx="0"/>
          </p:cNvCxnSpPr>
          <p:nvPr/>
        </p:nvCxnSpPr>
        <p:spPr>
          <a:xfrm>
            <a:off x="3043307" y="1446789"/>
            <a:ext cx="1967069" cy="172234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Прямоугольник 49"/>
          <p:cNvSpPr/>
          <p:nvPr/>
        </p:nvSpPr>
        <p:spPr>
          <a:xfrm>
            <a:off x="1426164" y="29970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51" name="Прямоугольник 50"/>
          <p:cNvSpPr/>
          <p:nvPr/>
        </p:nvSpPr>
        <p:spPr>
          <a:xfrm>
            <a:off x="3676259" y="300150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2</a:t>
            </a:r>
            <a:endParaRPr lang="ru-RU" sz="32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3</a:t>
            </a:r>
            <a:endParaRPr lang="ru-RU" sz="3200" dirty="0"/>
          </a:p>
        </p:txBody>
      </p:sp>
      <p:sp>
        <p:nvSpPr>
          <p:cNvPr id="53" name="Прямоугольник 52"/>
          <p:cNvSpPr/>
          <p:nvPr/>
        </p:nvSpPr>
        <p:spPr>
          <a:xfrm>
            <a:off x="1091200" y="217679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4</a:t>
            </a:r>
            <a:endParaRPr lang="ru-RU" sz="3200" dirty="0"/>
          </a:p>
        </p:txBody>
      </p:sp>
      <p:sp>
        <p:nvSpPr>
          <p:cNvPr id="54" name="Прямоугольник 53"/>
          <p:cNvSpPr/>
          <p:nvPr/>
        </p:nvSpPr>
        <p:spPr>
          <a:xfrm>
            <a:off x="2733662" y="21387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55" name="Прямоугольник 54"/>
          <p:cNvSpPr/>
          <p:nvPr/>
        </p:nvSpPr>
        <p:spPr>
          <a:xfrm>
            <a:off x="3932409" y="1786839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56" name="Прямоугольник 55"/>
          <p:cNvSpPr/>
          <p:nvPr/>
        </p:nvSpPr>
        <p:spPr>
          <a:xfrm>
            <a:off x="1368883" y="895954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</a:t>
            </a:r>
            <a:endParaRPr lang="ru-RU" sz="3200" dirty="0"/>
          </a:p>
        </p:txBody>
      </p:sp>
      <p:graphicFrame>
        <p:nvGraphicFramePr>
          <p:cNvPr id="57" name="Таблица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3450"/>
              </p:ext>
            </p:extLst>
          </p:nvPr>
        </p:nvGraphicFramePr>
        <p:xfrm>
          <a:off x="5131156" y="548026"/>
          <a:ext cx="6908447" cy="1889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41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00730">
                <a:tc>
                  <a:txBody>
                    <a:bodyPr/>
                    <a:lstStyle/>
                    <a:p>
                      <a:r>
                        <a:rPr lang="ru-RU" sz="2800" b="1">
                          <a:solidFill>
                            <a:schemeClr val="tx1"/>
                          </a:solidFill>
                          <a:effectLst/>
                        </a:rPr>
                        <a:t>Рёбра (в порядке их просмотра)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>
                          <a:solidFill>
                            <a:schemeClr val="tx1"/>
                          </a:solidFill>
                          <a:effectLst/>
                        </a:rPr>
                        <a:t>cd</a:t>
                      </a: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ab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ec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</a:rPr>
                        <a:t>ed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58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tx1"/>
                          </a:solidFill>
                          <a:effectLst/>
                        </a:rPr>
                        <a:t>Веса рёбер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901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7" name="Овал 6"/>
          <p:cNvSpPr/>
          <p:nvPr/>
        </p:nvSpPr>
        <p:spPr>
          <a:xfrm>
            <a:off x="2323307" y="1086789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462595" y="1051636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9" name="Овал 8"/>
          <p:cNvSpPr/>
          <p:nvPr/>
        </p:nvSpPr>
        <p:spPr>
          <a:xfrm>
            <a:off x="2323569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2462857" y="3133980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1" name="Овал 10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478966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11" idx="6"/>
            <a:endCxn id="9" idx="2"/>
          </p:cNvCxnSpPr>
          <p:nvPr/>
        </p:nvCxnSpPr>
        <p:spPr>
          <a:xfrm>
            <a:off x="855526" y="3529133"/>
            <a:ext cx="146804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5" idx="6"/>
            <a:endCxn id="7" idx="2"/>
          </p:cNvCxnSpPr>
          <p:nvPr/>
        </p:nvCxnSpPr>
        <p:spPr>
          <a:xfrm flipV="1">
            <a:off x="855526" y="1446789"/>
            <a:ext cx="1467781" cy="589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5" idx="4"/>
            <a:endCxn id="12" idx="0"/>
          </p:cNvCxnSpPr>
          <p:nvPr/>
        </p:nvCxnSpPr>
        <p:spPr>
          <a:xfrm>
            <a:off x="495526" y="1812683"/>
            <a:ext cx="23105" cy="132129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9" idx="6"/>
            <a:endCxn id="13" idx="2"/>
          </p:cNvCxnSpPr>
          <p:nvPr/>
        </p:nvCxnSpPr>
        <p:spPr>
          <a:xfrm>
            <a:off x="3043569" y="3529133"/>
            <a:ext cx="1606807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10" idx="0"/>
            <a:endCxn id="7" idx="4"/>
          </p:cNvCxnSpPr>
          <p:nvPr/>
        </p:nvCxnSpPr>
        <p:spPr>
          <a:xfrm flipV="1">
            <a:off x="2673011" y="1806789"/>
            <a:ext cx="10296" cy="132719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11" idx="7"/>
            <a:endCxn id="7" idx="3"/>
          </p:cNvCxnSpPr>
          <p:nvPr/>
        </p:nvCxnSpPr>
        <p:spPr>
          <a:xfrm flipV="1">
            <a:off x="750084" y="1701347"/>
            <a:ext cx="1678665" cy="157322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7" idx="6"/>
            <a:endCxn id="13" idx="0"/>
          </p:cNvCxnSpPr>
          <p:nvPr/>
        </p:nvCxnSpPr>
        <p:spPr>
          <a:xfrm>
            <a:off x="3043307" y="1446789"/>
            <a:ext cx="1967069" cy="172234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Прямоугольник 49"/>
          <p:cNvSpPr/>
          <p:nvPr/>
        </p:nvSpPr>
        <p:spPr>
          <a:xfrm>
            <a:off x="1426164" y="29970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51" name="Прямоугольник 50"/>
          <p:cNvSpPr/>
          <p:nvPr/>
        </p:nvSpPr>
        <p:spPr>
          <a:xfrm>
            <a:off x="3676259" y="300150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2</a:t>
            </a:r>
            <a:endParaRPr lang="ru-RU" sz="32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3</a:t>
            </a:r>
            <a:endParaRPr lang="ru-RU" sz="3200" dirty="0"/>
          </a:p>
        </p:txBody>
      </p:sp>
      <p:sp>
        <p:nvSpPr>
          <p:cNvPr id="53" name="Прямоугольник 52"/>
          <p:cNvSpPr/>
          <p:nvPr/>
        </p:nvSpPr>
        <p:spPr>
          <a:xfrm>
            <a:off x="1091200" y="217679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4</a:t>
            </a:r>
            <a:endParaRPr lang="ru-RU" sz="3200" dirty="0"/>
          </a:p>
        </p:txBody>
      </p:sp>
      <p:sp>
        <p:nvSpPr>
          <p:cNvPr id="54" name="Прямоугольник 53"/>
          <p:cNvSpPr/>
          <p:nvPr/>
        </p:nvSpPr>
        <p:spPr>
          <a:xfrm>
            <a:off x="2733662" y="2138792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6</a:t>
            </a:r>
            <a:endParaRPr lang="ru-RU" sz="3200" dirty="0"/>
          </a:p>
        </p:txBody>
      </p:sp>
      <p:sp>
        <p:nvSpPr>
          <p:cNvPr id="55" name="Прямоугольник 54"/>
          <p:cNvSpPr/>
          <p:nvPr/>
        </p:nvSpPr>
        <p:spPr>
          <a:xfrm>
            <a:off x="3932409" y="1786839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7</a:t>
            </a:r>
            <a:endParaRPr lang="ru-RU" sz="3200" dirty="0"/>
          </a:p>
        </p:txBody>
      </p:sp>
      <p:sp>
        <p:nvSpPr>
          <p:cNvPr id="56" name="Прямоугольник 55"/>
          <p:cNvSpPr/>
          <p:nvPr/>
        </p:nvSpPr>
        <p:spPr>
          <a:xfrm>
            <a:off x="1368883" y="895954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</a:t>
            </a:r>
            <a:endParaRPr lang="ru-RU" sz="3200" dirty="0"/>
          </a:p>
        </p:txBody>
      </p:sp>
      <p:graphicFrame>
        <p:nvGraphicFramePr>
          <p:cNvPr id="57" name="Таблица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3450"/>
              </p:ext>
            </p:extLst>
          </p:nvPr>
        </p:nvGraphicFramePr>
        <p:xfrm>
          <a:off x="5131156" y="548026"/>
          <a:ext cx="6908447" cy="1889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41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00730">
                <a:tc>
                  <a:txBody>
                    <a:bodyPr/>
                    <a:lstStyle/>
                    <a:p>
                      <a:r>
                        <a:rPr lang="ru-RU" sz="2800" b="1">
                          <a:solidFill>
                            <a:schemeClr val="tx1"/>
                          </a:solidFill>
                          <a:effectLst/>
                        </a:rPr>
                        <a:t>Рёбра (в порядке их просмотра)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>
                          <a:solidFill>
                            <a:schemeClr val="tx1"/>
                          </a:solidFill>
                          <a:effectLst/>
                        </a:rPr>
                        <a:t>cd</a:t>
                      </a: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ab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ec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</a:rPr>
                        <a:t>ed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58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tx1"/>
                          </a:solidFill>
                          <a:effectLst/>
                        </a:rPr>
                        <a:t>Веса рёбер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Прямоугольник 28"/>
          <p:cNvSpPr/>
          <p:nvPr/>
        </p:nvSpPr>
        <p:spPr>
          <a:xfrm>
            <a:off x="6042715" y="2842650"/>
            <a:ext cx="563358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rgbClr val="C00000"/>
                </a:solidFill>
              </a:rPr>
              <a:t>Использовали уже все вершины. Оставшиеся ребра </a:t>
            </a:r>
            <a:r>
              <a:rPr lang="en-US" sz="4000" b="1" dirty="0">
                <a:solidFill>
                  <a:srgbClr val="C00000"/>
                </a:solidFill>
              </a:rPr>
              <a:t>be, </a:t>
            </a:r>
            <a:r>
              <a:rPr lang="en-US" sz="4000" b="1" dirty="0" err="1">
                <a:solidFill>
                  <a:srgbClr val="C00000"/>
                </a:solidFill>
              </a:rPr>
              <a:t>ec</a:t>
            </a:r>
            <a:r>
              <a:rPr lang="en-US" sz="4000" b="1" dirty="0">
                <a:solidFill>
                  <a:srgbClr val="C00000"/>
                </a:solidFill>
              </a:rPr>
              <a:t>, </a:t>
            </a:r>
            <a:r>
              <a:rPr lang="en-US" sz="4000" b="1" dirty="0" err="1">
                <a:solidFill>
                  <a:srgbClr val="C00000"/>
                </a:solidFill>
              </a:rPr>
              <a:t>ed</a:t>
            </a:r>
            <a:r>
              <a:rPr lang="en-US" sz="4000" b="1" dirty="0">
                <a:solidFill>
                  <a:srgbClr val="C00000"/>
                </a:solidFill>
              </a:rPr>
              <a:t> </a:t>
            </a:r>
            <a:r>
              <a:rPr lang="ru-RU" sz="4000" b="1" dirty="0">
                <a:solidFill>
                  <a:srgbClr val="C00000"/>
                </a:solidFill>
              </a:rPr>
              <a:t>соединяют вершины из одного дерева.</a:t>
            </a:r>
            <a:endParaRPr lang="ru-RU" sz="4000" dirty="0">
              <a:solidFill>
                <a:srgbClr val="C00000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3257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35526" y="109268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74814" y="1057530"/>
            <a:ext cx="4635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a</a:t>
            </a:r>
            <a:endParaRPr lang="ru-RU" sz="4400" dirty="0"/>
          </a:p>
        </p:txBody>
      </p:sp>
      <p:sp>
        <p:nvSpPr>
          <p:cNvPr id="7" name="Овал 6"/>
          <p:cNvSpPr/>
          <p:nvPr/>
        </p:nvSpPr>
        <p:spPr>
          <a:xfrm>
            <a:off x="2323307" y="1086789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462595" y="1051636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e</a:t>
            </a:r>
            <a:endParaRPr lang="ru-RU" sz="4400" dirty="0"/>
          </a:p>
        </p:txBody>
      </p:sp>
      <p:sp>
        <p:nvSpPr>
          <p:cNvPr id="9" name="Овал 8"/>
          <p:cNvSpPr/>
          <p:nvPr/>
        </p:nvSpPr>
        <p:spPr>
          <a:xfrm>
            <a:off x="2323569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2462857" y="3133980"/>
            <a:ext cx="4203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</a:t>
            </a:r>
            <a:endParaRPr lang="ru-RU" sz="4400" dirty="0"/>
          </a:p>
        </p:txBody>
      </p:sp>
      <p:sp>
        <p:nvSpPr>
          <p:cNvPr id="11" name="Овал 10"/>
          <p:cNvSpPr/>
          <p:nvPr/>
        </p:nvSpPr>
        <p:spPr>
          <a:xfrm>
            <a:off x="13552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27481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b</a:t>
            </a:r>
            <a:endParaRPr lang="ru-RU" sz="4400" dirty="0"/>
          </a:p>
        </p:txBody>
      </p:sp>
      <p:sp>
        <p:nvSpPr>
          <p:cNvPr id="13" name="Овал 12"/>
          <p:cNvSpPr/>
          <p:nvPr/>
        </p:nvSpPr>
        <p:spPr>
          <a:xfrm>
            <a:off x="4650376" y="3169133"/>
            <a:ext cx="720000" cy="720000"/>
          </a:xfrm>
          <a:prstGeom prst="ellips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4789664" y="3133980"/>
            <a:ext cx="4876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</a:t>
            </a:r>
            <a:endParaRPr lang="ru-RU" sz="4400" dirty="0"/>
          </a:p>
        </p:txBody>
      </p:sp>
      <p:cxnSp>
        <p:nvCxnSpPr>
          <p:cNvPr id="28" name="Прямая соединительная линия 27"/>
          <p:cNvCxnSpPr>
            <a:stCxn id="11" idx="6"/>
            <a:endCxn id="9" idx="2"/>
          </p:cNvCxnSpPr>
          <p:nvPr/>
        </p:nvCxnSpPr>
        <p:spPr>
          <a:xfrm>
            <a:off x="855526" y="3529133"/>
            <a:ext cx="146804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5" idx="6"/>
            <a:endCxn id="7" idx="2"/>
          </p:cNvCxnSpPr>
          <p:nvPr/>
        </p:nvCxnSpPr>
        <p:spPr>
          <a:xfrm flipV="1">
            <a:off x="855526" y="1446789"/>
            <a:ext cx="1467781" cy="589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5" idx="4"/>
            <a:endCxn id="12" idx="0"/>
          </p:cNvCxnSpPr>
          <p:nvPr/>
        </p:nvCxnSpPr>
        <p:spPr>
          <a:xfrm>
            <a:off x="495526" y="1812683"/>
            <a:ext cx="23105" cy="132129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9" idx="6"/>
            <a:endCxn id="13" idx="2"/>
          </p:cNvCxnSpPr>
          <p:nvPr/>
        </p:nvCxnSpPr>
        <p:spPr>
          <a:xfrm>
            <a:off x="3043569" y="3529133"/>
            <a:ext cx="1606807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Прямоугольник 49"/>
          <p:cNvSpPr/>
          <p:nvPr/>
        </p:nvSpPr>
        <p:spPr>
          <a:xfrm>
            <a:off x="1426164" y="299707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5</a:t>
            </a:r>
            <a:endParaRPr lang="ru-RU" sz="3200" dirty="0"/>
          </a:p>
        </p:txBody>
      </p:sp>
      <p:sp>
        <p:nvSpPr>
          <p:cNvPr id="51" name="Прямоугольник 50"/>
          <p:cNvSpPr/>
          <p:nvPr/>
        </p:nvSpPr>
        <p:spPr>
          <a:xfrm>
            <a:off x="3676259" y="3001508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2</a:t>
            </a:r>
            <a:endParaRPr lang="ru-RU" sz="32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77565" y="2189205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3</a:t>
            </a:r>
            <a:endParaRPr lang="ru-RU" sz="3200" dirty="0"/>
          </a:p>
        </p:txBody>
      </p:sp>
      <p:sp>
        <p:nvSpPr>
          <p:cNvPr id="56" name="Прямоугольник 55"/>
          <p:cNvSpPr/>
          <p:nvPr/>
        </p:nvSpPr>
        <p:spPr>
          <a:xfrm>
            <a:off x="1368883" y="895954"/>
            <a:ext cx="441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/>
              <a:t>1</a:t>
            </a:r>
            <a:endParaRPr lang="ru-RU" sz="3200" dirty="0"/>
          </a:p>
        </p:txBody>
      </p:sp>
      <p:graphicFrame>
        <p:nvGraphicFramePr>
          <p:cNvPr id="57" name="Таблица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3450"/>
              </p:ext>
            </p:extLst>
          </p:nvPr>
        </p:nvGraphicFramePr>
        <p:xfrm>
          <a:off x="5131156" y="548026"/>
          <a:ext cx="6908447" cy="1889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41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00730">
                <a:tc>
                  <a:txBody>
                    <a:bodyPr/>
                    <a:lstStyle/>
                    <a:p>
                      <a:r>
                        <a:rPr lang="ru-RU" sz="2800" b="1">
                          <a:solidFill>
                            <a:schemeClr val="tx1"/>
                          </a:solidFill>
                          <a:effectLst/>
                        </a:rPr>
                        <a:t>Рёбра (в порядке их просмотра)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>
                          <a:solidFill>
                            <a:schemeClr val="tx1"/>
                          </a:solidFill>
                          <a:effectLst/>
                        </a:rPr>
                        <a:t>cd</a:t>
                      </a: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ab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be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bc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800" b="1" dirty="0" err="1">
                          <a:solidFill>
                            <a:schemeClr val="tx1"/>
                          </a:solidFill>
                          <a:effectLst/>
                        </a:rPr>
                        <a:t>ec</a:t>
                      </a:r>
                      <a:endParaRPr lang="sk-SK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</a:rPr>
                        <a:t>ed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58"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chemeClr val="tx1"/>
                          </a:solidFill>
                          <a:effectLst/>
                        </a:rPr>
                        <a:t>Веса рёбер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ru-RU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Прямоугольник 29"/>
          <p:cNvSpPr/>
          <p:nvPr/>
        </p:nvSpPr>
        <p:spPr>
          <a:xfrm>
            <a:off x="7598427" y="2645913"/>
            <a:ext cx="24628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Вес дерева: 11</a:t>
            </a:r>
            <a:endParaRPr lang="ru-RU" sz="28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3867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006F7D-AC31-9D42-8B39-26A46113D91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77687" y="365125"/>
                <a:ext cx="11171583" cy="1325563"/>
              </a:xfrm>
            </p:spPr>
            <p:txBody>
              <a:bodyPr>
                <a:normAutofit fontScale="90000"/>
              </a:bodyPr>
              <a:lstStyle/>
              <a:p>
                <a:pPr algn="ctr"/>
                <a:r>
                  <a:rPr lang="ru-RU" dirty="0"/>
                  <a:t>Простейшая реализация (так делать мы, конечно же, не будем, сложность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006F7D-AC31-9D42-8B39-26A46113D9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77687" y="365125"/>
                <a:ext cx="11171583" cy="1325563"/>
              </a:xfrm>
              <a:blipFill>
                <a:blip r:embed="rId2"/>
                <a:stretch>
                  <a:fillRect t="-6667" r="-795" b="-142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EB531-5F02-B74C-9898-89B8C2276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BFD1B-C0D1-8040-B05B-57DB86FE5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EA7A9-B996-0343-A4EE-2852424FF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35</a:t>
            </a:fld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CF39C2-A24F-9049-9BC3-5CD035D70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21" y="-13880"/>
            <a:ext cx="11876357" cy="68857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BBC7E8B4-4C82-0574-EB73-B7E523A32D99}"/>
                  </a:ext>
                </a:extLst>
              </p14:cNvPr>
              <p14:cNvContentPartPr/>
              <p14:nvPr/>
            </p14:nvContentPartPr>
            <p14:xfrm>
              <a:off x="1684080" y="54360"/>
              <a:ext cx="8138880" cy="640800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BBC7E8B4-4C82-0574-EB73-B7E523A32D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74720" y="45000"/>
                <a:ext cx="8157600" cy="64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0593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CA276-BE05-664E-B7D4-E33CC111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50217" cy="1325563"/>
          </a:xfrm>
        </p:spPr>
        <p:txBody>
          <a:bodyPr/>
          <a:lstStyle/>
          <a:p>
            <a:r>
              <a:rPr lang="ru-RU" dirty="0"/>
              <a:t>Система непересекающихся множеств (СНМ)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6EB08-3AEF-EE42-A851-13F839C0E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96B4C2-4382-114F-98AC-3E65ECFB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1C33F-6325-2249-971C-5111F27E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36</a:t>
            </a:fld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3DF4D6-ECDF-1D47-97D4-97037E50A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93902"/>
            <a:ext cx="10744200" cy="4546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458083-5A5A-AA46-A481-3BFC4D9B51FB}"/>
              </a:ext>
            </a:extLst>
          </p:cNvPr>
          <p:cNvSpPr/>
          <p:nvPr/>
        </p:nvSpPr>
        <p:spPr>
          <a:xfrm>
            <a:off x="11073008" y="5661764"/>
            <a:ext cx="713984" cy="4133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862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38215-0CE6-4340-9AA3-3B967796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206FC-863C-E843-ADC4-151C130BD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3E9FF59-60C6-F84E-B666-BFD340D43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D30CDC-2170-E84D-86F0-91A583839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37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D6717C-851A-DE4E-A758-285D0E69B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22" y="136525"/>
            <a:ext cx="10326755" cy="6144131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616400B-B8EC-4141-A53C-AE3637ADB8E9}"/>
              </a:ext>
            </a:extLst>
          </p:cNvPr>
          <p:cNvSpPr/>
          <p:nvPr/>
        </p:nvSpPr>
        <p:spPr>
          <a:xfrm>
            <a:off x="79095" y="6415593"/>
            <a:ext cx="3502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4"/>
              </a:rPr>
              <a:t>https://habr.com/ru/post/104772/</a:t>
            </a:r>
            <a:r>
              <a:rPr lang="en-US" dirty="0"/>
              <a:t> </a:t>
            </a:r>
            <a:endParaRPr lang="ru-RU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481BC8BB-EE2B-B8AB-B923-E5D855C5093B}"/>
                  </a:ext>
                </a:extLst>
              </p14:cNvPr>
              <p14:cNvContentPartPr/>
              <p14:nvPr/>
            </p14:nvContentPartPr>
            <p14:xfrm>
              <a:off x="2995920" y="254520"/>
              <a:ext cx="7853760" cy="4074840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481BC8BB-EE2B-B8AB-B923-E5D855C509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86560" y="245160"/>
                <a:ext cx="7872480" cy="409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62275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63413-F444-6941-83F6-92747ED8D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Неэффективная реализация (почему?)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75D12-F054-5645-B05A-DC0D34DB4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28239C-015E-404E-961F-7B04A39F2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CF80B-B215-8341-BBDD-A29A87697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38</a:t>
            </a:fld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3D2069-2EC3-1B40-8FB5-9BFBA318B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150" y="1825625"/>
            <a:ext cx="5727700" cy="4762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27EF9BB8-52FE-BB6F-357E-6B98C4CE8CE7}"/>
                  </a:ext>
                </a:extLst>
              </p14:cNvPr>
              <p14:cNvContentPartPr/>
              <p14:nvPr/>
            </p14:nvContentPartPr>
            <p14:xfrm>
              <a:off x="1264320" y="849960"/>
              <a:ext cx="10681200" cy="597204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27EF9BB8-52FE-BB6F-357E-6B98C4CE8C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4960" y="840600"/>
                <a:ext cx="10699920" cy="599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2178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63413-F444-6941-83F6-92747ED8D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Неэффективная реализация (почему?)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75D12-F054-5645-B05A-DC0D34DB4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28239C-015E-404E-961F-7B04A39F2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CF80B-B215-8341-BBDD-A29A87697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39</a:t>
            </a:fld>
            <a:endParaRPr lang="ru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FC672-17C1-9442-9DE5-B6813C168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31" y="0"/>
            <a:ext cx="11271738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41DE373D-026D-6116-539D-21F64569ED9C}"/>
                  </a:ext>
                </a:extLst>
              </p14:cNvPr>
              <p14:cNvContentPartPr/>
              <p14:nvPr/>
            </p14:nvContentPartPr>
            <p14:xfrm>
              <a:off x="2583360" y="1215720"/>
              <a:ext cx="4179240" cy="444744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41DE373D-026D-6116-539D-21F64569ED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4000" y="1206360"/>
                <a:ext cx="4197960" cy="446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9843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03BD88-D260-D143-B2E2-863C62A1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Эвристика сжатия пути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4C72C4-1C6B-374D-9238-A6C070D7C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7451C4C-95B6-F948-9962-E209386E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B68BEE-DD48-BD48-BF8F-03B8001F3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40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8F4DD7-20CE-0545-BAA8-1F48AE932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140" y="1799061"/>
            <a:ext cx="8115719" cy="455728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2CD55E81-7824-C0E3-447D-4B6425BFB27F}"/>
                  </a:ext>
                </a:extLst>
              </p14:cNvPr>
              <p14:cNvContentPartPr/>
              <p14:nvPr/>
            </p14:nvContentPartPr>
            <p14:xfrm>
              <a:off x="8331480" y="1659240"/>
              <a:ext cx="3603960" cy="212508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2CD55E81-7824-C0E3-447D-4B6425BFB2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22120" y="1649880"/>
                <a:ext cx="3622680" cy="214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67899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6FAE-8F14-BA4C-A485-D5232BEA5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7" y="365125"/>
            <a:ext cx="11198269" cy="1325563"/>
          </a:xfrm>
        </p:spPr>
        <p:txBody>
          <a:bodyPr>
            <a:normAutofit/>
          </a:bodyPr>
          <a:lstStyle/>
          <a:p>
            <a:r>
              <a:rPr lang="ru-RU" sz="4200" dirty="0"/>
              <a:t>Ранговая эвристика на основе размера деревьев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F75CA-7995-274E-A00B-82B0D4121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09FB43-F94F-7A44-8FB7-5170977EF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FB98A-6593-FE4F-AB35-DF0235F6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41</a:t>
            </a:fld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C31D61-0CCB-084E-9318-40C1307B7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893" y="1603005"/>
            <a:ext cx="7376876" cy="50307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8F2E954F-1F46-D33A-BFB6-9DE8388DBD7B}"/>
                  </a:ext>
                </a:extLst>
              </p14:cNvPr>
              <p14:cNvContentPartPr/>
              <p14:nvPr/>
            </p14:nvContentPartPr>
            <p14:xfrm>
              <a:off x="3619080" y="1895400"/>
              <a:ext cx="7842960" cy="394344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8F2E954F-1F46-D33A-BFB6-9DE8388DBD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09720" y="1886040"/>
                <a:ext cx="7861680" cy="396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27061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402D2F-40D4-7349-86ED-0073D7404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Ранговая эвристика на основе глубины деревьев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7F43DB-F3BE-5443-98D5-E9CD16C63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3DB0CC-200C-EF4C-A661-755D578B5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E5F200-B0B8-2D4C-BF46-D2039C45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42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D1A04A-91FF-E241-AC3F-263F6D070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062" y="1960562"/>
            <a:ext cx="6209876" cy="43513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2B8CF91C-A78A-DEF6-388E-B611E6804E52}"/>
                  </a:ext>
                </a:extLst>
              </p14:cNvPr>
              <p14:cNvContentPartPr/>
              <p14:nvPr/>
            </p14:nvContentPartPr>
            <p14:xfrm>
              <a:off x="4129920" y="1589040"/>
              <a:ext cx="7853400" cy="359964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2B8CF91C-A78A-DEF6-388E-B611E6804E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0560" y="1579680"/>
                <a:ext cx="7872120" cy="361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31850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0F0F1-842B-1D44-A480-4DB3B205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Рандомизированная</a:t>
            </a:r>
            <a:r>
              <a:rPr lang="ru-RU" dirty="0"/>
              <a:t> ранговая эвристика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847C78-9162-4848-AA8B-1761BB9D5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7B1DEA8-EB51-CA48-88AF-5F6E2FE4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0923832-2E17-A844-AFAD-9978B2916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43</a:t>
            </a:fld>
            <a:endParaRPr lang="ru-RU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8B1E0442-69EF-EA48-9CBB-36C2F4AC02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603"/>
          <a:stretch/>
        </p:blipFill>
        <p:spPr>
          <a:xfrm>
            <a:off x="782608" y="2366682"/>
            <a:ext cx="10571192" cy="29761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3F51497C-CA8C-B458-1E24-B9C2083A3897}"/>
                  </a:ext>
                </a:extLst>
              </p14:cNvPr>
              <p14:cNvContentPartPr/>
              <p14:nvPr/>
            </p14:nvContentPartPr>
            <p14:xfrm>
              <a:off x="1639800" y="2770920"/>
              <a:ext cx="4280760" cy="234720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3F51497C-CA8C-B458-1E24-B9C2083A38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30440" y="2761560"/>
                <a:ext cx="4299480" cy="236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97159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F44955-8CF5-B444-A498-8F42DC54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Слияние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D36726-9F0B-C443-B3BE-F28DD183C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03E40E3-2E52-D24A-A2FA-EA47562A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2B8638-D34B-BF4E-A7FD-A844A719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44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70D12E9-6EC1-FB4F-994D-9DDF2A4F8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264" y="2005012"/>
            <a:ext cx="42128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1158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303F45C-1B8F-9844-BF3D-0129D60DF0D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20756" y="365125"/>
                <a:ext cx="11350487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ru-RU" dirty="0"/>
                  <a:t>Реализация с помощью СНМ </a:t>
                </a:r>
                <a:br>
                  <a:rPr lang="ru-RU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303F45C-1B8F-9844-BF3D-0129D60DF0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20756" y="365125"/>
                <a:ext cx="11350487" cy="1325563"/>
              </a:xfrm>
              <a:blipFill>
                <a:blip r:embed="rId2"/>
                <a:stretch>
                  <a:fillRect t="-13333" b="-142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6BB98-0649-4946-87C8-79C727C6C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45</a:t>
            </a:fld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B99423-E770-0142-892E-4A4C24FAB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533" y="1714652"/>
            <a:ext cx="9862931" cy="48242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2CCE5A-E7AC-514E-9031-5EF32DF0C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0850" y="2458831"/>
            <a:ext cx="5245100" cy="2159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386E6011-51EA-3015-F59B-A054FC1490C5}"/>
                  </a:ext>
                </a:extLst>
              </p14:cNvPr>
              <p14:cNvContentPartPr/>
              <p14:nvPr/>
            </p14:nvContentPartPr>
            <p14:xfrm>
              <a:off x="604800" y="1277640"/>
              <a:ext cx="8706960" cy="537732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386E6011-51EA-3015-F59B-A054FC1490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5440" y="1268280"/>
                <a:ext cx="8725680" cy="539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52625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Свойства минимального остова (каркаса минимального веса)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Минимальный остов </a:t>
            </a:r>
            <a:r>
              <a:rPr lang="ru-RU" b="1" dirty="0"/>
              <a:t>уникален, если веса всех рёбер различны</a:t>
            </a:r>
            <a:r>
              <a:rPr lang="ru-RU" dirty="0"/>
              <a:t>. В противном случае, может существовать несколько минимальных остовов (конкретные алгоритмы обычно получают один из возможных остовов).</a:t>
            </a:r>
          </a:p>
          <a:p>
            <a:r>
              <a:rPr lang="ru-RU" dirty="0"/>
              <a:t>Минимальный остов является также и </a:t>
            </a:r>
            <a:r>
              <a:rPr lang="ru-RU" b="1" dirty="0"/>
              <a:t>остовом с минимальным произведением</a:t>
            </a:r>
            <a:r>
              <a:rPr lang="ru-RU" dirty="0"/>
              <a:t> весов рёбер.</a:t>
            </a:r>
            <a:br>
              <a:rPr lang="ru-RU" dirty="0"/>
            </a:br>
            <a:r>
              <a:rPr lang="ru-RU" dirty="0"/>
              <a:t>(доказывается это легко, достаточно заменить веса всех рёбер на их логарифмы)</a:t>
            </a:r>
          </a:p>
          <a:p>
            <a:r>
              <a:rPr lang="ru-RU" dirty="0"/>
              <a:t>Минимальный остов является также и </a:t>
            </a:r>
            <a:r>
              <a:rPr lang="ru-RU" b="1" dirty="0"/>
              <a:t>остовом с минимальным весом самого тяжелого ребра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(это утверждение следует из справедливости алгоритма </a:t>
            </a:r>
            <a:r>
              <a:rPr lang="ru-RU" dirty="0" err="1"/>
              <a:t>Крускала</a:t>
            </a:r>
            <a:r>
              <a:rPr lang="ru-RU" dirty="0"/>
              <a:t>)</a:t>
            </a:r>
          </a:p>
          <a:p>
            <a:r>
              <a:rPr lang="ru-RU" b="1" dirty="0"/>
              <a:t>Остов максимального веса</a:t>
            </a:r>
            <a:r>
              <a:rPr lang="ru-RU" dirty="0"/>
              <a:t> ищется аналогично остову минимального веса, достаточно поменять знаки всех рёбер на противоположные и выполнить любой из алгоритм минимального остова.</a:t>
            </a:r>
          </a:p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080305" y="6127234"/>
            <a:ext cx="47121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2"/>
              </a:rPr>
              <a:t>http://www.e-maxx-ru.1gb.ru/algo/mst_kruskal</a:t>
            </a:r>
            <a:r>
              <a:rPr lang="ru-RU" dirty="0"/>
              <a:t>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7533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Построить каркас минимального веса алгоритмом </a:t>
            </a:r>
            <a:r>
              <a:rPr lang="ru-RU" b="1" dirty="0" err="1"/>
              <a:t>Краскала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47</a:t>
            </a:fld>
            <a:endParaRPr lang="ru-RU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728" y="1642858"/>
            <a:ext cx="6484257" cy="453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094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Построить каркас минимального веса алгоритмом Прима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М.К. Горденко, mgordenko@hse.ru 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40149-257D-0946-AE55-67015D9A170A}" type="slidenum">
              <a:rPr lang="ru-RU" smtClean="0"/>
              <a:t>48</a:t>
            </a:fld>
            <a:endParaRPr lang="ru-RU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725" y="1709656"/>
            <a:ext cx="6432550" cy="464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5831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AED5A84DE385CB4F8ACB5BD379C4001C" ma:contentTypeVersion="4" ma:contentTypeDescription="Создание документа." ma:contentTypeScope="" ma:versionID="7f16f80279537f342c1276c6328bc867">
  <xsd:schema xmlns:xsd="http://www.w3.org/2001/XMLSchema" xmlns:xs="http://www.w3.org/2001/XMLSchema" xmlns:p="http://schemas.microsoft.com/office/2006/metadata/properties" xmlns:ns2="08591127-1632-4b47-90b2-8bec51a2ca1d" targetNamespace="http://schemas.microsoft.com/office/2006/metadata/properties" ma:root="true" ma:fieldsID="05422691399151e7145c30f372052658" ns2:_="">
    <xsd:import namespace="08591127-1632-4b47-90b2-8bec51a2ca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591127-1632-4b47-90b2-8bec51a2ca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3396F2-675F-4935-B700-56CE9953E497}"/>
</file>

<file path=customXml/itemProps2.xml><?xml version="1.0" encoding="utf-8"?>
<ds:datastoreItem xmlns:ds="http://schemas.openxmlformats.org/officeDocument/2006/customXml" ds:itemID="{2BD95014-F3C2-4BB0-8262-A314B9CFD3FE}"/>
</file>

<file path=customXml/itemProps3.xml><?xml version="1.0" encoding="utf-8"?>
<ds:datastoreItem xmlns:ds="http://schemas.openxmlformats.org/officeDocument/2006/customXml" ds:itemID="{8DF4BDDA-B88D-448B-A66C-8C4EDA0DA673}"/>
</file>

<file path=docProps/app.xml><?xml version="1.0" encoding="utf-8"?>
<Properties xmlns="http://schemas.openxmlformats.org/officeDocument/2006/extended-properties" xmlns:vt="http://schemas.openxmlformats.org/officeDocument/2006/docPropsVTypes">
  <TotalTime>1865</TotalTime>
  <Words>4081</Words>
  <Application>Microsoft Macintosh PowerPoint</Application>
  <PresentationFormat>Широкоэкранный</PresentationFormat>
  <Paragraphs>934</Paragraphs>
  <Slides>48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4" baseType="lpstr">
      <vt:lpstr>Arial</vt:lpstr>
      <vt:lpstr>Calibri</vt:lpstr>
      <vt:lpstr>Calibri Light</vt:lpstr>
      <vt:lpstr>Cambria Math</vt:lpstr>
      <vt:lpstr>Verdana</vt:lpstr>
      <vt:lpstr>Тема Office</vt:lpstr>
      <vt:lpstr>Остов минимального веса. Алгоритм Прима. Алгоритм Краскала. Система непересекающихся множеств.</vt:lpstr>
      <vt:lpstr>Определения</vt:lpstr>
      <vt:lpstr>Алгоритм Прима</vt:lpstr>
      <vt:lpstr>Алгоритм Прима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Тривиальная реализация</vt:lpstr>
      <vt:lpstr>Случай плотных графов О(n^2 )</vt:lpstr>
      <vt:lpstr>Случай разреженных графов О(m logn)</vt:lpstr>
      <vt:lpstr>Алгоритм Крускала (Краскала)</vt:lpstr>
      <vt:lpstr>Алгоритм Крускала (Краскала)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Простейшая реализация (так делать мы, конечно же, не будем, сложность O(m log⁡n+n^2)</vt:lpstr>
      <vt:lpstr>Система непересекающихся множеств (СНМ)</vt:lpstr>
      <vt:lpstr>Презентация PowerPoint</vt:lpstr>
      <vt:lpstr>Неэффективная реализация (почему?)</vt:lpstr>
      <vt:lpstr>Неэффективная реализация (почему?)</vt:lpstr>
      <vt:lpstr>Эвристика сжатия пути</vt:lpstr>
      <vt:lpstr>Ранговая эвристика на основе размера деревьев</vt:lpstr>
      <vt:lpstr>Ранговая эвристика на основе глубины деревьев</vt:lpstr>
      <vt:lpstr>Рандомизированная ранговая эвристика</vt:lpstr>
      <vt:lpstr>Слияние</vt:lpstr>
      <vt:lpstr>Реализация с помощью СНМ  O(m log⁡n+n)=O(m log⁡n )</vt:lpstr>
      <vt:lpstr>Свойства минимального остова (каркаса минимального веса)</vt:lpstr>
      <vt:lpstr>Построить каркас минимального веса алгоритмом Краскала</vt:lpstr>
      <vt:lpstr>Построить каркас минимального веса алгоритмом Прима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Определения</dc:title>
  <dc:creator>Екатерина Береснева</dc:creator>
  <cp:lastModifiedBy>Microsoft Office User</cp:lastModifiedBy>
  <cp:revision>27</cp:revision>
  <dcterms:created xsi:type="dcterms:W3CDTF">2020-01-09T01:28:04Z</dcterms:created>
  <dcterms:modified xsi:type="dcterms:W3CDTF">2022-10-19T07:23:51Z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0x010100AED5A84DE385CB4F8ACB5BD379C4001C</vt:lpwstr>
  </property>
</Properties>
</file>