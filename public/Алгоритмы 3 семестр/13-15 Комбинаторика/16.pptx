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gif" ContentType="image/gi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30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9.xml" ContentType="application/inkml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2.xml" ContentType="application/vnd.openxmlformats-officedocument.theme+xml"/>
  <Override PartName="/ppt/theme/theme1.xml" ContentType="application/vnd.openxmlformats-officedocument.theme+xml"/>
  <Override PartName="/ppt/ink/ink15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9"/>
  </p:notesMasterIdLst>
  <p:sldIdLst>
    <p:sldId id="256" r:id="rId2"/>
    <p:sldId id="257" r:id="rId3"/>
    <p:sldId id="259" r:id="rId4"/>
    <p:sldId id="260" r:id="rId5"/>
    <p:sldId id="352" r:id="rId6"/>
    <p:sldId id="258" r:id="rId7"/>
    <p:sldId id="359" r:id="rId8"/>
    <p:sldId id="360" r:id="rId9"/>
    <p:sldId id="378" r:id="rId10"/>
    <p:sldId id="379" r:id="rId11"/>
    <p:sldId id="380" r:id="rId12"/>
    <p:sldId id="1162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9" r:id="rId21"/>
    <p:sldId id="374" r:id="rId22"/>
    <p:sldId id="370" r:id="rId23"/>
    <p:sldId id="353" r:id="rId24"/>
    <p:sldId id="585" r:id="rId25"/>
    <p:sldId id="354" r:id="rId26"/>
    <p:sldId id="586" r:id="rId27"/>
    <p:sldId id="355" r:id="rId28"/>
    <p:sldId id="376" r:id="rId29"/>
    <p:sldId id="587" r:id="rId30"/>
    <p:sldId id="356" r:id="rId31"/>
    <p:sldId id="922" r:id="rId32"/>
    <p:sldId id="912" r:id="rId33"/>
    <p:sldId id="357" r:id="rId34"/>
    <p:sldId id="358" r:id="rId35"/>
    <p:sldId id="377" r:id="rId36"/>
    <p:sldId id="583" r:id="rId37"/>
    <p:sldId id="584" r:id="rId38"/>
    <p:sldId id="373" r:id="rId39"/>
    <p:sldId id="919" r:id="rId40"/>
    <p:sldId id="920" r:id="rId41"/>
    <p:sldId id="921" r:id="rId42"/>
    <p:sldId id="923" r:id="rId43"/>
    <p:sldId id="926" r:id="rId44"/>
    <p:sldId id="924" r:id="rId45"/>
    <p:sldId id="927" r:id="rId46"/>
    <p:sldId id="916" r:id="rId47"/>
    <p:sldId id="925" r:id="rId48"/>
    <p:sldId id="381" r:id="rId49"/>
    <p:sldId id="558" r:id="rId50"/>
    <p:sldId id="560" r:id="rId51"/>
    <p:sldId id="563" r:id="rId52"/>
    <p:sldId id="928" r:id="rId53"/>
    <p:sldId id="561" r:id="rId54"/>
    <p:sldId id="929" r:id="rId55"/>
    <p:sldId id="931" r:id="rId56"/>
    <p:sldId id="936" r:id="rId57"/>
    <p:sldId id="937" r:id="rId58"/>
    <p:sldId id="930" r:id="rId59"/>
    <p:sldId id="938" r:id="rId60"/>
    <p:sldId id="939" r:id="rId61"/>
    <p:sldId id="572" r:id="rId62"/>
    <p:sldId id="1039" r:id="rId63"/>
    <p:sldId id="1047" r:id="rId64"/>
    <p:sldId id="1055" r:id="rId65"/>
    <p:sldId id="1051" r:id="rId66"/>
    <p:sldId id="1052" r:id="rId67"/>
    <p:sldId id="1053" r:id="rId68"/>
    <p:sldId id="1057" r:id="rId69"/>
    <p:sldId id="1058" r:id="rId70"/>
    <p:sldId id="1059" r:id="rId71"/>
    <p:sldId id="1060" r:id="rId72"/>
    <p:sldId id="1061" r:id="rId73"/>
    <p:sldId id="1063" r:id="rId74"/>
    <p:sldId id="1064" r:id="rId75"/>
    <p:sldId id="1066" r:id="rId76"/>
    <p:sldId id="1067" r:id="rId77"/>
    <p:sldId id="1068" r:id="rId78"/>
    <p:sldId id="1069" r:id="rId79"/>
    <p:sldId id="1070" r:id="rId80"/>
    <p:sldId id="1071" r:id="rId81"/>
    <p:sldId id="1072" r:id="rId82"/>
    <p:sldId id="1073" r:id="rId83"/>
    <p:sldId id="574" r:id="rId84"/>
    <p:sldId id="576" r:id="rId85"/>
    <p:sldId id="1074" r:id="rId86"/>
    <p:sldId id="1075" r:id="rId87"/>
    <p:sldId id="607" r:id="rId88"/>
    <p:sldId id="608" r:id="rId89"/>
    <p:sldId id="1076" r:id="rId90"/>
    <p:sldId id="940" r:id="rId91"/>
    <p:sldId id="1102" r:id="rId92"/>
    <p:sldId id="1104" r:id="rId93"/>
    <p:sldId id="1106" r:id="rId94"/>
    <p:sldId id="1107" r:id="rId95"/>
    <p:sldId id="1108" r:id="rId96"/>
    <p:sldId id="1109" r:id="rId97"/>
    <p:sldId id="1110" r:id="rId98"/>
    <p:sldId id="1111" r:id="rId99"/>
    <p:sldId id="1112" r:id="rId100"/>
    <p:sldId id="1113" r:id="rId101"/>
    <p:sldId id="1114" r:id="rId102"/>
    <p:sldId id="1116" r:id="rId103"/>
    <p:sldId id="1118" r:id="rId104"/>
    <p:sldId id="1119" r:id="rId105"/>
    <p:sldId id="1120" r:id="rId106"/>
    <p:sldId id="1121" r:id="rId107"/>
    <p:sldId id="1122" r:id="rId108"/>
    <p:sldId id="1123" r:id="rId109"/>
    <p:sldId id="1124" r:id="rId110"/>
    <p:sldId id="1125" r:id="rId111"/>
    <p:sldId id="1126" r:id="rId112"/>
    <p:sldId id="1127" r:id="rId113"/>
    <p:sldId id="1128" r:id="rId114"/>
    <p:sldId id="578" r:id="rId115"/>
    <p:sldId id="579" r:id="rId116"/>
    <p:sldId id="581" r:id="rId117"/>
    <p:sldId id="582" r:id="rId118"/>
    <p:sldId id="941" r:id="rId119"/>
    <p:sldId id="942" r:id="rId120"/>
    <p:sldId id="943" r:id="rId121"/>
    <p:sldId id="944" r:id="rId122"/>
    <p:sldId id="1149" r:id="rId123"/>
    <p:sldId id="1078" r:id="rId124"/>
    <p:sldId id="1079" r:id="rId125"/>
    <p:sldId id="1080" r:id="rId126"/>
    <p:sldId id="1081" r:id="rId127"/>
    <p:sldId id="1082" r:id="rId128"/>
    <p:sldId id="1083" r:id="rId129"/>
    <p:sldId id="1084" r:id="rId130"/>
    <p:sldId id="1085" r:id="rId131"/>
    <p:sldId id="1086" r:id="rId132"/>
    <p:sldId id="1092" r:id="rId133"/>
    <p:sldId id="1093" r:id="rId134"/>
    <p:sldId id="1094" r:id="rId135"/>
    <p:sldId id="1095" r:id="rId136"/>
    <p:sldId id="1096" r:id="rId137"/>
    <p:sldId id="1097" r:id="rId138"/>
    <p:sldId id="1098" r:id="rId139"/>
    <p:sldId id="1099" r:id="rId140"/>
    <p:sldId id="1156" r:id="rId141"/>
    <p:sldId id="1150" r:id="rId142"/>
    <p:sldId id="1151" r:id="rId143"/>
    <p:sldId id="1152" r:id="rId144"/>
    <p:sldId id="1153" r:id="rId145"/>
    <p:sldId id="1154" r:id="rId146"/>
    <p:sldId id="1155" r:id="rId147"/>
    <p:sldId id="1157" r:id="rId148"/>
    <p:sldId id="609" r:id="rId149"/>
    <p:sldId id="610" r:id="rId150"/>
    <p:sldId id="611" r:id="rId151"/>
    <p:sldId id="613" r:id="rId152"/>
    <p:sldId id="1160" r:id="rId153"/>
    <p:sldId id="1161" r:id="rId154"/>
    <p:sldId id="614" r:id="rId155"/>
    <p:sldId id="615" r:id="rId156"/>
    <p:sldId id="616" r:id="rId157"/>
    <p:sldId id="918" r:id="rId1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6081" autoAdjust="0"/>
  </p:normalViewPr>
  <p:slideViewPr>
    <p:cSldViewPr snapToGrid="0">
      <p:cViewPr varScale="1">
        <p:scale>
          <a:sx n="115" d="100"/>
          <a:sy n="115" d="100"/>
        </p:scale>
        <p:origin x="7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viewProps" Target="viewProps.xml"/><Relationship Id="rId16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customXml" Target="../customXml/item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33:47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 9151 24575,'0'60'0,"0"-14"0,0 5 0,0-4 0,0 3 0,0 2-962,0-7 0,0 2 0,0 2 0,0 1 962,0 11 0,0 2 0,0 1 0,0-3 0,0-11 0,0-1 0,0-2 0,0 2 140,0 7 1,0 1 0,0-2 0,0-5-141,0 5 0,0-3 384,-1 7 0,0-3-384,-1 5 0,0 1 0,-1-28 1970,2-17-1970,-2-10 0,1-6 0,0-1 0</inkml:trace>
  <inkml:trace contextRef="#ctx0" brushRef="#br0" timeOffset="12051">10890 9926 24575,'35'-2'0,"1"0"0,1 1 0,5 1 0,6-1 0,2 1 0,10 0 0,4 0 0,0 0 0,-2 0 0,-9 0 0,6 0 0,-6 0 0,4 0 0,-3 0 0,1 0 0,-1 0 0,0 0 0,1 0 0</inkml:trace>
  <inkml:trace contextRef="#ctx0" brushRef="#br0" timeOffset="13601">20256 9962 24575,'41'0'0,"0"0"0,10 0 0,5 0 0,3 0 0,-10 0 0,1 0 0,2 0 0,1 0-526,-2 0 0,3 0 0,1 0 1,-2 0-1,-4 0 526,10 0 0,-5 0 0,1 0 0,3 0 0,1 0 0,-7 0 418,-8 0 0,-3 0-418,2 0 0,-4 0 0,1 0 0,-26 0 0</inkml:trace>
  <inkml:trace contextRef="#ctx0" brushRef="#br0" timeOffset="15166">30757 9922 9792,'9'-6'0,"44"2"2040,-6 3 0,7 0-2040,4 0 0,7 1 0,-3 1 0,-14-1 0,-1 0 0,-2 0 0,22 0 0,-12 0 0,-22 0 0</inkml:trace>
  <inkml:trace contextRef="#ctx0" brushRef="#br0" timeOffset="38766">11767 8984 24575,'0'-43'0,"0"1"0,1-17 0,2-2 0,2 7 0,1-1 0,-1 13 0,1-2 0,0 1 0,3-11 0,1 3 0,-2 13 0,-1 3 0,1-17 0,-5 26 0,-2 8 0,-1 6 0,0-3 0,1-2 0,3-3 0,2 5 0,2-1 0,1 8 0,4 10 0,7 20 0,-4 2 0,2 6 0,3 12 0,3 7 0,-1 2-435,1 0 1,-1 1 0,0 2 434,-4-5 0,1 2 0,-1-1 0,-1-2 0,-1-1 0,-2-3 0,0 0 0,-3 0 0,-1-1 0,-1-4 0,0-1 0,-1-2 0,1 2 0,-1-3 0,-1 5 0,-3-22 0,-5-9 0</inkml:trace>
  <inkml:trace contextRef="#ctx0" brushRef="#br0" timeOffset="39781">11748 8869 24575,'17'-4'0,"20"2"0,22 2 0,-22 0 0,0 0 0,1 0 0,0 0 0,-4 0 0,-1 0 0,21 0 0,-17 0 0,-9 0 0,-17 0 0,-1 0 0</inkml:trace>
  <inkml:trace contextRef="#ctx0" brushRef="#br0" timeOffset="40816">11774 8932 24575,'0'21'0,"0"9"0,0 18 0,0 5 0,0-5 0,0-16 0,0-14 0,0-12 0,0-5 0</inkml:trace>
  <inkml:trace contextRef="#ctx0" brushRef="#br0" timeOffset="43116">20456 8445 24575,'0'45'0,"0"0"0,0 8 0,0 2 0,0 7 0,0 0 0,0-4 0,0-3 0,0-11 0,0-5 0,0 10 0,0-22 0,-6-25 0,-2-21 0,-11-33 0,9 14 0,1-3 0,-1-12 0,1-3 0,1-3 0,3 0 0,1-1 0,3 1 0,1 4 0,4 3 0,2 6 0,5 2 0,8 3 0,6 4 0,-3 11 0,3 4 0,5 3 0,0 5 0,9 4 0,1 15 0,-13 16 0,2 20 0,-20-11 0,-2 3 0,-3 5 0,-2 1 0,-3-2 0,-2 0 0,-2-4 0,-3-3 0,-11 22 0,1-23 0,6-11 0,5-17 0,5-12 0,1-7 0,4-7 0,6 0 0,15 3 0,35 8 0,-23 10 0,2 1 0,11 1 0,0 2 0,-12 1 0,-3 3 0,6 1 0,-4 5 0,7 16 0,1 10 0,-18 5 0,-13 1 0,-6 2 0,-5 10 0,-11-8 0,-5 3 0,-14-11 0,0-10 0,-16 8 0,-1-8 0,17-12 0,-2-1 0,-27 8 0,26-12 0,8-5 0</inkml:trace>
  <inkml:trace contextRef="#ctx0" brushRef="#br0" timeOffset="44586">30591 8244 24575,'4'-6'0,"-2"-2"0,-2-2 0,-1 0 0,-6 5 0,-9 3 0,-11 1 0,-12 1 0,8 0 0,1 0 0,7 4 0,3 5 0,-5 7 0,3 7 0,2 8 0,3 10 0,4 12 0,7-12 0,0 1 0,3-4 0,1-1 0,-2 9 0,2-1 0,2 17 0,0-6 0,1 4 0,6-6 0,0-22 0,4-1 0,21 20 0,12-12 0,6-11 0,9-8 0,-11-11 0,5-3 0,-14-11 0,-6-6 0,2-13 0,-8 0 0,0-1 0,-10 7 0,-9 10 0,-3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35:31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21670 7262 24575,'0'19'0,"0"5"0,0 7 0,0-3 0,0-4 0,0-8 0,0-5 0,4-4 0,8-6 0,21 0 0,30-1 0,-16 0 0,5 0 0,-10 1 0,3-1 0,2-1-293,2 1 1,4-2 0,0 1 0,-3-1 292,3 0 0,-3 1 0,1-2 0,14 0 0,2-1 0,-9 1 0,-14-1 0,-4 1 0,9-1 0,-2 1 0,8 1 0,1 0 0,-22 2 0,-12 0 1169,-13-1-1169,-3-3 0,-7-5 0,1 4 0,-2-2 0</inkml:trace>
  <inkml:trace contextRef="#ctx0" brushRef="#br0" timeOffset="2716">1299 8660 24575,'0'54'0,"-6"2"0,-3 10 0,1-15 0,-2 5 0,-1 4 0,-2 5-1229,3-14 0,-2 4 0,0 3 0,-1 2 1,-1 2-1,0 0 0,0 0 0,0-2 1136,-1 1 1,0 0 0,0 0 0,-1 0 0,0 0 0,1 1 0,-1 0 0,1 1 92,2-4 0,-1 2 0,0 0 0,1 1 0,-1-1 0,1-1 0,0 0 0,0-3 0,1-2 92,-3 8 0,0-2 0,0-2 1,1-2-1,1-1 0,1 0-92,0 1 0,2 0 0,1-2 0,0-3 0,0-3 540,-1 6 0,0-5 0,1 0-540,-2 3 0,1-1 0,1-5 0,1-4 0,0-7 0,-3-4 0,7-23 0,1-7 0</inkml:trace>
  <inkml:trace contextRef="#ctx0" brushRef="#br0" timeOffset="20252">17776 12638 24575,'-5'5'0,"-5"0"0,-1-5 0,-3 0 0,16-21 0,7 4 0,14-25 0,6 1 0,-6-8 0,-4 17 0,0-2 0,7-20 0,0 9 0,-14 18 0,-17 21 0,4 10 0,-4 38 0,0-7 0,1 4 0,3 21 0,-1 3-701,-2-14 0,-1-2 701,4 5 0,2-4 0,-1-3 0,8 8 0,-1-26 0,2 7 0,0-22 0,-8 6 0,-1-7 1402,-10 4-1402,-1-5 0,-4-4 0,-2 10 0,-12 0 0,2-1 0,0-3 0,21-17 0,19-4 0,14 0 0,9 1 0,8 1 0,4 3 0,11 3 0,0 1-353,-12 0 0,-4 3 353,17 12 0,-41-14 0,-11 5 0</inkml:trace>
  <inkml:trace contextRef="#ctx0" brushRef="#br0" timeOffset="22916">19548 11133 24575,'0'24'0,"0"20"0,0 17 0,0-3 0,0-16 0,0 0 0,0 17 0,0-26 0,0-1 0,0 18 0,0-25 0,0-11 0,0-9 0</inkml:trace>
  <inkml:trace contextRef="#ctx0" brushRef="#br0" timeOffset="23615">19797 11191 24575,'0'14'0,"-5"2"0,4 4 0,-4 1 0,5-1 0,0-4 0,0-10 0,0-8 0,9-8 0,2 4 0,9-3 0,18 27 0,-13-12 0,16 26 0,-17-6 0,-5 4 0,-6 8 0,-9-12 0,-22 21 0,2-18 0,-14 7 0,8-17 0,1-14 0,5 0 0,1-10 0,9-1 0,2 1 0,4 0 0</inkml:trace>
  <inkml:trace contextRef="#ctx0" brushRef="#br0" timeOffset="24098">19801 11129 24575,'9'-6'0,"-2"2"0,20-2 0,14 5 0,2 1 0,6 13 0,-29-4 0,-8 3 0</inkml:trace>
  <inkml:trace contextRef="#ctx0" brushRef="#br0" timeOffset="24466">20286 11449 24575,'0'5'0,"0"0"0</inkml:trace>
  <inkml:trace contextRef="#ctx0" brushRef="#br0" timeOffset="34131">20519 11183 8191,'5'-16'0,"-4"-2"5063,8 6-5063,-8-2 2818,4 33-2818,-5 15 1719,0 15-1719,0 4 6784,0-17-6784,0 17 0,-8-4 0,6 2 0,-6-13 0,8-18 0,0-6 0,0-8 0,0-1 0</inkml:trace>
  <inkml:trace contextRef="#ctx0" brushRef="#br0" timeOffset="34665">20723 11238 24575,'0'30'0,"0"7"0,0-7 0,-6 17 0,-1-6 0,-1-3 0,3-14 0,5-10 0,8-8 0,-1-2 0,16-10 0,-6 5 0,3-9 0,-1 8 0,-12-7 0,1 8 0,-8-3 0</inkml:trace>
  <inkml:trace contextRef="#ctx0" brushRef="#br0" timeOffset="34939">20850 11355 24575,'0'52'0,"0"-9"0,0 1 0,0-8 0,0 0-422,0 11 0,0-3 422,0 2 0,0 14 0,0-36 0,0 9 0</inkml:trace>
  <inkml:trace contextRef="#ctx0" brushRef="#br0" timeOffset="36082">21163 11533 24575,'6'0'0,"-2"0"0</inkml:trace>
  <inkml:trace contextRef="#ctx0" brushRef="#br0" timeOffset="36465">21416 11266 24575,'0'15'0,"0"24"0,0-1 0,0 3 0,0-2 0,0 1-920,0 12 1,0-2 919,0 12 41,0 0-41,0-27 0,0-10 0,0-20 0</inkml:trace>
  <inkml:trace contextRef="#ctx0" brushRef="#br0" timeOffset="37132">21498 11451 8191,'6'-4'0,"-1"-2"5063,-5-4-5063,8-12 2818,-6 9-2818,10-9 1719,6 4-1719,0 5 6784,10 5-6784,-4 20 0,-12 2 0,6 7 0,-17-10 0,3 12 0,-10-6 0,5 11 0,-18-6 0,7-5 0,-8-6 0,10-9 0,5-12 0,16-6 0,-4 1 0,9 5 0,-2 5 0,10 5 0,12 19 0,0-4 0,-9 11 0,-6-8 0,-18-8 0,5 6 0,-20 12 0,-1-1 0,-20 9 0,10-20 0,-5 2 0,1-17 0,-4 5 0,2-6 0,9 0 0,11 0 0</inkml:trace>
  <inkml:trace contextRef="#ctx0" brushRef="#br0" timeOffset="38682">19164 11064 8191,'-6'10'0,"1"9"5063,5 21-5063,0 5 0,0 6 0,0 6 0,6 1 0,-1 3 173,-3-7 0,-2 4 0,1-3-173,2-11 0,1-2 0,0 0 0,2 18 0,-2-4 997,-2-20 1,-1-2-998,4 2 0,0-1 5782,-5 18-5782,5-13 0,1-26 0,16-9 3025,-5-5-3025,34 0 0,-21-4 0,4-2 0,16 0 0,6 0-1486,-8 1 0,3 1 1,-2 1 1485,12-3 0,1 1 0,-11 4 0,3 2 0,-3-1-666,6 0 1,2 0 665,-1 0 0,5 0 0,0 0 0,0 0 0,-1 0 0,2 0 0,-8 0 0,2 0 0,-1 0 0,-2 0-738,4 0 1,-3 0-1,-1 0 738,-4 0 0,0 0 0,-3 0 0,8 0 0,0 0-282,-7 0 0,3 0 0,0 0 282,1 1 0,1-1 0,1-1 0,4-2 0,0-1 0,-1 1 0,-6 2 0,-2 2 0,-4-4 0,2-6 0,-5 0 0,-8 7 0,-3 2 3237,5-9-3237,8 9 1346,-6 6-1346,8-4 2876,-17 4-2876,-1-6 1388,-5 4-1388,-3-3 0,4 4 0,-4-5 0,-10-5 0,7 4 0,-16-8 0,7-1 0,-9-5 0,-6-5 0,4-7 0,-18-33 0,11 20 0,1-3 0,-1 2 0,-1-4 0,0 0-1430,0-5 0,1-1 0,0 2 1430,4 5 0,1 2 0,0 0 0,-1-2 0,1 1 0,2 2 0,6-1 0,0 3 0,-3 5 0,0 3 0,12-15 0,-12 17 0,-1 18 0,-6 2 4290,-9 9-4290,-16-5 0,2-3 0,-5-1 0,-10 1 0,-7 0 0,1 1-1265,5 1 0,1 0 0,-3 0 1265,-1-1 0,-3 0 0,-1 0 0,3 3 0,-4 2 0,3 2 0,-5-2 0,5-1 0,-5-2 0,-2-1 0,1 0 0,2 1 0,-3 0 0,1 1 0,2 0 0,0 0 0,2 0 0,-1 0 0,2 0 0,6 0 0,-5-3 0,0 1 0</inkml:trace>
  <inkml:trace contextRef="#ctx0" brushRef="#br0" timeOffset="48034">14097 17157 24575,'0'26'0,"0"29"0,0-9 0,0 5 0,0-8 0,0 3 0,0 1-575,0 11 0,0 3 0,0-2 575,0-8 0,0-1 0,0 0 0,0-2 0,0 0 0,0-6 279,0-4 0,0-6-279,0 15 285,0-27-285,1-5 0,2-7 0,1-8 882,2 0-882,6 0 0,19 0 0,6 3 0,12 4 0,-10 2 0,3 5 0,-5-5 0,17 0 0,-19-6 0,2-2 0,12 0 0,5-3 0,-11 0 0,2-1 0,1-1-427,3-2 0,2 0 1,2-2 426,-4 0 0,1-1 0,1 0 0,-1 0 0,10-3 0,-1 0 0,0 0 0,2 1 0,1 1 0,-4 1-74,6-1 0,-3 2 74,-2 3 0,-4 1 0,-17 1 0,-2 1 0,1 0 0,-1 0 0,3 0 0,-16 2 1270,-15-3-1270,-5-8 158,-16-18-158,1 1 0,-2-3 0,-6-14 0,-1-5 0,5 10 0,0-2 0,0-2-248,-1-10 0,1-3 0,2 2 248,2 8 0,2 1 0,1 1 0,0 0 0,1 1 0,3 4 0,0-22 0,1 23 0,4 21 0,-2 6 0,-13 5 0,-28 3 0,-6 0 0,-9-2 0,12 1 0,-5-1 0,-2 0 0,0 0-643,-3 0 0,-1 0 0,-1-1 0,-5 1 643,5 0 0,-4 0 0,-3 0 0,0 0 0,1 0 0,4 1 0,2 0 0,3 1 0,0 0 0,2 1 0,1-1 0,-8-1 0,0 0 0,3 1 0,7 1 0,-4 0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37:30.8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13402 13564 24575,'41'39'0,"-16"-15"0,2 0 0,6 4 0,1 1 0,7 5 0,0-1 0,-12-10 0,-2-1 0,-1 3 0,-4-4 0,-2-5 0,-14-4 0,-3-11 0</inkml:trace>
  <inkml:trace contextRef="#ctx0" brushRef="#br0" timeOffset="899">15370 13513 24575,'-39'10'0,"-7"16"0,21-5 0,0 2 0,-1 6 0,0 2 0,0 6 0,1 0 0,3-6 0,0 0 0,2-1 0,1-3 0,-1 0 0,8-12 0</inkml:trace>
  <inkml:trace contextRef="#ctx0" brushRef="#br0" timeOffset="3349">15957 9711 24575,'47'10'0,"-12"6"0,3 5 0,1 1 0,3 4 0,-1 0 0,-3 2 0,1 1 0,-2 0 0,3 1 0,0 0 0,-6-3 0,-4-1 0,-3-2 0,16 16 0,-26-22 0,0 1 0,-8-5 0,-3-3 0,-3-5 0,0 1 0,4 2 0,1 0 0,5 4 0,-5-4 0,4-1 0,-8-5 0,4 0 0,-5-3 0,2 0 0,3 0 0,14-5 0,8-8 0,7-3 0,4-4 0,4-2 0,-3-1 0,2-4 0,-3 2 0,6-3 0,-1 0 0,-10 3 0,1-1 0,-3 1 0,0 0 0,-2 1 0,4-3 0,-2 0 0,14-13 0,-19 12 0,-7 5 0,-6 2 0,1 1 0,-5 3 0,-3 5 0,-4 0 0,-5 8 0,3-5 0,-3 7 0,0-1 0</inkml:trace>
  <inkml:trace contextRef="#ctx0" brushRef="#br0" timeOffset="4748">14923 11259 24575,'32'54'0,"-1"0"0,-2-5 0,1 3 0,0-1 0,1 5 0,0 0-820,-5-5 0,0 1 1,-1 0 819,-4-8 0,1 1 0,-1-1 0,-2 0 0,2 6 0,-2-1 0,-1-2 392,1 11 1,-2-5-393,-6-15 0,-1-3 405,4 13-405,-3-24 0,2-23 0,18-27 0,2-11 0,4-9 0,-2 4 0,2-2 0,3-3-297,-2 3 0,2-3 1,2-1-1,-1 0 297,-7 8 0,0 1 0,1-1 0,-1 0 0,1 2 0,5-8 0,1 1 0,-1 1 0,-1 2-119,5-5 0,-1 2 0,-2 3 119,3-2 0,-3 4 0,-12 13 0,-4 4 0,-2-2 0,-11 5 0,-12 13 0,0-1 0</inkml:trace>
  <inkml:trace contextRef="#ctx0" brushRef="#br0" timeOffset="5799">17349 11432 24575,'17'28'0,"15"22"0,-6-10 0,4 5 0,-5-7 0,2 2 0,1 1-488,1 4 1,0 0-1,0 0 488,-1 0 0,0-1 0,0 0 0,-3-4 0,0 0 0,0 0 0,0-1 0,0 0 0,-2-3 238,3 5 0,-1-2-238,1-1 0,-3-4 242,-4-6-242,0-5 0,-3-11 0,3 0 745,0-5-745,3-3 0,8-8 0,18-17 0,-3-8 0,4-8 0,-15 10 0,0-1 0,0-4-221,10-9 0,0-3 1,-2 1 220,-10 9 0,-2 1 0,1-1 0,2-5 0,0-2 0,-2 2 0,3-3 0,-3 2 0,5-6 0,-2 1 0,-6 9 0,-4 2 0,4-8 0,-9 4 0,-17 28 0,-1-2 0</inkml:trace>
  <inkml:trace contextRef="#ctx0" brushRef="#br0" timeOffset="9682">13457 13669 24575,'22'0'0,"21"1"0,-6 5 0,5 4 0,13 7 0,5 6-829,-6 3 1,4 4 0,-3 1 828,-7 0 0,-2 0 0,0 0 0,1 1 0,0 1 0,-5-2 396,-2 2 1,-4-2-397,-3-5 0,-3-1 409,13 10-409,1 0 0,-17-15 0,-15-13 1283,-2-22-1283,2-24 0,-1 6 0,3-4 0,10-12 0,3-2 0,-2 3 0,3-3-382,0 4 1,4-4 0,-1 2 381,-2 5 0,1 2 0,0-2 0,5-5 0,2-1 0,-1 3 0,-3 7 0,0 2 0,0 2 0,8-6 0,-3 5 0,-8 11 0,-3 3 0,9-3 0,-21 7 0,-11-2 0,-5 9 0,-2-3 0</inkml:trace>
  <inkml:trace contextRef="#ctx0" brushRef="#br0" timeOffset="10632">15640 13339 24575,'21'28'0,"-3"0"0,3 5 0,9 16 0,3 7-685,-7-10 0,1 4 1,-2 0 684,0 0 0,0 1 0,-1-1 0,-2-3 0,0-1 0,-1-2 330,3 11 0,-1-5-330,-3-13 0,-1-4 340,4 3-340,-6-16 0,6-22 0,33-23 0,-23 6 0,3-5 0,3-1-276,0-1 0,3-3 1,2 0-1,-1-2 276,7-4 0,1-2 0,0-1 0,0 1 0,0 0 0,0 0 0,0 1 0,0 0 0,-3 1 0,-1 1 0,0 1 0,-1-1-346,-4 4 0,-1 1 1,-1-1-1,0 0 346,0-1 0,0-2 0,0 2 0,-2 0 0,8-6 0,-1 1 0,-3 2 0,-6 5 0,-3 1 0,-1 0 0,11-10 0,-6 1-1123,-18 10 1,-2 1 0,14-15 0,-19 10 0</inkml:trace>
  <inkml:trace contextRef="#ctx0" brushRef="#br0" timeOffset="11515">18262 13469 24575,'22'18'0,"5"5"0,5 6 0,0 2 0,3 4 0,2 3-867,2 4 0,3 5 0,1 2 1,-3-3 866,-7-8 0,-1-2 0,0 1 0,0 1 0,5 9 0,1 3 0,-2-2 0,-5-7 542,2-1 1,-4-4-543,-4 2 0,-4-6 568,-3-10-568,-12-14 0,9-18 0,27-30 0,-3 2 0,6-6 0,-12 11 0,3-4 0,1-2 0,-1 2 202,-3 1 1,0 0-1,-1 0 1,0-1-203,2-2 0,1-1 0,-2 1 0,-5 5 0,2-3 0,-7 4 0,5-10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38:29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2237 11052 24575,'0'62'0,"0"-23"0,0 4 0,0 12 0,0 4 0,0-14 0,0 0 0,0 2-564,0 3 0,0 0 0,0 2 564,0 1 0,0 2 0,0 1 0,0-6 0,0 1 0,0 0 0,0-2 0,0 2 0,1-1 0,-2-1 0,-2 7 0,-1 1 0,-1-8 274,2-10 0,-3-4-274,-4 4 0,-2-2 280,-3 9-280,-1 8 0,6-9 0,2-6 864,4-6-864,-2-8 0,4-13 0,-1-4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38:57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14691 11449 24575,'45'0'0,"0"0"0,0 0 0,8 0 0,2 0 0,2 0 0,-2 0 0,2 0 0,1 0 0,2 0-1032,-8 0 0,2 0 0,0 0 0,1 0 0,0 0 1032,0 0 0,1 0 0,0 0 0,1 0 0,-1 0 0,2 0 0,1 0 0,0 0 0,-1 0 0,0 0 0,-3 0 0,0 0 0,0 0 0,-1 0 0,0 0-93,-2 0 1,0 0-1,0 0 1,-2 0-1,-1 0 93,3 0 0,-1 0 0,-2 0 0,-2 0 407,3 0 0,-2 0 1,-2 0-408,13 0 0,-6 0 0,10 0 0,-29 0 0,-1 0 2511,14 0-2511,-15 0 1865,-8 0-1865,-6 1 25,-4 2-25,-4 0 0,-3 0 0,-5-5-1696,-3-3 0,-1 1 0,-1 0 0</inkml:trace>
  <inkml:trace contextRef="#ctx0" brushRef="#br0" timeOffset="1230">17313 11444 24575,'44'0'0,"-1"0"0,9 0 0,5 0 0,6 0 0,4 0-1024,-15 0 0,4 0 0,1 0 1,0 0-1,0 0 1024,-3 0 0,0 0 0,0 0 0,1 0 0,1 0 0,5 0 0,3 0 0,0 0 0,-2 0 0,-5 0-77,8 0 0,-5 0 1,3 0 76,-4 0 0,3 0 0,0 0 0,-4 0 0,2 0 0,-4 0 0,2 0 0,-9 0 0,2 0 0,-1 0 0,-2 0 225,8 0 1,-2 0 0,-2 0-226,-5 0 0,-1 0 0,-1 0-93,14 1 1,-1 0 92,-15 1 0,2 0 0,-3 0 0,8 0 0,0 0 0,-7 0 0,3 0 0,-1 0 0,12-2 0,-2 0 0,0 1 0,1 0 0,-10 0 0,2 0 0,0 0 0,-5 0 0,-1 0 0,1 0 0,9-1 0,1 1 0,-1 0 0,-1-1 0,0 0 0,-1 0 0,-3 0 0,0 0 0,-1 0 0,18 0 0,-1 0 0,-18 0 0,1 0 0,-3 0 0,7 0 0,-2 0 1208,4 0 1,-3 0-1209,-15 0 0,-1 0 782,11 0 1,1 0-783,-3 0 0,0 0 318,11 1 0,1 1-318,-4 1 0,0 1 119,0 1 1,0 0-120,2 0 0,1 1 0,1-2 0,2 1 0,-2-1 0,2 0 0,-13-1 0,1 1 0,-3 0 0,6 0 0,-3 0 0,0 0 0,-4-1 0,-5-1 0,-12-20 0,-17 12 0,1-12 0</inkml:trace>
  <inkml:trace contextRef="#ctx0" brushRef="#br0" timeOffset="14545">22957 7888 24575,'0'-16'0,"0"2"0,-5 8 0,4-3 0,1 13 0,9 8 0,10 14 0,6 19 0,-9-18 0,0 1 0,10 21 0,-2-4 0,-9-18 0,1-2 0,-4-8 0,3 3 0,-5-9 0,-4-6 0,-2 0 0</inkml:trace>
  <inkml:trace contextRef="#ctx0" brushRef="#br0" timeOffset="15081">22863 8238 8191,'10'-5'0,"4"-10"5063,18-26-5063,-12 10 0,3-3 0,10-6 0,3-1 0,3-8 0,0 1 858,1 9 1,-1 2-859,-10 7 0,-2 3 0,15-7 1864,-27 27-1864,0-3 1577,-5 8 1,-4-2 0,-2 4 0</inkml:trace>
  <inkml:trace contextRef="#ctx0" brushRef="#br0" timeOffset="15879">23470 7551 24575,'0'20'0,"0"8"0,0-10 0,0 5 0,0-13 0,0 0 0,0 1 0,0-1 0,-5-5 0,0-9 0,-1-11 0,6-6 0,1 0 0,12 5 0,-6 6 0,12-2 0,-2-2 0,4 2 0,-4 3 0,2 10 0,-12 16 0,6 6 0,-12 10 0,4 1 0,-11-8 0,4-2 0,-4-9 0,11-10 0,24-20 0,-6-2 0,9-8 0,-2 0 0,-10 6 0,11-7 0</inkml:trace>
  <inkml:trace contextRef="#ctx0" brushRef="#br0" timeOffset="16912">23894 7932 24575,'4'-6'0,"2"2"0,8 4 0,18 0 0,8 0 0,8 0 0,-14 0 0,-7 5 0,-20-3 0,1 4 0</inkml:trace>
  <inkml:trace contextRef="#ctx0" brushRef="#br0" timeOffset="17181">24034 7824 8191,'0'15'0,"0"17"5063,0 1-5063,0 11 704,0-14 1,0-15-1,0-6 1</inkml:trace>
  <inkml:trace contextRef="#ctx0" brushRef="#br0" timeOffset="17795">24601 7769 24575,'10'32'0,"4"-5"0,2 4 0,4 15 0,2 1-441,0-7 0,-1-2 441,-6-6 0,-4-4 289,-1-6-289,4-1 36,-7-10 1,3 1 0,-5-8 0</inkml:trace>
  <inkml:trace contextRef="#ctx0" brushRef="#br0" timeOffset="18112">24603 8170 24575,'0'-14'0,"9"-2"0,11-16 0,6 6 0,7-11 0,-6 10 0,0 0 0,-11 11 0,-4 4 0</inkml:trace>
  <inkml:trace contextRef="#ctx0" brushRef="#br0" timeOffset="18745">24987 7542 24575,'0'25'0,"0"-4"0,0 4 0,5-9 0,-4-1 0,3-1 0,-8-7 0,3-3 0,-4-22 0,5 1 0,5-11 0,12 8 0,-4 9 0,10-6 0,-8 15 0,2-7 0,4 9 0,-4 9 0,-6-2 0,3 8 0,-12-4 0,7 4 0,-9 1 0,0 0 0,0-6 0,0-5 0</inkml:trace>
  <inkml:trace contextRef="#ctx0" brushRef="#br0" timeOffset="18962">25274 7587 24575,'4'6'0,"6"-2"0,15-4 0,5 0 0,-8 0 0,-5 0 0</inkml:trace>
  <inkml:trace contextRef="#ctx0" brushRef="#br0" timeOffset="19146">25494 7495 24575,'12'38'0,"-6"15"0,5-19 0,-9 0 0,3-25 0</inkml:trace>
  <inkml:trace contextRef="#ctx0" brushRef="#br0" timeOffset="19995">25650 8076 24575,'10'0'0,"-4"0"0,-1 0 0</inkml:trace>
  <inkml:trace contextRef="#ctx0" brushRef="#br0" timeOffset="20880">25926 7876 24575,'-5'20'0,"0"7"0,5 10 0,0 25 0,8-4 0,0 1 0,22-26 0,-14-19 0,10-9 0,-12-21 0,4-6 0,5-16 0,7-16 0,-6 12 0,-6-3 0,-5 22 0,-12 5 0,-1 11 0,-6 3 0,1 30 0,0 32 0,5-7 0,0 4-1026,0-3 1,0 0 1025,-1 8 0,2-2 0,4-14 0,1-1-46,0 12 1,1 1 45,4-8 0,0-2 0,-1 0 0,-2-2 0,2 17 0,-5-35 0,-5-3 0,0-12 2041,-13 0-2041,-8 1 101,-21-5-101,-1-20 0,10-7 0,3-7 0,9-12 0,6-7 0,3 6 0,3-4 0,5 2-180,10-16 1,4 3 0,-2 12 0,1 6 0,14-4 0</inkml:trace>
  <inkml:trace contextRef="#ctx0" brushRef="#br0" timeOffset="22465">26239 7621 24575,'11'-4'0,"-1"-7"0,12-12 0,-13 5 0,16-6 0,-23 9 0,7 3 0,-13 2 0,-2 14 0,0 7 0,1 9 0,18 11 0,-10-12 0,17 9 0,-5-10 0,5-5 0,-1 1 0,-9-10 0,-6-4 0</inkml:trace>
  <inkml:trace contextRef="#ctx0" brushRef="#br0" timeOffset="22679">26288 7801 24575,'10'0'0,"0"0"0,1-4 0,8 2 0,6-2 0,-8 4 0,1 0 0</inkml:trace>
  <inkml:trace contextRef="#ctx0" brushRef="#br0" timeOffset="23246">26753 7969 24575,'19'0'0,"6"0"0,6 0 0,-6 0 0,-6-5 0,-13 4 0,-2-3 0</inkml:trace>
  <inkml:trace contextRef="#ctx0" brushRef="#br0" timeOffset="23445">26848 7898 24575,'0'37'0,"0"-3"0,0-4 0,0-10 0,0-10 0,0-6 0</inkml:trace>
  <inkml:trace contextRef="#ctx0" brushRef="#br0" timeOffset="24779">27446 7794 24575,'13'9'0,"-4"8"0,20 21 0,-20-7 0,14-4 0,-16-8 0,3-7 0,0 7 0,-9-12 0,5 2 0</inkml:trace>
  <inkml:trace contextRef="#ctx0" brushRef="#br0" timeOffset="25029">27586 7779 24575,'-10'19'0,"-10"24"0,9-13 0,0 1 0,-4-2 0,0 0 0,-3 22 0,2-32 0,15-9 0,-4-6 0</inkml:trace>
  <inkml:trace contextRef="#ctx0" brushRef="#br0" timeOffset="25580">27725 7380 24575,'-6'38'0,"2"-14"0,4 13 0,4-17 0,-3-5 0,4 0 0,-10-18 0,4-9 0,9-21 0,-5 6 0,17-2 0,-13 19 0,17-5 0,-6 13 0,3-7 0,-11 26 0,1-5 0,-10 24 0,5-14 0,-6 2 0,0-9 0,0-9 0,0-2 0</inkml:trace>
  <inkml:trace contextRef="#ctx0" brushRef="#br0" timeOffset="25812">28009 7467 24575,'5'4'0,"5"-3"0,11 4 0,-11-5 0,11 0 0</inkml:trace>
  <inkml:trace contextRef="#ctx0" brushRef="#br0" timeOffset="26262">28265 7454 8191,'-16'-5'0,"6"-1"5063,6-4-5063,4 0 2818,4 4-2818,6-5 1719,1 10-1719,4-5 6784,-1 6-6784,-2 9 0,7-1 0,-13 24 0,-1-12 0,-16 13 0,0-17 0,0-1 0,11-9 0,11 3 0,28-8 0,-22 4 0,15-5 0</inkml:trace>
  <inkml:trace contextRef="#ctx0" brushRef="#br0" timeOffset="27345">28729 7831 8191,'0'-10'0,"-4"8"5063,3 16-5063,-4 4 2818,5 19-2818,6 0 1719,12 4-1719,1-8 6784,9-15-6784,-1-13 0,-5-5 0,22-32 0,-12-8 0,-13 6 0,0-3 0,-2 1 0,-4 3 0,-1-16 0,0 10 0,-12 24 0,-6 14 0,4 3 0,-3 40 0,3-11 0,4 5 0,2 4 0,3 5 0,-1 1-314,-1 4 0,-1 2 0,2 0 314,4 4 0,1 1 0,-1-3 0,-3 2 0,0-3 0,3-2 0,-2-3 0,-6 8 0,6 2 0,-17-11 0,3-27 942,-9-5-942,1-14 0,-10-2 0,-18-21 0,21-7 0,3-8 0,-6-16 0,5-6-453,13 1 1,7-4 452,5 1 0,4-5 0,0 11 0,0 19 0,1 2 0,6-12 0,1 0 0</inkml:trace>
  <inkml:trace contextRef="#ctx0" brushRef="#br0" timeOffset="27912">29099 7263 24575,'5'-5'0,"-4"-5"0,12 9 0,10-3 0,-5 4 0,10 13 0,-22-5 0,0 23 0,-12-4 0,-1 12 0,-1-13 0,-2-8 0,9-9 0,1-8 0,10 9 0,5-9 0,5 3 0,-9-4 0,-2 0 0</inkml:trace>
  <inkml:trace contextRef="#ctx0" brushRef="#br0" timeOffset="28312">29501 7850 24575,'21'0'0,"11"0"0,-6 0 0,4 0 0,-5 0 0,-7 0 0,-6 0 0,3 0 0,-10 0 0,0 0 0</inkml:trace>
  <inkml:trace contextRef="#ctx0" brushRef="#br0" timeOffset="28513">29619 7740 24575,'0'24'0,"8"21"0,-6 1 0,6 1 0,-4-15 0,-2-23 0,2-4 0</inkml:trace>
  <inkml:trace contextRef="#ctx0" brushRef="#br0" timeOffset="28728">30069 7981 24575,'10'10'0,"-4"-4"0,-1-1 0</inkml:trace>
  <inkml:trace contextRef="#ctx0" brushRef="#br0" timeOffset="28879">30191 7979 24575,'6'0'0,"-2"0"0</inkml:trace>
  <inkml:trace contextRef="#ctx0" brushRef="#br0" timeOffset="29012">30582 7966 24575,'5'10'0,"0"-4"0,-5-1 0</inkml:trace>
  <inkml:trace contextRef="#ctx0" brushRef="#br0" timeOffset="30480">31203 7526 8191,'-11'3'0,"4"3"5063,2 21-5063,5 25 0,0-2 0,4-15 0,1 0 0,-3 10 2818,31 2-2818,-18-22 1719,20-5-1719,-13-29 6784,9-28-6784,-7 0 0,-3-10 0,-7 11 0,-12 19 0,3-10 0,-9 20 0,3 7 0,-8 11 0,7 25 0,-1-3 0,2 4 0,5 0 0,3 3 0,0 6 0,2 6 0,0 0-474,0-2 0,0 1 1,2 0 473,2 4 0,2 0 0,-2-2 0,-4-7 0,0-2 0,-2-4 0,3 2 0,-2-7 0,2 2 0,-10-2 0,-9-7 0,-2-3 0,-18-3 0,-17-24 0,2-9 0,15-2 0,2-5 1421,-11-20-1421,20 2 0,4-6 0,2-12 0,7-2-1329,9-4 0,6-1 1329,-4 15 0,1 0 0,3 2 0,12-7 0,0 6 0,0-11 0,-6 17 0</inkml:trace>
  <inkml:trace contextRef="#ctx0" brushRef="#br0" timeOffset="31147">31552 7067 24575,'0'20'0,"0"-1"0,5 1 0,-4 1 0,3-2 0,-4 1 0,0-1 0,6 1 0,-4 8 0,3-10 0,-5 5 0,0-22 0,0-20 0,0-4 0,9-8 0,-7 11 0,16 13 0,-12 3 0,9 4 0,-1 0 0,2 22 0,-5-12 0,-2 17 0,-5-16 0,-2 3 0,7-7 0,-4 1 0,20-22 0,-7 5 0,12-13 0,-19 15 0,-3 1 0</inkml:trace>
  <inkml:trace contextRef="#ctx0" brushRef="#br0" timeOffset="37449">24505 8235 8191,'-15'0'0,"0"0"5063,5 0-5063,4 13 2818,2 15-2818,16 12 1719,-9-1-1719,21 5 6784,-12-20-6784,23 7 0,-11-10 0,4-10 0,-12-3 0,-6-8 0,17-12 0,0-3 0,4 1 0,3-1 0,17 0 0,-17 7 0,1 2 0,19 6 0,-16 10 0,1 3 0,-7-1 0,-1 2 0,7 10 0,-3 2 0,3 17 0,-4 1 0,-25-6 0,5-6 0,-14-1 0,-8-19 0,-4 1 0,-11-29 0,4 3 0,-1-22 0,13 12 0,10-1 0,14-1 0,5 11 0,10-10 0,-3 8 0,6 5 0,5 1 0,1 4 0,3 2 0,0 0 0,5 0 0,-3 1-877,6 2 0,-1 2 877,5 4 0,-3 1 0,-18-6 0,0 2 0,7 8 0,2 0 0,1-4 0,1 0 0,0 4 0,-1 0 0,-7-3 0,-3-3 0,7-4 0,-18-7 0,-17-12 0,9-8 0,-13-1 438,10-5 1,-13 18-1,0 5 1</inkml:trace>
  <inkml:trace contextRef="#ctx0" brushRef="#br0" timeOffset="38879">27192 8378 8191,'0'-16'0,"0"24"5063,8 24-5063,6-3 0,1 2 0,8 27 0,-1-28 0,-1-2 0,-3 1 2818,18 10-2818,-16-21 1719,13 1-1719,-22-19 6784,7-7-6784,-16-4 0,20-6 0,-6 5 0,18-5 0,24 11 0,-7 9 0,11 0 0,-19 14 0,-1-3 0,-8 8 0,-4 10 0,-15-9 0,-10 13 0,-10-15 0,-7 6 0,-1-16 0,-5-20 0,12-27 0,0-6 0,21-9 0,13 25 0,6 11 0,8 4 0,13 5 0,6 3-1199,-10-1 1,4 0 0,-2 2 1198,-2 4 0,-1 3 0,2 0 0,-5-2 0,2 0 0,0 1 0,-3 1-383,7 3 1,-2 1 0,0-1 382,3-3 0,0 0 0,-3-1 0,10 2 0,-7-2 0,4-4 0,-28 0 0,-24-4 0,3-7 0,-8-13 3350,10-7-3350,-10 5 1392,15-6-1392,-9 20 0,9-3 0,-10 11 0,-1 4 0</inkml:trace>
  <inkml:trace contextRef="#ctx0" brushRef="#br0" timeOffset="40129">25238 9147 8191,'0'15'0,"0"4"5063,0-3-5063,0 3 2818,0 1-2818,0 8 1719,0 10-1719,0 10 6784,0-8-6784,0-4 0,0-21 0,-4-1 0,2 1 0,-7-8 0,8-3 0,-3-22 0,-1-4 0,4-6 0,-4-4 0,5 3 0,8-23 0,2-5 0,1 26 0,1 1 0,9-17 0,-2 24 0,-3 15 0,-5 8 0,8 0 0,9 18 0,11 14 0,-5 9 0,-4 8 0,-12-13 0,-2 9 0,-6-5 0,0-6 0,-9-11 0,8-18 0,1-6 0,6-9 0,-5 1 0,-2 0 0</inkml:trace>
  <inkml:trace contextRef="#ctx0" brushRef="#br0" timeOffset="41063">27910 9202 24575,'0'14'0,"0"10"0,0-1 0,0 5 0,0-13 0,0 4 0,0-3 0,0 4 0,-5-9 0,4-11 0,-3-16 0,4-29 0,0 8 0,5-9 0,3 19 0,9 3 0,5 6 0,5 4 0,1 20 0,1 9 0,-12 14 0,-3 6 0,0-4 0,-2 2 0,-2 9 0,-2-1 0,2 10 0,-6-25 0,-3-17 0,9-17 0,26-12 0,12-16 0,5 8 0,-16 5 0,-28 23 0</inkml:trace>
  <inkml:trace contextRef="#ctx0" brushRef="#br0" timeOffset="60176">2505 12854 24575,'-4'25'0,"2"26"0,-2-4 0,4-2 0,0 3 0,-5-7 0,0 1 0,4 18 0,0 2-1060,-4-15 0,1 0 1060,3 4 0,2-1 0,-1-11 0,0-1 254,-5 10 1,0 0-255,4-1 0,0-2 0,-7-7 0,0-2 0,7 14 0,0-39 0,10-2 0,7-14 1611,17 4-1611,-1-9 0,12 8 0,2-9 0,-6 9 0,5-4 0,-9 6 0,9 0 0,18 0 0,-23 1 0,2-2 0,7-3 0,1-1 0,-9 4 0,1-1 0,8-7 0,0-1 0,-8 9 0,-1 0 0,12-4 0,1 1 0,0 3 0,-2 2-552,-10-1 0,-1 0 552,2 0 0,-1 0 0,20 0-152,-20 0 1,3 0 151,6-5 0,3-1 0,1 5 0,0 0-552,-5-5 1,-2 1 551,-8 5 0,-3 0 0,16 0 0,-19 0 0,2 0 0,0 0 0,1 0 0,11 0 0,1 0 0,-2 0 0,-2 0 0,-4 0 0,-1 0 512,3 0 0,0 0-512,-10 0 0,0 0 150,7 4 1,0 0-151,-7-4 0,-1 2 1185,28 19-1185,-22-18 0,3 14 0,-11-9 0,5 5 0,-5-1 0,-10-1 0,-5-5 0,-10-11 0,0-6 0,-5-25 0,0-19 0,0 15 0,0-2 0,0-1 0,0 1 0,0 3 0,0-1 0,-1-6 0,2-1 0,3-2 0,2-2-248,-2 8 1,0-2-1,1 0 248,9-16 0,-1 2 0,-6 12 0,0 5 0,13-14 0,-18 29 0,3 7 0,0 4 0,-4 2 0,4 3 0,-10 1 743,4 0-743,-8 4 0,3-3 0,-8 8 0,-14-12 0,1 6 0,-15-8 0,8 1 0,-5 0 0,1 5 0,3 3 0,10 1 0,6 4 0,9-3 0,-12 4 0,4 0 0,-10 0 0,8 0 0,4 0 0,1 0 0,4 0 0,-8-6 0,-6 4 0,-18-4 0,-13 6 0,7 0 0,-12 0 0,6 0 0,23-3 0,-2-2 0,-6 4 0,0 0 0,6-3 0,2 0 0,-2 4 0,-2 0 0,-17 0 0,-2 0 0,6 0 0,0 0 0,3 3 0,-3 1 0,4-1 0,-7-2 0,5 0 0,10 4 0,2-1 0,0-3 0,1-2 0,-23 1 0,25 0 0,-1 0 0,0 0 0,2 0 0,-9 0 0,4 0 0,17 0 0,-17 9 0,-4-7 0,-9 6 0,11-8 0,10 0 0,9 0 0,-10 0 0,7 0 0,-11 5 0,3-3 0,4 4 0,-3-6 0,10 5 0,-5-3 0,2 4 0,-6-1 0,6-3 0,-2 4 0,5-6 0,-2 0 0,1 0 0,-4 0 0,-6 0 0,7 0 0,0 0 0,13 0 0,-9 0 0,11 0 0,-5 0 0</inkml:trace>
  <inkml:trace contextRef="#ctx0" brushRef="#br0" timeOffset="80460">17843 5665 8191,'-10'0'0,"4"4"5063,1 6-5063,5 21 0,0 32 0,0-30 0,0 1 884,0 13 0,0 0-884,0-8 0,0 2 0,0 3 0,0 4 0,0 1 0,0 1 0,0 1 0,0 3 0,0-3 0,0 4 0,0 0 0,0 0 161,3-4 0,0 0 0,0-1 0,-1 0-161,-1-1 0,0 1 0,-1-3 0,1-1 0,3 0 0,0-2 0,-1-1 0,-2 20 0,-2-8 0,1-5 5732,5-4-5732,13-53 0,15-6 0,0-6 0,4-2 0,8 3 0,2 2 0,-4 4 0,-1 1 316,1-3 0,-2 3-316,12 9 852,-15-2 0,1-2-852,6 1 0,1 1 0,5 3 0,-1 0 0,-8-4 0,-3 0 0,21 5 0,-25 3 0,-1 2 0,7 3 0,15 1 0,-41-7 657,-11-8-657,-4-32 0,0 6 0,0-4 0,0-23 0,0-5-881,1 21 0,-1 0 0,-1 0 881,-2-2 0,-2-2 0,2 2 0,1-14 0,1-1-362,-3 8 0,0-2 0,0-1 362,4-1 0,1-1 0,-2-1 0,-2-5 0,-1 0 0,0 3 0,4 10 0,0 2 0,-3 5-71,-5-2 0,-1 6 71,3-1 0,-13 13 0,-2 19 0,-34-4 0,-7 12 295,15-1 0,-2 2-295,-5 8 0,3 0 0,-9-4 0,7 13 0</inkml:trace>
  <inkml:trace contextRef="#ctx0" brushRef="#br0" timeOffset="100310">22706 8466 9586,'4'0'0,"59"0"2272,-21 0 1,5 0-2273,3 0 0,6 0 0,-3 0 0,5 0 0,-2 0 898,-9 0 0,1 0 0,-4 0-898,-3 0 0,-3 0 803,5 0 0,-2 0-803,15 0 1396,-23 0 1,-19 0 0,-6 0 0</inkml:trace>
  <inkml:trace contextRef="#ctx0" brushRef="#br0" timeOffset="134410">25534 14496 24575,'0'21'0,"0"13"0,0 4 0,0-2 0,0 5 0,0 2 0,0 4 0,-5 14 0,-1 3-1582,5-17 0,1 0 1,-2-1 1581,-2 10 0,-2-3 0,0-1 0,2-3 1445,1 14-1445,-2-29 0,0 1 385,1-2 1,2-2-386,0 27 0,-4-12 0,6-22 2529,0-9-2529,5-10 0,5 0 0,1-5 0,8 0 0,1 0 0,10 0 0,12 0 0,5 0 0,0 0 0,-3 0 0,9 0 0,-19 0 0,4 0 0,7 0 0,1 0-284,-8 0 0,-1 0 284,-1 1 0,-4-2 0,4-7 0,17 6 0,4-15 0,-14 11 0,1 1 0,-5 0 0,-1-1 0,-1 2 0,-2-1 0,17-3 0,-15 6 0,8-6 0,-6 8 0,0 0 568,-15 0-568,-9 0 0,-10 4 0,9-3 0,-8 4 0,4-14 0,-1-6 0,-8-6 0,4-11 0,-5 3 0,0-7 0,0-1 0,0-23 0,0 28 0,0-2 0,0-6 0,0-2 0,0 0 0,0 3 0,0-10 0,0 6 0,0 23 0,0-8 0,0-17 0,0 6 0,0-2 0,0 18 0,0 12 0,0-20 0,0 8 0,6-18 0,-5 19 0,5-6 0,-2 21 0,-2-6 0,-7 6 0,-10-3 0,-10-3 0,-4 2 0,-6 0 0,-19-5 0,-3 0-1394,1-1 0,-3 1 1394,9 6 0,-2 1 0,3 2 0,0 0 0,0 3-202,-17 8 0,6 2 0,5-3 0,-7 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41:42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5257 13902 24575,'50'-4'0,"-10"3"0,8 0 0,-1 0 0,8 1 0,3 1 0,2-1-1476,-5 0 1,1 0-1,2 0 1,2 0 0,2 0 1475,-7 0 0,2 0 0,2 0 0,1 0 0,0 0 0,0 0 0,-1 0 0,1 0 0,0 0 0,-1 0 0,1 0 0,0 0 0,0 0 0,-1 0 0,0 0 0,0 0 0,0 0 0,0 0 0,0 0 0,-2 0 0,1 0 0,4 0 0,0 0 0,-1 0 0,-1 0 0,-1 0 0,-1 0 8,2 0 0,-2 0 1,-1 0-1,-1 0 1,0 0-9,7 0 0,0 0 0,-3 0 0,-5 0 513,-6 0 1,-4 0 0,-3 0-514,9 0 0,-10 0 0,-18 0 0,-15 0 0,-7 0 0</inkml:trace>
  <inkml:trace contextRef="#ctx0" brushRef="#br0" timeOffset="4299">9316 14012 24575,'10'0'0,"-5"4"0,5-2 0,-4-11 0,0 1 0,0-16 0,-6 13 0,0-8 0,-4 8 0,-6 1 0,-2 5 0,-11 11 0,-5 13 0,-9 12 0,3 9 0,9-7 0,15 2 0,-10 20 0,17-23 0,2 3 0,-6 13 0,0 3 0,5 0 0,4-3-336,5-8 1,0-1 335,-2-3 0,2-4 0,15-1 0,5-6 0,8-15 0,13-19 0,2-8 0,-1-20 0,-23 17 0,-3 1 0,3-6 0,0 5 0</inkml:trace>
  <inkml:trace contextRef="#ctx0" brushRef="#br0" timeOffset="8182">9666 14555 24575,'0'-11'0,"0"1"0,0 0 0,0 0 0,0 8 0,0 8 0,0 10 0,0 0 0,0-1 0,0-5 0,0 0 0,0 4 0,-4-7 0,2-3 0,-2-10 0,8-4 0,-3 0 0,9 4 0,-9-3 0,16 8 0,-4-4 0,11 5 0,-1 12 0,-5 5 0,0 7 0,-11 5 0,-2 1 0,-5-8 0,-5 1 0,-1-9 0,-4-3 0,-5 5 0,0-10 0,0 0 0,-7-19 0,14 6 0,0-6 0,9 8 0,4 5 0</inkml:trace>
  <inkml:trace contextRef="#ctx0" brushRef="#br0" timeOffset="9599">9706 14438 24575,'-4'5'0,"16"0"0,4-5 0,19 6 0,-5-5 0,-2 5 0,-12-6 0,-2 0 0,-4 0 0,-4 0 0,-1 0 0</inkml:trace>
  <inkml:trace contextRef="#ctx0" brushRef="#br0" timeOffset="10666">9749 14072 24575,'-5'-6'0,"4"6"0,-4 6 0,5 4 0,0 1 0,0-1 0,0 0 0,6 4 0,-4-2 0,8 2 0,-9 0 0,12-1 0,-6 2 0,16-9 0,-10-1 0,10-5 0,-7-5 0,3-18 0,4-8 0,-11-1 0,5 6 0,-16 15 0,8-3 0,-8-2 0,4-5 0,-5 1 0,-5 4 0,-8-6 0,-4 10 0,-11-2 0,-2 10 0,4 4 0,-7 10 0,16-3 0,3 9 0,9-1 0,14-2 0,-7-3 0,7-4 0</inkml:trace>
  <inkml:trace contextRef="#ctx0" brushRef="#br0" timeOffset="11466">10331 14277 24575,'10'6'0,"0"-6"0,-4-14 0,-2-3 0,-4-4 0,0 6 0,0 5 0,-4 0 0,-21-10 0,1 12 0,-32 11 0,19 34 0,14-6 0,3 4 0,8 9 0,5 2 0,1 0 0,3-1 0,5-10 0,1-4 0,-1 16 0,12-37 0,-3-1 0,9-8 0,4-22 0,-11 6 0,15-31 0,-25 17 0,26-22 0,-20 15 0,7-4 0,-11 29 0,1 12 0,4 38 0,3 3 0,9 13 0,-13-21 0,8-17 0,-16-8 0,8-7 0,-8-14 0,3 8 0,-4-12 0</inkml:trace>
  <inkml:trace contextRef="#ctx0" brushRef="#br0" timeOffset="11899">10480 13889 24575,'0'39'0,"6"1"0,-4-10 0,3-5 0,-5-20 0,0-11 0,0-5 0,6-8 0,4 12 0,14-1 0,-1 16 0,1 3 0,-4 6 0,-13-2 0,1 1 0,-8 8 0,-6 2 0,-8 1 0,0-8 0,-10-12 0,17-11 0,-2 1 0,9-5 0</inkml:trace>
  <inkml:trace contextRef="#ctx0" brushRef="#br0" timeOffset="12067">10575 13713 8191,'10'-14'0,"19"1"1265,4 3 1,-3 4 0,-14 6 0</inkml:trace>
  <inkml:trace contextRef="#ctx0" brushRef="#br0" timeOffset="12866">12468 13956 8191,'-6'-4'0,"1"-11"5063,1-2-5063,2-3 2818,-2 5-2818,-1 5 1719,-5-1-1719,-7-3 6784,-3 7-6784,-9 31 0,16 8 0,-2 1 0,3 3 0,9 27 0,-3-18 0,2 3 0,7-2 0,3 0 0,1 2 0,3-4 0,11 15 0,4-32 0,2-14 0,10-11 0,26-11 0,-27-7 0,0-6 0,-2-2 0,-4-1 0,11-14 0,-27 15 0</inkml:trace>
  <inkml:trace contextRef="#ctx0" brushRef="#br0" timeOffset="13166">12933 13538 24575,'0'24'0,"0"13"0,0-17 0,0 5 0</inkml:trace>
  <inkml:trace contextRef="#ctx0" brushRef="#br0" timeOffset="13582">12978 14501 24575,'4'-5'0,"11"14"0,-3 11 0,11 9 0,-12-2 0,-1-10 0,-5-2 0,-5-5 0,-9 10 0,-2-7 0,-9 7 0,-1-14 0,10-35 0,2 20 0,9-24 0</inkml:trace>
  <inkml:trace contextRef="#ctx0" brushRef="#br0" timeOffset="13750">12990 14373 8191,'0'-10'0,"5"4"5063,-4-7-5063,14 2 2818,-2-8-2818,4 8 0,-5 2 0,-8 9 0</inkml:trace>
  <inkml:trace contextRef="#ctx0" brushRef="#br0" timeOffset="14599">13533 14157 8191,'4'-11'0,"-3"1"5063,4-4-5063,-5-9 2818,0 5-2818,-8-15 1719,-4 15-1719,-15-6 6784,4 13-6784,-1 5 0,13 22 0,-5 0 0,8 23 0,3 5 0,-10 8 0,12-1 0,5 0 0,9-5 0,8-4 0,8-43 0,0-22 0,-7-6 0,-2-4 0,0-18 0,-1 18 0,-2 3 0,-12 0 0,16 4 0,-10 33 0,-2 24 0,9 10 0,-14 11 0,6-23 0,-3-1 0,-4-13 0,8-5 0,-8-5 0,4-5 0</inkml:trace>
  <inkml:trace contextRef="#ctx0" brushRef="#br0" timeOffset="14999">13793 13674 8191,'-5'-6'0,"4"14"5063,-4 4-5063,5 36 2818,0-10-2818,9 5 1719,-2-16-1719,7-20 6784,-8-8-6784,7-5 0,1-21 0,4-2 0,-5-9 0,-7 12 0,-6 44 0,0 26 0,0 14 0,0 2 0,0-24 0,0 1 0,0 7 0,0-6 0,0-10 0,0-12 0</inkml:trace>
  <inkml:trace contextRef="#ctx0" brushRef="#br0" timeOffset="15682">13956 14102 24575,'14'-6'0,"3"-9"0,21-25 0,-14 9 0,2-2 0,-1-2 0,0-3 0,7-10 0,-3-2 0,-12 9 0,-4-1 0,2 0 0,-4 2 0,-1-15 0,-10 23 0,-5 23 0,-5-1 0,-5 9 0,-5-3 0,-7 4 0,10 4 0,-5-3 0,16 13 0,-3-3 0,2 13 0,1 6 0,0 27 0,6 1-567,-1-19 1,2 1 566,4-5 0,1 0 0,-6 12 0,2 0 0,7-5 0,1 1 0,-9 3 0,0-3 0,11 8 0,-11-21 0,9-24 0,-5 7 0,5-11 1133,2-2-1133,6-19 0,-9-10 0,17-27 0,-14 6 0,4 0 0,-17 17 0,-17 22 0,1 5 0,-10 6 0,20 0 0,-2 0 0</inkml:trace>
  <inkml:trace contextRef="#ctx0" brushRef="#br0" timeOffset="16982">16263 14033 9380,'5'6'0,"-4"-15"5119,9-12-5119,-8-14 2635,3 5-2635,-5 6 1558,0 9-1558,-8 5 5883,-4-1-5883,-8 6 0,-6 18 0,2 5 0,7 7 0,3 6 0,5 2 0,4 3 0,-4 11 0,3 0 0,5-8 0,2-2 0,3-2 0,0-3 0,-2 5 0,23-1 0,-10-7 0,9-10 0,-8-10 0,0-18 0,-5 2 0,14-13 0,-3 4 0,4 4 0,-10 3 0,-7 9 0</inkml:trace>
  <inkml:trace contextRef="#ctx0" brushRef="#br0" timeOffset="17499">16463 14451 24575,'0'18'0,"0"8"0,0 0 0,0 7 0,0-17 0,0-11 0,4-7 0,6-8 0,10 5 0,4 22 0,-2-4 0,-9 24 0,-2-6 0,-15 8 0,-1-13 0,-11-3 0,0-18 0,-2-6 0,5-14 0,3-10 0,4 8 0,6 0 0</inkml:trace>
  <inkml:trace contextRef="#ctx0" brushRef="#br0" timeOffset="17682">16492 14357 8191,'6'-15'0,"23"-16"1235,11-4 1,-5 5 0,-8 10 0</inkml:trace>
  <inkml:trace contextRef="#ctx0" brushRef="#br0" timeOffset="18118">16639 13752 8191,'-15'-28'0,"7"3"5063,14 5-5063,4 5 2818,1 9-2818,5-7 1719,0 11-1719,4 9 6784,-8 6-6784,-14 45 0,-5-26 0,-2 2 0,-4 12 0,-2 2 0,0-3 0,0-4 0,-2 14 0,5-21 0,16-29 0,11 0 0,10-5 0,1-6 0,10 5 0,-23-5 0,3 6 0</inkml:trace>
  <inkml:trace contextRef="#ctx0" brushRef="#br0" timeOffset="18848">17204 14254 24575,'0'-20'0,"0"-1"0,0 1 0,0 4 0,0-4 0,-4 9 0,-16-23 0,-7 18 0,-5-9 0,4 19 0,12 6 0,-4 13 0,5 15 0,2 24 0,5-3 0,7-14 0,2-1 0,5 3 0,4 8 0,11-30 0,2-15 0,-2-11 0,-3-9 0,-3-7 0,1-18 0,2-4 0,-8 2 0,-1 15 0,-4 35 0,5 28 0,6 23 0,0 4 0,-7-13 0,-3-21 0,-1-14 0,-4-1 0,3-8 0,-4 4 0</inkml:trace>
  <inkml:trace contextRef="#ctx0" brushRef="#br0" timeOffset="19366">17329 13720 24575,'-6'-20'0,"10"5"0,7 0 0,8 10 0,1 0 0,-3 18 0,-2 4 0,-8 8 0,-8 4 0,-1-13 0,1-1 0,16-16 0,1 0 0,5-3 0,-3 4 0,-11 17 0,-10 8 0,-11 11 0,-5-12 0,1-2 0,8-20 0,3 7 0,2-9 0</inkml:trace>
  <inkml:trace contextRef="#ctx0" brushRef="#br0" timeOffset="20016">17606 14143 24575,'12'-18'0,"5"-15"0,15-17 0,-19 17 0,0 0 0,4 4 0,-2-1 0,-8-5 0,-2 0 0,9-17 0,-18 9 0,-6 12 0,-6 25 0,1 6 0,-9 29 0,8 15 0,6-9 0,3 5 0,6 7 0,3 5 0,0 0 0,-2-4 0,1 0 0,1 1 0,5 10 0,4 2 0,-2-6 0,-4-4 0,2-8 0,15 5 0,-7-48 0,-10-9 0,14-33 0,-7-8 0,4-11 0,-8 15 0,-12 26 0,-6 7 0,-6 17 0,1 2 0,0 6 0,14-2 0,-2-5 0,7-5 0</inkml:trace>
  <inkml:trace contextRef="#ctx0" brushRef="#br0" timeOffset="20349">17909 14009 8191,'0'-10'0,"0"0"5063,11-5-5063,0 8 2818,6-1-2818,2 8 1719,-13 4-1719,3 2 6784,-9 25-6784,0-3 0,0 14 0,0-17 0,9-5 0,1-14 0,25 0 0,-4-17 0,0-2 0,4 7 0,13-17 0</inkml:trace>
  <inkml:trace contextRef="#ctx0" brushRef="#br0" timeOffset="20865">18882 14376 24575,'11'-7'0,"-2"1"0</inkml:trace>
  <inkml:trace contextRef="#ctx0" brushRef="#br0" timeOffset="20982">19144 14331 8191,'14'0'0,"9"0"5063,-6 0-5063,9 0 0,-19 0 0,2 0 0</inkml:trace>
  <inkml:trace contextRef="#ctx0" brushRef="#br0" timeOffset="21115">19358 14331 8191,'14'-5'0,"-3"4"0,-1-4 0,-5 5 0</inkml:trace>
  <inkml:trace contextRef="#ctx0" brushRef="#br0" timeOffset="21849">14979 14502 24575,'20'-7'0,"-5"1"0,-5 6 0,-5 0 0</inkml:trace>
  <inkml:trace contextRef="#ctx0" brushRef="#br0" timeOffset="22016">15354 14512 24575,'11'-4'0,"3"3"0,-7-4 0,1 5 0</inkml:trace>
  <inkml:trace contextRef="#ctx0" brushRef="#br0" timeOffset="22150">15818 14430 24575,'6'10'0,"3"-4"0,-8-2 0,4-4 0</inkml:trace>
  <inkml:trace contextRef="#ctx0" brushRef="#br0" timeOffset="22766">11025 14543 24575,'0'0'0</inkml:trace>
  <inkml:trace contextRef="#ctx0" brushRef="#br0" timeOffset="22916">11237 14531 24575,'15'0'0,"-4"-5"0,-1 4 0,-6-4 0</inkml:trace>
  <inkml:trace contextRef="#ctx0" brushRef="#br0" timeOffset="23051">11403 14470 24575,'10'0'0,"12"-9"0,-13 7 0,7-6 0</inkml:trace>
  <inkml:trace contextRef="#ctx0" brushRef="#br0" timeOffset="23183">11706 14473 24575,'11'17'0,"2"4"0,-7-10 0,0-1 0,-2-5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42:32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19769 8248 24575,'0'-27'0,"0"4"0,0 12 0,-5 1 0,0 4 0,-10-3 0,0 8 0,-5-9 0,-12 8 0,9-4 0,-4 6 0,8 6 0,0 8 0,-2 5 0,7 0 0,-7 5 0,10 8 0,-13 26 0,14 1-349,4-24 0,2-1 349,4 19 0,0-18 0,0 0 0,0 23 0,6-3 0,-5-23 0,14-17 0,-4-3 0,8-5 698,1-1-698,0-11 0,2-9 0,-2-10 0,0-10 0,-2-2 0,7-20 0,-6-1 0,-2 0 0,-5 17 0,-11 17 0,4 11 0,-5-3 0,0 18 0,0 8 0,0 26 0,0-2 0,8 26 0,0-19 0,1 4 0,2-22 0,-6-9 0,6-18 0,-6 1 0,0-8 0,-5 5 0</inkml:trace>
  <inkml:trace contextRef="#ctx0" brushRef="#br0" timeOffset="732">20001 7794 24575,'0'19'0,"0"22"0,0 5 0,6 14 0,0-25 0,1-12 0,-2-18 0</inkml:trace>
  <inkml:trace contextRef="#ctx0" brushRef="#br0" timeOffset="1133">20158 7862 24575,'0'15'0,"0"9"0,0 7 0,0-1 0,4-1 0,6-10 0,10-8 0,2-11 0,-1-6 0,-4-13 0,-11 4 0,12-17 0,-15 1 0,9-8 0,-12 14 0,-4 10 0,-2 6 0,-5 8 0,1-4 0,-6 19 0,3 14 0,-7 7 0,12-6 0,0-13 0</inkml:trace>
  <inkml:trace contextRef="#ctx0" brushRef="#br0" timeOffset="1499">20387 8382 24575,'36'8'0,"3"-6"0,10 7 0,-11-9 0,-6 0 0,-15 0 0,-3 0 0,-9 0 0</inkml:trace>
  <inkml:trace contextRef="#ctx0" brushRef="#br0" timeOffset="1700">20547 8307 24575,'-6'39'0,"1"8"0,5 3 0,5-14 0,-4-9 0,4-23 0</inkml:trace>
  <inkml:trace contextRef="#ctx0" brushRef="#br0" timeOffset="2502">21194 8388 24575,'6'-8'0,"6"-11"0,-10-7 0,6-7 0,-8 12 0,-8-4 0,-12 12 0,-28-13 0,-3 17 0,-8 6 0,21 22 0,21 9 0,5 7 0,6 8 0,2 4 0,0-4 0,0 2 0,3 0-716,4 16 1,2-2 715,-6-12 0,4-6 0,21 1 0,-16-29 0,19-11 0,-6-23 0,-1-3 0,1-5 0,-5-4 0,-1-2-365,6-5 0,-2 1 365,-6 8 0,-3 1 0,1-23 0,7 7 0,-16 9 1375,11 19-1375,-12 25 0,11 30 0,-10 4 0,12 13 0,-8-23 196,6-11 1,-7-11-1,0-9 1</inkml:trace>
  <inkml:trace contextRef="#ctx0" brushRef="#br0" timeOffset="2850">21381 8138 24575,'8'-15'0,"10"-7"0,-15-2 0,23-20 0,-17-4 0,7-3 0,-10 17 0,-14 40 0,6 28 0,-3-2 0,1 1 0,4 24 0,0-8 0,5-25 0,8 3 0,-5-20 0,4 6 0</inkml:trace>
  <inkml:trace contextRef="#ctx0" brushRef="#br0" timeOffset="3566">21763 8218 24575,'25'-20'0,"2"-28"0,-1 7 0,2-5-1010,-8 5 1,-1-5 0,1 0 1009,3-7 0,0-1 0,-2 2 0,-6 10 0,-3 2 0,1 1 0,8-14 0,-6 6 0,-13 11 956,1 13-956,-20 9 498,-1 8-498,-5 1 0,8 10 0,5 0 1574,-5 10-1574,-1 2 0,5 8 0,-7 29 0,16 0-530,-3-15 1,0 1 529,5-6 0,0 2 0,-1 13 0,2 3-293,4 2 1,0 1 292,-4 5 0,1-2 0,6-16 0,0-3 0,-6 20 0,8-37 0,-4 2 0,4-14 256,-9-5 1,2-5 0,-7 0 0</inkml:trace>
  <inkml:trace contextRef="#ctx0" brushRef="#br0" timeOffset="5082">21441 8005 24575,'6'-11'0,"3"5"0,-8-11 0,9 9 0,-9-11 0,3 8 0,-4 1 0,0 0 0,-12-8 0,0 10 0,-20-10 0,1 28 0,1 4 0,2 33 0,10 10 0,8 1 0,6-12 0,10-22 0,13-19 0,-1-14 0,-2-8 0,3-4 0,-17 6 0,11 3 0,-11-2 0,7 7 0,1-2 0,5 24 0,2-3 0,-2 13 0,-2-5 0,7 12 0,-11-1 0,3 11 0,-12-16 0,-18 4 0,-3-16 0,-14-1 0,9-7 0,12-15 0,14 7 0,10-13 0,12 14 0,-9-5 0,3 6 0</inkml:trace>
  <inkml:trace contextRef="#ctx0" brushRef="#br0" timeOffset="5733">21988 8268 24575,'6'-16'0,"14"7"0,6 4 0,17 23 0,-7-5 0,-8 17 0,-18-2 0,-14-8 0,-7 4 0,-9-11 0,-23 3 0,9-3 0,-8-12 0,19-3 0,17-12 0,2 8 0,4 1 0</inkml:trace>
  <inkml:trace contextRef="#ctx0" brushRef="#br0" timeOffset="6082">22297 7954 8191,'22'-41'0,"1"-9"5063,-8 9-5063,-2 5 2818,-23 45-2818,8 8 1719,-8 27-1719,10 0 6784,0-6-6784,0 6 0,0-6 0,12 3 0,-9-18 0,10-3 0</inkml:trace>
  <inkml:trace contextRef="#ctx0" brushRef="#br0" timeOffset="6282">22539 8363 24575,'11'-8'0,"-3"3"0</inkml:trace>
  <inkml:trace contextRef="#ctx0" brushRef="#br0" timeOffset="6432">22802 8331 24575,'5'5'0,"4"-4"0,-8 4 0,4-5 0</inkml:trace>
  <inkml:trace contextRef="#ctx0" brushRef="#br0" timeOffset="6568">23034 8363 8191,'19'4'0,"1"-3"1265,-9 9 1,-3-9 0,-8 3 0</inkml:trace>
  <inkml:trace contextRef="#ctx0" brushRef="#br0" timeOffset="8669">23882 8204 24575,'5'-8'0,"4"1"0,-2-16 0,5-3 0,-5-5 0,-1 6 0,-6 2 0,-4 16 0,-2-2 0,-9 4 0,-7 3 0,-31 6 0,22 5 0,0 3 0,-6 6 0,1 2 0,7 1 0,3 2 0,5 10 0,4 3 0,3-6 0,4 1 0,8 14 0,6 1 0,4-11 0,4-3 0,4-1 0,4-5 0,25 0 0,-9-18 0,8-8 0,-5 0 0,6-11 0,-4-10 0,-10-6 0,-2 0 0,2-1 0,7-10 0</inkml:trace>
  <inkml:trace contextRef="#ctx0" brushRef="#br0" timeOffset="9482">23983 8046 8191,'-5'14'0,"4"-2"5063,-3 6-5063,4 5 2818,0 37-2818,0-27 0,0 2 0,0 7 0,0-2 0,0 11 1719,4-21-1719,2-20 1696,8-10 0,-7 3 0,2-8 0</inkml:trace>
  <inkml:trace contextRef="#ctx0" brushRef="#br0" timeOffset="9949">24327 7617 24575,'0'54'0,"0"-4"0,0 2 0,0-19 0,6-44 0,4 5 0,3-20 0,1 21 0,-3 5 0,5 9 0,-4 10 0,0 12 0,-6-1 0,-23 6 0,4-14 0,-15-3 0,12-10 0,1-13 0,9 3 0,1-4 0</inkml:trace>
  <inkml:trace contextRef="#ctx0" brushRef="#br0" timeOffset="10133">24340 7641 8191,'17'-11'0,"26"-19"4793,-1 11-4793,-12 5 0,-1 1 0,7 5 0,-15 8 0,-5 0 0</inkml:trace>
  <inkml:trace contextRef="#ctx0" brushRef="#br0" timeOffset="10783">24650 8088 24575,'22'-12'0,"-7"0"0,6-12 0,4-5 0,-2 3 0,0-4 0,8-23 0,0-4 0,-5 11 0,-3-1 0,-2-7 0,-5 3 0,-5-6 0,-3 14 0,-8 28 0,-9-1 0,-6 10 0,-6 0 0,1 6 0,0 9 0,-1 21 0,9-1 0,2 5 0,1 18 0,1 6 0,1-10 0,-1 3 0,3-1-788,3-6 1,2-1 0,-1 0 787,-3 3 0,0 0 0,1-4 0,2-1 0,2-3-171,3 7 1,1-3 170,2 3 0,12 2 0,-7-41 0,11-5 0,-4-19 2317,5-24-2317,-2-15 386,-12-1-386,-11 21 0,-10 15 0,-17 21 0,-5 20 0,7-4 0,6 19 0,15-23 0,5-2 0</inkml:trace>
  <inkml:trace contextRef="#ctx0" brushRef="#br0" timeOffset="11167">25190 7743 24575,'-5'20'0,"0"1"0,5-2 0,5-7 0,0-4 0,10-8 0,0 5 0,0 0 0,-5 14 0,-5 7 0,-22 8 0,4-8 0,-15-4 0,12-21 0,6 3 0,5-9 0</inkml:trace>
  <inkml:trace contextRef="#ctx0" brushRef="#br0" timeOffset="11317">25240 7662 8191,'29'-11'0,"17"-13"2531,-16 12 1,0 0-2532,21-15 704,-17 12 1,-23 10-1,-7 5 1</inkml:trace>
  <inkml:trace contextRef="#ctx0" brushRef="#br0" timeOffset="12283">23037 7614 24575,'0'27'0,"0"22"0,0-1 0,0 5-2714,0 5 0,0 3 2714,1-14 0,-1 1 0,-1 4 0,-1-1 0,-1 4 0,0 1 0,-1-3 0,-1 3 0,-1-3 0,1 3-561,2-3 0,-1 4 0,1-1 1,-2-5 560,-3-5 0,-2-4 0,4 1 0,3 3 0,4 0 0,-2-3 797,-6 2 0,2-3-797,4 0 0,11-7 0,15-17 0,8-9 0,10-7 0,6-5 0,5-2 0,5-2 0,2-1-31,-10 0 0,1 0 0,1-1 0,2 1 31,-5 1 0,2-1 0,1 1 0,0 1 0,-1 0 0,6-1 0,-2 2 0,2 0 0,2 0 0,0 2 0,3-1 0,1 2 0,0 0 0,-2 1 0,-6 2 0,-1 1 0,0 1 0,0 0 0,2 1-51,-2 0 0,1 0 0,1 0 1,0 1-1,0 0 0,-1 1 51,8 2 0,0 1 0,-1 0 0,-1 0 0,-4 0 0,-1-1 0,-3-1 0,-1 1 0,-2 0 0,0 2 0,-1 2 0,-2-1 0,-7-4 0,-2-4 0,-5-2 0,24 6 0,-44-57 0,-25-9-658,9 12 1,1-2 657,-5 3 0,1-3 0,2-2 0,3-5 0,3-3 0,3 10 0,4-2 0,1-1 0,-1-2 0,-2 2 0,0-2 0,0-2 0,2 1 0,2 1 0,3 4 0,2 1 0,2 0 0,-1 2 0,-1 2 599,3-16 0,0 3 0,-1 6-599,3 0 0,-3 9 3551,-6-1-3551,-26 10 0,-2 4 0,-24-5 0,-17 1 0,15 15 0,-5 2 0,-5 1 0,-4-1-609,9 2 1,-4-1 0,-2 0 0,-3 0 0,-1 1 0,0 1-1,-1 2 609,1 1 0,-1 3 0,-2 0 0,-1 2 0,0 0 0,1 0 0,-1 0 0,2 0-252,1-1 1,0 0-1,-1 0 1,1 0-1,1 1 1,1 0-1,2 1 1,2 2-1,-10 1 1,2 2-1,2 0 1,5 1-1,4 0 1,5-1-1,-1 0 1,1 0-1</inkml:trace>
  <inkml:trace contextRef="#ctx0" brushRef="#br0" timeOffset="18184">23734 9174 24575,'5'-4'0,"0"-2"0,-5-9 0,0 4 0,0-3 0,-9 8 0,2 1 0,-7 5 0,-5 0 0,-6 6 0,-11 7 0,-12 27 0,23 11 0,6 11 0,6-20 0,3 2 0,1 2-241,-1 13 0,2 5 0,6-4 241,6-13 0,4-2 0,2-3 0,0 9 0,4-8 0,30 1 0,-5-30 0,21-14 0,-24-21 0,1-5 0,3 7 0,-1-1 0,-10-7 0,-4 0 0,2-1 0</inkml:trace>
  <inkml:trace contextRef="#ctx0" brushRef="#br0" timeOffset="18700">24233 9062 24575,'-6'17'0,"1"13"0,-1 11 0,5-4 0,-5-13 0,6-9 0,-4-5 0,2-14 0,7 1 0,-3-12 0,23 8 0,-11-7 0,14 12 0,-3 10 0,-13 4 0,13 35 0,-22-6 0,-3 14 0,-15-8 0,-9-17 0,1-7 0,8-27 0,5-2 0,5-5 0,5 2 0</inkml:trace>
  <inkml:trace contextRef="#ctx0" brushRef="#br0" timeOffset="18932">24259 9083 24575,'27'-20'0,"15"-2"0,11-4 0,-18 16 0,2 3 0,19-1 0,-15 8 0,-9 0 0</inkml:trace>
  <inkml:trace contextRef="#ctx0" brushRef="#br0" timeOffset="19265">24199 9955 24575,'0'36'0,"0"8"0,0 2 0,0 16 0,-4-30 0,0 0 0,2 26 0,-6-17 0,8-23 0,0-13 0</inkml:trace>
  <inkml:trace contextRef="#ctx0" brushRef="#br0" timeOffset="19599">24414 10006 24575,'0'58'0,"6"-4"0,7 5 0,1-24 0,8-8 0,-6-17 0,14-24 0,-16 6 0,19-33 0,-29 12 0,10 1 0,0-2 0,-10-28 0,-6-2 0,-7 23 0,-13 21 0,7 16 0,4 0 0,-8 16 0,7-3 0,2 5 0,5-9 0</inkml:trace>
  <inkml:trace contextRef="#ctx0" brushRef="#br0" timeOffset="22115">13802 14867 8191,'-11'-8'0,"0"6"5063,4 18-5063,3 30 0,4 12 1101,-5-23 0,0 0-1101,3 25 902,-7-25 0,0 2-902,8 3 0,0 0 3260,-4-3 0,2-3-3260,16 17 0,-1-23 0,12-21 0,3-1 795,33-6-795,-14 0 0,6 0 0,5 0 0,5 0 0,0 0-1295,-9 0 1,0 0 0,1 0 1294,-6 0 0,1 0 0,0 0 0,-3 0 0,1 0 0,-2 0 0,2 0-468,1 0 0,4 0 0,1 0 0,2 0 468,4 0 0,2 0 0,1 0 0,3 0 0,-12 0 0,3 0 0,0 0 0,2 0 0,-1 0 0,1 0-813,2 0 0,2 0 0,0 0 0,0 0 0,-2 0 1,-2 0 812,2 0 0,-4 0 0,0 0 0,1 0 0,2 0 0,-1 0 0,2-1 0,2 0 0,-1 1 0,-2 0 0,-2 2-267,-4 1 0,-1 0 1,-3 2-1,2-1 1,1 0 266,8-1 0,1-1 0,1 0 0,-1 2 0,-2 2 0,7 4 0,-3 4 0,-1 0 0,-4-2 74,3-1 1,-2-2-1,-3 2-74,-6 4 0,-2 0 0,-2-2 0,7-4 0,-1-3 263,-9 2 0,2 0 0,0-1-263,0-5 0,0-2 0,1 1 0,7 2 0,2 1 0,-4 0 0,9-4 0,-3 0 0,7 0 0,-5 0 0,2 0 0,-19 0 0,1 0 4719,19 0-4719,-6-6 2230,0-7-2230,-9-8 3334,-20-2-3334,6-16 670,-16-8-670,-6 15 0,-6-2 0,-15-5 0,-5 0 0,5 7 0,-3 3 0,-23-14 0,21 24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47:51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19900 11101 24575,'0'4'0,"0"2"0,0 23 0,0-2 0,0 7 0,0 15 0,0-19 0,0 13 0,0-28 0,0 4 0,0-8 0,17-1 0,-3-6 0,15-4 0,-1 0 0,2 0 0,7 0 0,0 0 0,8 0 0,-5 0 0,6 0 0,-7 0 0,-8 0 0,1 0 0,-2 0 0,0 0 0,0 0 0,-10 0 0,-2 0 0,-7 0 0,4 0 0,0 0 0,8-4 0,0-6 0,4 3 0,-14-6 0,0 12 0,-3-4 0,5 5 0,5 0 0,-1 0 0,1 0 0,-5-5 0,0 0 0,-10-6 0,0-3 0,-13-14 0,6-2 0,-6 5 0,8 9 0</inkml:trace>
  <inkml:trace contextRef="#ctx0" brushRef="#br0" timeOffset="2102">21996 11189 24575,'-4'-5'0,"2"9"0,-2 15 0,4 3 0,0 6 0,0-8 0,0-1 0,0 2 0,4-6 0,7 0 0,4-5 0,6 1 0,3-6 0,-3 0 0,10-5 0,-2 0 0,24 0 0,-12 0 0,-6 0 0,-1 0 0,8 0 0,11 8 0,-17-6 0,17 14 0,3-14 0,-20 2 0,1 0 0,0 1 0,-1-2 0,-4-2 0,0 0 0,10 8 0,2 0 0,-7-8 0,1 0 0,7 8 0,0 0 0,-4-8 0,-2 0 0,-6 7 0,-1 0 0,23-6 0,6 6 0,-12 0 0,-14-7 0,1 0 0,21 7 0,-3-8 0,-10 0 0,-15 0 0,-2 0 0,16 0 0,-9 0 0,20 0 0,-15 0 0,-8 6 0,6-4 0,-7 3 0,9-5 0,8 0 0,-8 0 0,-1-6 0,-11 5 0,1-5 0,10 6 0,10 0 0,0 0 0,-11-6 0,-10 5 0,9-5 0,4 6 0,4 0 0,-7 0 0,-13 0 0,-12-5 0,-4 0 0,-8-10 0,0 9 0,0-3 0</inkml:trace>
  <inkml:trace contextRef="#ctx0" brushRef="#br0" timeOffset="27385">4250 13537 24575,'-5'-6'0,"4"10"0,-3 3 0,4 11 0,0-2 0,0 20 0,0-4 0,0 29 0,0-3 0,0-9 0,0-1 0,0-32 0,4-1 0,2-11 0,16-12 0,-5 6 0,26-12 0,-13 6 0,2 0 0,6 4 0,1-1 0,-1-7 0,-3 2 0,14 8 0,-27-6 0,-17 17 0,0-7 0,-5 7 0</inkml:trace>
  <inkml:trace contextRef="#ctx0" brushRef="#br0" timeOffset="29853">26572 13555 24575,'5'-1'0,"-4"6"0,3 6 0,2 12 0,4 17 0,-3 14 0,2-18 0,-1 1 0,-1 21 0,3-13 0,0-16 0,-9-14 0,10 4 0,-10-8 0,-4-1 0,-24-5 0,-12-5 0,-16 0 0,2 0 0,18 6 0,0 2 0,-24 1 0,9 7 0,24-15 0,21-2 0,5-4 0</inkml:trace>
  <inkml:trace contextRef="#ctx0" brushRef="#br0" timeOffset="41851">13888 4653 24575,'4'-6'0,"-3"-7"0,9 6 0,-9-24 0,8 12 0,-8-8 0,3 7 0,-13 4 0,-6-6 0,-7 11 0,-2-6 0,5 16 0,-10-5 0,-1 12 0,-2 4 0,1 11 0,7 8 0,4-2 0,-5 13 0,8-1 0,3 20 0,-2-10 0,14 11 0,-7-14 0,9 16 0,0-6 0,4-17 0,2 1 0,1 0 0,2 2 0,5 8 0,0-1 0,-6-14 0,1-2 0,10 4 0,0-6 0,-4-13 0,24 2 0,-22-16 0,6-4 0,-8 0 0,14 0 0,1-6 0,0-1 0,-10 0 0,-12 1 0</inkml:trace>
  <inkml:trace contextRef="#ctx0" brushRef="#br0" timeOffset="42917">14341 5159 8191,'-6'8'0,"1"3"5063,5 21-5063,0-14 2818,0 8-2818,0-15 1719,0 3-1719,0 2 6784,0 5-6784,5-5 0,-4 3 0,4-8 0,-10-1 0,4-10 0,-4-10 0,5-13 0,0 5 0,9-5 0,-2 13 0,7-2 0,-3-2 0,5-2 0,5-6 0,0 5 0,3 5 0,-9 1 0,4 10 0,-6 5 0,-3 8 0,1 8 0,-10 0 0,3-4 0,-4 3 0,0-3 0,5 0 0,-4-1 0,13-9 0,7-16 0,3-2 0,2-9 0,-14 11 0,-8 5 0</inkml:trace>
  <inkml:trace contextRef="#ctx0" brushRef="#br0" timeOffset="43769">14237 4235 24575,'0'15'0,"0"21"0,0 22 0,0-18 0,0 4 0,0 11 0,0 4 0,0-15 0,0 1 0,0-2 0,0 2 0,0-5 0,0 17 0,8-73 0,13-44 0,-2 18 0,7-4 0,-7 23 0,-1 5 0,5-1 0,-4 11 0,1-3 0,-1 9 0,-3-3 0,-1 5 0,-10 16 0,0-12 0,-5 12 0</inkml:trace>
  <inkml:trace contextRef="#ctx0" brushRef="#br0" timeOffset="44083">14335 4696 24575,'5'10'0,"0"0"0,15 19 0,-7-14 0,2 15 0,-6-16 0,1-3 0,5-1 0,14 0 0,-16-8 0,4 4 0</inkml:trace>
  <inkml:trace contextRef="#ctx0" brushRef="#br0" timeOffset="44550">14965 5009 8191,'9'-6'0,"2"6"5063,9 1-5063,-4 4 2818,3-5-2818,-3 0 0,-4 0 0,-3 0 0</inkml:trace>
  <inkml:trace contextRef="#ctx0" brushRef="#br0" timeOffset="44735">14980 5130 24575,'21'6'0,"1"-1"0,21-5 0,-22 0 0,-3 0 0</inkml:trace>
  <inkml:trace contextRef="#ctx0" brushRef="#br0" timeOffset="46050">15772 4463 24575,'0'7'0,"0"13"0,0 30 0,0 12 0,0-6 0,0-11 0,0-13 0,0-25 0,0-4 0,0-18 0,0 0 0,0 0 0,5 5 0,5-6 0,5-2 0,5-4 0,0 0 0,-4 11 0,3-3 0,-7 13 0,6 12 0,1 14 0,1 13 0,-6-5 0,-6-6 0,-8-3 0,5-7 0,1 6 0,-1-12 0,9-1 0,-4-12 0,12-12 0,0-13 0,-8 9 0,-3 1 0</inkml:trace>
  <inkml:trace contextRef="#ctx0" brushRef="#br0" timeOffset="46351">16277 4064 24575,'0'30'0,"0"-11"0,0 41 0,8-11 0,-2-10 0,0 2 0,-1-7 0,0-2 0,5 14 0,-10-22 0</inkml:trace>
  <inkml:trace contextRef="#ctx0" brushRef="#br0" timeOffset="46517">16340 4683 8191,'0'11'0,"0"-6"0,0 0 0</inkml:trace>
  <inkml:trace contextRef="#ctx0" brushRef="#br0" timeOffset="46984">15512 4922 24575,'32'0'0,"0"0"0,5 0 0,-3 0 0,5 0-1272,13 0 0,7 1 0,2-2 1272,0-3 0,1-1 0,4 1-1097,-15 3 1,3 1 0,2 1 0,-1-2 0,-2-1 1096,8-3 0,-2-2 0,0-1 0,3 3 0,-3 3 0,2 2 0,2 1 0,-1-1 0,-2-2-58,-8-2 0,-2-2 0,0 0 0,0 0 0,1 2 58,6 2 0,1 2 0,0 0 0,0 0 0,-2-1-249,7-2 0,-2 0 0,-1-1 1,-3 2 248,3 1 0,-4 1 0,-3 1 0,3 1 0,-7 1 0,5-1 268,-44 12 1,-5-12 0,-5 7 0</inkml:trace>
  <inkml:trace contextRef="#ctx0" brushRef="#br0" timeOffset="47685">15630 5224 8191,'0'-15'0,"0"17"5063,0 0-5063,0 25 2818,0 10-2818,0 6 0,0 6 0,5 1 0,1 3 338,-5 10 1,0-1-339,4-15 0,1-5 6268,-1 15-6268,-3-33 0,4-19 0,-6-11 0,8-22 0,-6-1 779,9-3 0,5-4-779,2 1 0,2 0 0,2-3 0,2 3 0,1 5 0,4 6 0,26 8 0,-22 8 0,6 8 0,-23 13 0,-10-10 0,0 10 0</inkml:trace>
  <inkml:trace contextRef="#ctx0" brushRef="#br0" timeOffset="47934">15837 5590 8191,'14'20'0,"-1"-7"5063,13 7-5063,-6-14 2818,0-2-2818,0-4 1719,8 0-1719,2 0 6784,1-4-6784,-7-2 0,-14 0 0,-5 2 0</inkml:trace>
  <inkml:trace contextRef="#ctx0" brushRef="#br0" timeOffset="48153">16280 4965 9373,'-5'10'0,"4"20"5119,-13 21-5119,11-12 0,3 4 0,0 8 0,0-3 0,3 11 0,6-11 0</inkml:trace>
  <inkml:trace contextRef="#ctx0" brushRef="#br0" timeOffset="48318">16333 5581 24575,'0'6'0,"0"-2"0</inkml:trace>
  <inkml:trace contextRef="#ctx0" brushRef="#br0" timeOffset="48767">16643 5028 8191,'-12'18'0,"8"-6"5063,-14 26-5063,12-4 0,2 5 0,-1 22 0,1 4 627,1-23 0,-1 1 1,2 2-628,0 14 0,2 4 0,2-4 0,5 4 0,1-3 0,-3 4 0,2-5 0,4-21 0,2-6 1844,5 1-1844,-1-29 0,-7 0 0,-1-9 0</inkml:trace>
  <inkml:trace contextRef="#ctx0" brushRef="#br0" timeOffset="49168">16863 5548 24575,'-7'32'0,"1"2"0,6 2 0,0 9 0,6-5 0,0-2 0,1-51 0,7-26 0,-4-2 0,1-3 0,9-15 0,5 14 0,-14 32 0,0 12 0,6 13 0,3 13 0,1 14 0,-7-9 0,0-1 0,-3-17 0,0 0 0,-3-6 0</inkml:trace>
  <inkml:trace contextRef="#ctx0" brushRef="#br0" timeOffset="49335">17187 5637 24575,'30'0'0,"9"-12"0,-5 4 0,0-1 0,3-7 0,-2 2 0</inkml:trace>
  <inkml:trace contextRef="#ctx0" brushRef="#br0" timeOffset="49752">17675 5147 24575,'0'29'0,"0"13"0,0-4 0,6-1 0,2 3 0,-1 4 0,0 2 0,6 8 0,0 1 0,-1 0 0,-3-4 0,-3-17 0,0-2 0,6 23 0,-6-47 0,8-21 0,1-14 0,3-18 0,0 8 0,6-8 0,-3 13 0,-1 1 0,-5 20 0,-9 11 0,-2 1 0,-4 4 0</inkml:trace>
  <inkml:trace contextRef="#ctx0" brushRef="#br0" timeOffset="49935">17861 5625 24575,'5'30'0,"1"-3"0,17-16 0,-6-5 0,20-6 0,11-20 0,-6 1 0,-2-2 0,-24 13 0</inkml:trace>
  <inkml:trace contextRef="#ctx0" brushRef="#br0" timeOffset="50200">18101 4968 24575,'29'19'0,"9"28"0,-13-21 0,1 3 0,-5 7 0,0 6 0,-3-1-805,2 11 0,-2 2 805,-3-2 0,-1 4 0,-3-1-1434,-4-3 1,-3-1 0,-2-2 1433,-2 10 0,-3-5 0,3-12 0,-4-9 0,-10-14 0</inkml:trace>
  <inkml:trace contextRef="#ctx0" brushRef="#br0" timeOffset="50500">18610 4782 8191,'-6'14'0,"2"33"2086,8-10 0,2 7-2086,-4 3 0,-2 6 0,1 2 0,1-3 0,1 3 0,0-1 0,-1-3 0,-1-5 0,-2-4 0,1 1 0,0 19 0,0 0 0</inkml:trace>
  <inkml:trace contextRef="#ctx0" brushRef="#br0" timeOffset="50637">18631 5788 24575,'0'0'0</inkml:trace>
  <inkml:trace contextRef="#ctx0" brushRef="#br0" timeOffset="52267">20563 4337 24575,'5'5'0,"-4"4"0,8-8 0,-3-1 0,4-5 0,-5-10 0,0-1 0,-5-5 0,-13-1 0,5 6 0,-11 0 0,4 10 0,-1 1 0,-4 10 0,-3 13 0,5 0 0,-3 18 0,13-8 0,-14 28 0,14-18 0,3 4 0,-4 11 0,1 5-1316,3-10 0,2 3 0,1-3 1316,7 6 0,0-2 0,-6 1 0,4-7 0,19-6 0,-6-16 0,9-6 0,3-13 0,4-14 0,5-9 0,10-14 0,-22 14 0,-1 4 0</inkml:trace>
  <inkml:trace contextRef="#ctx0" brushRef="#br0" timeOffset="52769">20920 4861 8191,'0'23'0,"0"3"5063,0 4-5063,0-6 2818,0-9-2818,0 0 1719,0-4-1719,0 4 6784,-5-10-6784,4-5 0,-4-22 0,5-5 0,17-15 0,-8 16 0,17 8 0,-10 14 0,4 4 0,-1 40 0,-8-13 0,-3 22 0,-8-26 0,0-13 0,9-5 0,12-19 0,18-5 0,-14-3 0,-1 8 0</inkml:trace>
  <inkml:trace contextRef="#ctx0" brushRef="#br0" timeOffset="53517">20784 4115 24575,'0'29'0,"0"2"0,0-1 0,0-6 0,0-9 0,0-5 0,0-14 0,0 2 0,0-26 0,10 6 0,1-3 0,11 6 0,-7 18 0,4 3 0,-12 29 0,2 6 0,-9 3 0,4-13 0,-3-9 0,8-16 0,1 1 0,6-10 0,-5 1 0,-2 1 0</inkml:trace>
  <inkml:trace contextRef="#ctx0" brushRef="#br0" timeOffset="53950">21431 4647 24575,'26'7'0,"-2"5"0,-4-11 0,11 1 0,-17-3 0,7-4 0</inkml:trace>
  <inkml:trace contextRef="#ctx0" brushRef="#br0" timeOffset="54133">21447 4588 24575,'33'0'0,"0"0"0,11 0 0,-28 0 0</inkml:trace>
  <inkml:trace contextRef="#ctx0" brushRef="#br0" timeOffset="55233">22256 4071 24575,'0'45'0,"0"3"0,0-3 0,0-7 0,0-18 0,0-14 0,0-28 0,6-6 0,14-24 0,-5 24 0,15-1 0,-14 24 0,8 16 0,0 14 0,-8 5 0,-4 9 0,-6-17 0,-5 5 0,5-16 0,-6-2 0</inkml:trace>
  <inkml:trace contextRef="#ctx0" brushRef="#br0" timeOffset="55417">22718 3691 24575,'-6'13'0,"1"15"0,5 27 0,0 3 0,0-9 0,0-3 0,0 1 0</inkml:trace>
  <inkml:trace contextRef="#ctx0" brushRef="#br0" timeOffset="55550">22782 4208 8191,'0'10'0,"-5"-4"0,4-1 0,-4-5 0</inkml:trace>
  <inkml:trace contextRef="#ctx0" brushRef="#br0" timeOffset="55901">21829 4706 24575,'45'-5'0,"-4"0"0,3-1 0,-3-4 0,4 0-1151,-3 2 0,6 1 0,2-1 0,0 0 1151,1-1 0,1 0 0,2 0 0,3 0-911,-7 2 0,4-1 0,2 1 0,1-1 0,-2 2 0,-1-1 911,2 2 0,-1-1 0,-1 2 0,0 0 0,1-1 0,3 1 0,0-1 0,0 1 0,-1 0 0,-4 2 0,12 1 0,-4 1 0,3 1 182,-5-2 1,2 1 0,1 0-1,-2 1-182,-8 0 0,-1 2 0,-1 0 0,1 2 0,1 1 0,2 2 0,-3 1 0,-5-2 0,11 2 0,-11 1 0,-4 18 0</inkml:trace>
  <inkml:trace contextRef="#ctx0" brushRef="#br0" timeOffset="56534">21881 5075 8191,'5'7'0,"-3"9"5063,4 35-5063,-6-12 2818,0 2-2818,0-22 1719,0-30-1719,0-22 6784,11-10-6784,1 2 0,11 23 0,9 25 0,-4 11 0,2 15 0,-9 3 0,-14-5 0,-3-11 0,-4-12 0</inkml:trace>
  <inkml:trace contextRef="#ctx0" brushRef="#br0" timeOffset="56733">22237 4752 24575,'5'26'0,"0"16"0,3 20 0,-6-22 0,6-8 0</inkml:trace>
  <inkml:trace contextRef="#ctx0" brushRef="#br0" timeOffset="56883">22357 5222 8369,'0'5'0,"0"0"0</inkml:trace>
  <inkml:trace contextRef="#ctx0" brushRef="#br0" timeOffset="57317">22797 5100 24575,'5'-20'0,"20"-14"0,-8 10 0,21-13 0,-17 13 0,6-9 0,-12 3 0,-3 5 0,-17 11 0,-1 14 0,0 9 0,-6 31 0,10 9 0,-2-17 0,0 1 0,4 14 0,5-3 0,1-26 0,6 5 0,2-17 0,-7-2 0,2-4 0</inkml:trace>
  <inkml:trace contextRef="#ctx0" brushRef="#br0" timeOffset="57533">23318 4556 24575,'-6'23'0,"1"2"0,5 10 0,0 6 0,0 2 0,0-1 0,0-7 0,0-1 0,0 20 0</inkml:trace>
  <inkml:trace contextRef="#ctx0" brushRef="#br0" timeOffset="57650">23374 5239 24575,'4'10'0,"-3"-4"0,4-2 0</inkml:trace>
  <inkml:trace contextRef="#ctx0" brushRef="#br0" timeOffset="59250">22945 4983 24575,'0'15'0,"0"17"0,0-8 0,0 19 0,0-22 0,0 15 0,6-6 0,8 9 0,3-18 0,-3 0 0,4-19 0,-7-2 0,19-25 0,6-21 0,-20 15 0,0-3 0,2 5 0,-3-1 0,-8-5 0,-4 1 0,-8-11 0,-19-11 0,-11 31 0,1 7 0,8 27 0,16 2 0,-4 39 0,12-31 0,-6 21 0</inkml:trace>
  <inkml:trace contextRef="#ctx0" brushRef="#br0" timeOffset="59867">24673 4580 24575,'26'8'0,"-12"-6"0,17 6 0,-16-8 0,14 0 0,-7 0 0,-3 0 0,-10 0 0</inkml:trace>
  <inkml:trace contextRef="#ctx0" brushRef="#br0" timeOffset="60017">24740 4726 24575,'34'15'0,"2"-11"0,-19-6 0,-1-6 0</inkml:trace>
  <inkml:trace contextRef="#ctx0" brushRef="#br0" timeOffset="60434">25248 4533 8191,'12'-23'0,"9"-7"4566,4-8-4566,3-3 0,-4-3 1439,-6 11 0,0-3-1439,-3-1 0,-2-2 0,1-7 0,-2 2 0,-4-8 1779,-13 18-1779,-5 30 6598,-1 20-6598,-11 9 0,12 3 0,3 5 0,-8 21 0,8-2 0,5 4 0,8-9 0,3 0 0,-1 12 0,2-2 0,3-14 0,-1-4 563,4 10-563,-10-26 0,-6-9 0,0-7 0,0 2 0</inkml:trace>
  <inkml:trace contextRef="#ctx0" brushRef="#br0" timeOffset="60583">25336 4753 24575,'60'0'0,"-20"0"0,1 0 0,-1 0 0,-2 0 0,22 0 0,-36 0 0</inkml:trace>
  <inkml:trace contextRef="#ctx0" brushRef="#br0" timeOffset="62033">24562 13831 8191,'-6'5'0,"10"-9"5063,7 8-5063,29-29 0,-8 11 0,6-2 0,5-6 0,6-3 0,2-2-340,-3 3 1,4-1 0,1 0 0,-1-1 339,-1 1 0,-1 0 0,1 0 0,-1-1 0,4-1 0,1-1 0,-1-1 0,-3 2 312,3-2 1,-4 1-1,4-1-312,-9 6 0,2-1 0,1 0 0,1 0 0,-1 0 0,8-4 0,-1 0 0,1 0 0,1 1 0,-8 4 0,2 1 0,0 0 0,-1 2 0,-4 1 0,11-5 0,-5 3 0,-6 5 851,-9 5 1,-8 5 0,-11 7-1,-27 3 1</inkml:trace>
  <inkml:trace contextRef="#ctx0" brushRef="#br0" timeOffset="62700">25364 12520 24575,'18'-32'0,"1"5"0,-3-3 0,1-3 0,1-1 0,0-2 0,-2-9 0,-1-2 0,1 5 0,-2 2 0,-3-15 0,-3 23 0,-12 23 0,-2 4 0,0 37 0,1 9 0,5-11 0,0 4 0,5 12 0,1 1 0,2-5 0,1 1 0,0 3 0,1-1 0,1-11 0,-1-5 0,-3 2 0,3-12 0,-9-7 0,5-3 0,-6-4 0</inkml:trace>
  <inkml:trace contextRef="#ctx0" brushRef="#br0" timeOffset="62933">25419 12734 24575,'28'-19'0,"21"-4"0,1 8 0,4 0 0,-6 1 0,-1 1 0,-1 4 0,-4 1 0,-2-1 0</inkml:trace>
  <inkml:trace contextRef="#ctx0" brushRef="#br0" timeOffset="63450">26259 11689 24575,'-15'11'0,"-1"5"0,-23 29 0,3-2 0,-6 7-1343,10-16 1,-3 2 0,-2 3-1,-1 1 1343,1 1 0,-2 4 0,-1 0 0,0 1 0,0-3-410,3-5 0,0-1 0,1-1 1,-2 1-1,0 4 410,0 3 0,-2 4 0,-1 1 0,1 1 0,0 0 0,2-2-357,3-5 0,2-1 0,1-1 1,-1 1-1,1 0 0,-2 2 357,-3 5 0,-1 1 0,0 1 0,-1 1 0,2-2 0,1-1 0,-3 4 0,0 0 0,2-1 0,1-3 0,2-2 0,2-5 0,2-2 0,1-2 0,3-3-156,-13 18 1,8-9 155,15-7 435,3-14 1,12-13-1,-4-6 1</inkml:trace>
  <inkml:trace contextRef="#ctx0" brushRef="#br0" timeOffset="64320">30836 12464 8191,'10'-5'0,"-4"-1"5063,-14 13-5063,0-4 0,-36 41 0,9-9 0,-5 5 129,7-10 1,-5 3-1,-2 2 1,-2 0-130,-1 2 0,-2 1 0,-2 1 0,-2 1 0,1 2-268,8-8 1,-1 2 0,0 1-1,-1 1 1,0-1 0,1-1-1,1-1 268,-3 0 0,1-1 0,0-1 0,0 0 0,0 1 0,0 2 0,2-1 0,0 3 0,-1 1 0,0 1 0,1-2 0,1-1 0,2-2 528,-5 1 1,1-3 0,2-1 0,0 0 0,0 1-529,-9 9 0,1 0 0,0 0 0,4-5 0,0-1 0,3-4 0,5-5 0,-17 9 0,42-30 0,5-6 0</inkml:trace>
  <inkml:trace contextRef="#ctx0" brushRef="#br0" timeOffset="74784">20183 6152 24575,'0'15'0,"5"-5"0,1-10 0,8-12 0,-3-4 0,-1-6 0,-5 6 0,-22-3 0,0 13 0,-38 12 0,5 18 0,21-7 0,1 4 0,2 6 0,4 3 0,6 2 0,4 3 0,2 6 0,2 0 0,1-7 0,4-2 0,11 28 0,5-27 0,6-7 0,10-12 0,-8-8 0,30-6 0,-20-8 0,2-3 0,1 2 0,0-1 0,19-12 0,-29 8 0</inkml:trace>
  <inkml:trace contextRef="#ctx0" brushRef="#br0" timeOffset="75150">20409 6445 8191,'0'31'0,"0"-3"5063,0 18-5063,0-20 2818,0 6-2818,0-19 1719,0-17-1719,6-4 6784,1-20-6784,6 8 0,3 5 0,2 5 0,7 33 0,-12 8 0,-5 12 0,-2 3 0,-6 16 0,-3-27 0,1-4 0,1-5 0,-4-22 0</inkml:trace>
  <inkml:trace contextRef="#ctx0" brushRef="#br0" timeOffset="75635">20477 5945 24575,'0'33'0,"0"-2"0,0-6 0,0-6 0,0-22 0,0-8 0,5-14 0,9 4 0,10 14 0,2 14 0,2 18 0,-17-8 0,3 7 0,-12-17 0,4 2 0</inkml:trace>
  <inkml:trace contextRef="#ctx0" brushRef="#br0" timeOffset="75784">20745 6012 24575,'10'6'0,"12"-2"0,-13-4 0,7 0 0</inkml:trace>
  <inkml:trace contextRef="#ctx0" brushRef="#br0" timeOffset="75968">21070 5840 24575,'-7'54'0,"-7"-13"0,12 12 0,-7-24 0,9 2 0,0-19 0,0 1 0</inkml:trace>
  <inkml:trace contextRef="#ctx0" brushRef="#br0" timeOffset="76533">21417 6198 24575,'5'6'0,"1"-1"0,4-5 0,4 5 0,6-3 0,1 4 0,-1-6 0,-10 0 0,-5 0 0</inkml:trace>
  <inkml:trace contextRef="#ctx0" brushRef="#br0" timeOffset="76667">21433 6380 24575,'-2'6'0,"12"-2"0,23-4 0,10-9 0,-12 7 0,-7-8 0</inkml:trace>
  <inkml:trace contextRef="#ctx0" brushRef="#br0" timeOffset="77183">22078 6012 24575,'0'8'0,"0"-1"0,0 26 0,0-3 0,0 1 0,-4-7 0,2-18 0,-2-12 0,22-22 0,-2 2 0,14-4 0,-11 17 0,0 2 0,-3 19 0,1 7 0,-7 24 0,-4-10 0,-6 3 0,0-27 0,0 0 0</inkml:trace>
  <inkml:trace contextRef="#ctx0" brushRef="#br0" timeOffset="77367">22611 5695 24575,'-16'26'0,"5"5"0,6-4 0,5-8 0,0-10 0</inkml:trace>
  <inkml:trace contextRef="#ctx0" brushRef="#br0" timeOffset="77500">22606 6007 24575,'0'15'0,"-5"-5"0,4-1 0,-3-8 0,4 4 0</inkml:trace>
  <inkml:trace contextRef="#ctx0" brushRef="#br0" timeOffset="77866">21848 6347 24575,'32'0'0,"0"0"0,6 0 0,1 0 0,2 1 0,5-2-1446,0-1 1,7-1 0,4-1-1,0 0 1446,-4 1 0,0 0 0,3 0 0,1-1 0,3 1-729,-5-1 1,3-1 0,3 1 0,0-1 0,0 1 0,-1 0 0,-3 0 728,1 1 0,-1 0 0,-1 0 0,-1 0 0,0 1 0,0-1 0,10 0 0,0 0 0,0 0 0,-2 1 0,-6 0 376,10 1 0,-5 2 1,-1-1-377,3 0 0,-1 0 0,-3 0 0,-12 0 0,-2 0 0,-2 0 0,7 0 0,-5 0 0,1 0 0</inkml:trace>
  <inkml:trace contextRef="#ctx0" brushRef="#br0" timeOffset="78600">21789 6606 24575,'0'30'0,"0"22"0,8-3 0,-6 9 0,6-17 0,-8-18 0,0-38 0,0-11 0,8-17 0,4 1 0,4 22 0,4 1 0,4 23 0,-1 5 0,11 35 0,-20-13 0,0 20 0,-8-31 0,-4-4 0,3-8 0</inkml:trace>
  <inkml:trace contextRef="#ctx0" brushRef="#br0" timeOffset="78751">22109 6805 24575,'11'0'0,"8"0"0,-2-6 0,-2 4 0,-6-3 0</inkml:trace>
  <inkml:trace contextRef="#ctx0" brushRef="#br0" timeOffset="78934">22391 6680 24575,'0'37'0,"0"23"0,0-9 0,0 8 0,0-26 0,0-19 0,0-10 0</inkml:trace>
  <inkml:trace contextRef="#ctx0" brushRef="#br0" timeOffset="79153">22596 6564 24575,'22'40'0,"-12"-11"0,-2 4 0,2 11 0,-3 3 0,0 7 0,-5 2-416,-9-11 1,-6 0 0,4-4 0,6-5 0,-2-3-1,-25 22 1</inkml:trace>
  <inkml:trace contextRef="#ctx0" brushRef="#br0" timeOffset="79750">21760 6459 8191,'-11'-5'0,"-9"9"5063,7 2-5063,-7 9 2818,2 3-2818,4 9 0,1 8 0,-8 13 0,2 7 481,8-7 1,3 3 0,2 2-482,2-4 0,1 2 0,2 0 0,2-4 2540,6 16 1,4-5-2541,3 9 0,10-14 0,7-37 0,5-9 0,10 2 0,1-4 0,16-5 0,-1 0 0</inkml:trace>
  <inkml:trace contextRef="#ctx0" brushRef="#br0" timeOffset="80150">22833 6404 24575,'0'19'0,"0"2"0,0 27 0,0-14 0,0 1 0,0 0 0,0-2 0,0 20 0,0-29 0</inkml:trace>
  <inkml:trace contextRef="#ctx0" brushRef="#br0" timeOffset="80287">22833 7098 24575,'0'10'0,"4"-4"0,-3-1 0,4-5 0</inkml:trace>
  <inkml:trace contextRef="#ctx0" brushRef="#br0" timeOffset="80751">23284 6871 24575,'2'0'0,"-4"0"0,11 0 0</inkml:trace>
  <inkml:trace contextRef="#ctx0" brushRef="#br0" timeOffset="81167">23509 6827 8191,'4'-11'0,"6"-3"5063,14-10-5063,1-2 2818,1-2-2818,-8 9 1719,-11 5-1719,-3-1 6784,-8 4-6784,-6 1 0,-1 5 0,1 21 0,-3 21 0,11 19 0,2-16 0,1 1 0,2 17 0,15-8 0,-12-28 0,13-9 0,-12-7 0,1-1 0</inkml:trace>
  <inkml:trace contextRef="#ctx0" brushRef="#br0" timeOffset="81335">23542 7047 24575,'51'6'0,"8"-1"0,-26-9 0,-1 0 0,9 2 0,-9-7 0</inkml:trace>
  <inkml:trace contextRef="#ctx0" brushRef="#br0" timeOffset="82102">24916 6238 24575,'10'0'0,"5"0"0,1 0 0,0 4 0,-2-3 0,-8 9 0,-1-9 0,-5 3 0</inkml:trace>
  <inkml:trace contextRef="#ctx0" brushRef="#br0" timeOffset="82233">24881 6398 24575,'39'8'0,"-8"-3"0,-12-5 0,-10 0 0</inkml:trace>
  <inkml:trace contextRef="#ctx0" brushRef="#br0" timeOffset="85600">25444 6079 8191,'-4'-6'0,"3"15"5063,-12 19-5063,11 24 0,-6-3 0,8 3 0,0-8 2818,0 18-2818,-6-15 1719,4-13-1719,-3-27 6784,5-35-6784,8-13 0,6 13 0,5-1 0,-3 2 0,3 0 0,8 1 0,0 3 0,6-1 0,5 3 0,-8 14 0,2 10 0,-6 16 0,-14 11 0,-6 8 0,-6 0 0,0-2 0,0-2 0,0-10 0,4-10 0,15-15 0,13-20 0,7 3 0,-12-3 0,-11 12 0</inkml:trace>
  <inkml:trace contextRef="#ctx0" brushRef="#br0" timeOffset="87367">20100 13655 8191,'-10'0'0,"-5"-5"5063,-1 4-5063,0-4 2818,-3 11-2818,12 0 1719,8 1-1719,26-2 6784,12-5-6784,17-4 0,11-4 0,-11-1 0,3-3 0,4 0-1324,-13 3 0,4 0 0,2 0 0,0 0 0,-1 0 1324,-3 2 0,0-1 0,0 1 0,-1 0 0,1-1 0,1-1 0,0-2 0,0 1 0,-1 1 0,-2 3 0,3 3 0,-1 3 0,-1 1 0,0-4 0,-1-5 0,0-3 0,0 0 0,-1 2 0,-2 3 0,-1 2 0,1 1 0,3-2-557,0-1 1,2-1 0,2 0 0,0-1-1,1 0 557,1-1 0,0-1 0,1 0 0,1 0 0,0 1-612,-3 2 1,2 2-1,0 0 1,0 0-1,-2 0 1,-2-1 611,13-3 0,-3-1 0,-2 1 0,-3 1 0,5 2 0,-4 2 0,-8 2-60,-8 1 1,-8 2 59,11-1 870,-25 4 1,-13-2 0,-13 2 0</inkml:trace>
  <inkml:trace contextRef="#ctx0" brushRef="#br0" timeOffset="88151">20973 12337 8191,'-6'9'0,"2"18"5063,4 20-5063,0-5 2818,6 10-2818,-5-30 1719,5 6-1719,-6-21 6784,0-9-6784,11-22 0,-2 1 0,16-8 0,-7 13 0,13-1 0,0 6 0,-1 10 0,-10 3 0,1 17 0,-18 4 0,9 3 0,-12 1 0,0-10 0,0 4 0,0-8 0,5-1 0,17-5 0,-3-10 0,8 4 0,0-4 0,-14 5 0,4 0 0,-12 0 0</inkml:trace>
  <inkml:trace contextRef="#ctx0" brushRef="#br0" timeOffset="97967">16948 14609 8191,'-10'4'0,"0"-3"5063,-5 10-5063,4-5 2818,62-34-2818,-6-1 0,9-6 0,-7 7 0,5-3 0,3-2 0,0 0-157,-6 4 0,1-1 1,1 0-1,1 1 1,-1 0 156,1 1 0,1 0 0,0 0 0,-1 2 0,-2 2 0,3-2 0,-2 1 0,0 3 0,-2 3 0,10 0 0,-1 5 0,-8 3 0,-9 3 0,-6 4 0,24 4 0,-43 0 0</inkml:trace>
  <inkml:trace contextRef="#ctx0" brushRef="#br0" timeOffset="98751">20537 14637 24575,'28'-24'0,"0"0"0,9-6 0,5-2 0,6 2 0,6-2 0,4 1-2458,-5 4 0,4 0 1,0 1-1,-1 1 2426,-5 3 0,-2 0 0,2 2 1,2-1 31,1 2 0,3 0 0,1 0 0,-1 0 0,-4 2 403,-5 0 0,-2 1 0,-1 1 0,1 0-403,3 0 0,1 1 0,-1 1 0,-6 0 0,10-4 0,-9 3 0,3 4 0</inkml:trace>
  <inkml:trace contextRef="#ctx0" brushRef="#br0" timeOffset="102850">4155 15471 8191,'-6'4'0,"2"6"5063,9 14-5063,-3 22 2818,4-12-2818,-6 17 1719,0-28-1719,5 5 6784,1-12-6784,15-7 0,3-4 0,5-4 0,6-2 0,8-6 0,5-2 0,-6 3 0,4 0 0,-2-1-967,13-2 1,-3-2 966,3-5 0,-5 1 0,11 11 0,-24-8 0,-1 1 0,9 9 0,0-6 0,-37 3 0,-11-1 0,-5-4 1933,-3 4-1933,8-3 0,-4 8 0,5-4 0</inkml:trace>
  <inkml:trace contextRef="#ctx0" brushRef="#br0" timeOffset="104116">11556 15549 8191,'-4'-5'0,"2"5"5063,-2 14-5063,4 11 2818,0 6-2818,6-2 1719,-5 0-1719,17 0 6784,-2-8-6784,17-3 0,1-13 0,22-19 0,2 10 0,-15-3 0,4 0 0,-1 6 0,0 2 0,-5-1 0,1 0 0,9-1 0,-2 2 0,12 5 0,-27-6 0,-2 1 0,1 5 0,-19-15 0,-3-11 0,-10-3 0,5-1 0,-1 14 0,-4-4 0,3 12 0,-4-7 0</inkml:trace>
  <inkml:trace contextRef="#ctx0" brushRef="#br0" timeOffset="107535">15131 15579 24575,'3'8'0,"3"1"0,10 29 0,0-9 0,-6 1 0,2-11 0,2-9 0,-2-4 0,6-2 0,-3-4 0,21 0 0,11 0 0,-14-4 0,0 0 0,23 2 0,-9-7 0,5-1 0,5 8 0,3 1-390,-8-2 1,2-2 0,1 2 389,4 2 0,1 1 0,-4 1-1318,5-1 1,-4 0 1317,-4-1 0,-6 2 0,6 8 0,-7-6 0,-2 14 0,-8-15 0,-7 12 0,3-8 1009,-20-8-1009,-4-5 2794,-15-22-2794,1 7 0,1 2 0,5 12 0</inkml:trace>
  <inkml:trace contextRef="#ctx0" brushRef="#br0" timeOffset="113616">17844 15585 24575,'-6'4'0,"2"6"0,16 9 0,-5 2 0,15 4 0,-10-14 0,8 8 0,8-4 0,12 2 0,-7-5 0,1-1 0,24-3 0,4 2 0,-18-10 0,16 0 0,-24 0 0,2 0 0,4-4 0,0 0 0,-5-1 0,-2-1 0,10-4 0,-15-10 0,-4 8 0,-1-11 0,1 3 0,-6-1 0,-4 5 0,-5 1 0,2 3 0,-2-4 0,5-6 0,0-9 0,-9 9 0,5-5 0,-11 15 0,17-19 0,-2 1 0,11-17 0,-6 3 0,-8 10 0,-7 6 0,-6 1 0,0-11 0,0-1 0,-6-8 0,5 20 0,-14 3 0,9 13 0,-15-4 0,5 3 0,-10-3 0,-4 3 0,8 5 0,-1-4 0,12 10 0,-4-8 0,-5 8 0,-10-10 0,4 10 0,-2-5 0,8 6 0,-8 0 0,-3 0 0,-23 0 0,4 0 0,-5 0 0,9 0 0,10 0 0,-9 8 0,9 0 0,-1 6 0,11 6 0,9-7 0,-4 10 0,10-7 0,-17 16 0,5 7 0,-7 4 0,6 2 0,14-8 0,-11 4 0,13-3 0,-11-3 0,12-11 0,3-9 0,4-5 0,0-4 0,0-2 0</inkml:trace>
  <inkml:trace contextRef="#ctx0" brushRef="#br0" timeOffset="115617">19007 15712 24575,'-6'13'0,"2"8"0,4 21 0,11 8 0,-8-14 0,17-3 0,-1-23 0,3 2 0,13-7 0,-4-6 0,0-1 0,20-11 0,-17 5 0,4-1 0,17-5 0,6 1-1512,-12 6 0,2 1 0,-1 1 1512,11-4 0,-2 2 0,1 6 0,-3 2-14,-22-1 0,0 0 14,11 4 0,2 3 0,-3 0 0,2 2 0,7 4 0,-2 3 0,-7-1 0,-5 1 0,12 7 0,-19-8 0,-23-10 0,-9-10 0,3-1 0,0-4 4528,12-2-4528,13 1 36,5 3-36,11-7 0,1 13 0,-6-7 0,4-1 0,8 2 0,4 2-548,-2 2 0,4 0 1,2 0 547,-11 1 0,0 0 0,0 0 0,0 1-972,9 1 1,-1 1 0,-1 1 971,-1-1 0,-2 0 0,-2 0 0,1 0 0,0 0-407,-5-1 1,4 1-1,1 1 407,-5 1 0,0 1 0,2 1 0,1-1 0,7 1 0,1-1 0,1 1 0,-2 0-813,-4 0 1,-1-1 0,-2 1 0,-1 0 812,10 4 0,-3 1 0,-3-2 0,4-6 0,-2 1 90,-9 4 1,1 3 0,3-2-91,9-1 0,2-2 0,2 2 0,-9-1 0,1 2 0,2 0 0,-1 0-526,3-1 1,1 1 0,0-1 0,-4 1 525,6 2 0,-3 1 0,-2-2 0,-7-3 0,-2-2 0,-3 3 138,2 8 1,1 1-139,1-8 0,4 0 0,1 1 0,0 4 0,0 2 0,4-1-3,-2-4 0,4 0 1,0-1-1,-3 0 3,3-1 0,-4 0 0,0 0 0,-2 1 0,0 1 0,-4-3-21,2-5 0,0 1 21,5 4 0,5 3 0,0 0 0,-13-5 0,0-1 0,2 1 0,1 0 550,-3 1 1,2 0 0,0 1 0,1 0 0,-1-1-551,10 2 0,1 0 0,-2 0 0,-2-1-571,5-1 1,-2 0 0,0 0 570,-1 3 0,0 1 0,-3-2 0,-10-5 0,-2-2 0,3 1 0,5 2 0,3 1 0,1-1 0,0 0 0,-3-2 0,0-2 0,0 1 0,3 0 0,2 0 0,2 0 0,2 0 0,0 0 0,-1 0 0,-1 0 0,1 0 0,-1 1 0,0-1 0,-3-1 0,5-2 0,-3 0 0,0-1 0,1 1 0,-4 2 0,1 1 0,0 0 0,0-1 0,-2 0 0,4-2 0,-2 0 0,1 0 0,2-1 0,-1 2 0,1-1 0,3 0 0,-1 0 0,0 2 0,-1 0 0,1 0 0,-1 1 0,-1 0 0,-1-2 0,3 0 0,-1-2 0,-2 0 0,2 2 0,-10 1 0,1 1 0,0 1 0,0-1 0,-2 0 358,5-3 0,-2-1 0,1 1 1,1 0-359,-5 2 0,2 1 0,1 0 0,-1 0 0,0-2 0,11-3 0,1-2 0,-2 0 0,-3 2-421,2 3 1,-3 2 0,-3-1 420,-4-3 0,-2-1 0,-3 2 0,5 3 0,0 0 285,-5-3 0,2-1 0,0 0-285,4 3 0,1 0 0,0 0 0,2-2 0,1-1 0,-2 0 0,-3 1 0,-2-1 0,-4 2 0,6 1 0,-6-1 0,-9-7 0,-4 1 2598,11 6-2598,8-15 1970,0 1-1970,4-12 0,-6-12 0,-15 0 1550,-9 9 1,-2-2-1551,-9 3 0,-1-1 0,7-5 0,-3 1 0,-13-8 0,2 17 0,-11 21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50:23.1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20986 10093 24575,'-17'-5'0,"3"0"0,3 5 0,54 0 0,4 0 0,-4 1 0,4-2 0,8-4 0,0 0 0,-8 3 0,0 1 0,4-5 0,-3 2 0,-13 9 0,-4 2 0,1 0 0,-18 11 0,-10-12 0,-4-2 0</inkml:trace>
  <inkml:trace contextRef="#ctx0" brushRef="#br0" timeOffset="368">21081 9842 24575,'29'0'0,"5"8"0,3-6 0,-1 2 0,5 0 0,11-3 0,3-2-960,-3 1 1,-1 0 959,2 0 0,-4 0 0,12 0 72,-16 0 0,-17 0 0,-12 0 0</inkml:trace>
  <inkml:trace contextRef="#ctx0" brushRef="#br0" timeOffset="2051">22028 9078 8191,'37'29'0,"0"1"0,0 0 0,-4-5 0,-4-3 0,-5 0 0,1-1 0</inkml:trace>
  <inkml:trace contextRef="#ctx0" brushRef="#br0" timeOffset="3500">22222 9172 8191,'-5'-6'0,"4"15"5063,-4 3-5063,5 20 2818,0-1-2818,10 30 0,-8-17 0,8 16 1719,-10-24-1719,0 9 6784,4-18-6784,-3 3 0,-1-33 0,-6 1 0,-5-21 0,5-17 0,0-14 0,6 5 0,0 5 0,6 25 0,14-15 0,1 6 0,18-10 0,-16 16 0,5 9 0,-8 2 0,-1 9 0,1-4 0,5 15 0,-2 6 0,8 25 0,-17-4 0,8 12 0,-20-4 0,6-14 0,1 2 0,-8 1 0,0 0 0,12 28 0,-7-25 0,1-19 0,7-16 0,-4 4 0,12-14 0,7-14 0,-14 9 0,3-7 0</inkml:trace>
  <inkml:trace contextRef="#ctx0" brushRef="#br0" timeOffset="3803">22883 8565 24575,'-5'-11'0,"0"14"0,5 51 0,5-4 0,2 8 0,-3-1 0,1 6 0,1 2-634,0-14 0,0 2 0,1-1 0,0-4 0,-2-1 1,0-4-1,0-2 0,0 6 0,1-1 0</inkml:trace>
  <inkml:trace contextRef="#ctx0" brushRef="#br0" timeOffset="3969">23023 9851 24575,'0'0'0</inkml:trace>
  <inkml:trace contextRef="#ctx0" brushRef="#br0" timeOffset="4570">21654 10042 24575,'59'0'0,"1"0"0,-11 0 0,2 0 0,7 0 0,-8 0 0,6 0 0,3 0 0,3 0 0,-1 0 0,-1 0-1612,-3 0 0,-1 0 0,0 0 0,1 1 1,3-2-1,1 1 1612,-7-1 0,2 0 0,1-1 0,2 0 0,1 1 0,0-1 0,-1 0 0,0 1 0,-2 0-373,4 0 0,-1 0 1,-1 1-1,0 0 0,0 0 1,0 0-1,1-1 0,0 0 373,-3 0 0,1 0 0,0-1 0,1 0 0,-1 0 0,1 1 0,-2-1 0,0 1 0,-2 0-168,7 0 1,-1 1 0,0 0 0,-2 0 0,0 1 0,-1-1 0,1 0 167,-3 0 0,1 0 0,-2 1 0,1-1 0,-1 0 0,1 0 0,-1-1 0,8-1 0,1 0 0,0-1 0,-2 1 0,0-1 0,-2 2-262,0-1 1,-4 2 0,1 0 0,0-1 0,5 0 261,-3 0 0,4-1 0,3-1 0,0 1 0,-1 0 0,-1 0 0,-5 1 0,6 0 0,-3 1 0,-2 0 0,0 1 0,2-1 0,-6 0 0,2 0 0,0 0 0,-1 0 0,-2 0 0,-3 0 0,3 0 0,-2 0 0,-4 0 0,-2 0 0,2 0 0,-3 0 0,-9 0 0,-2 0 0,-19 0 0</inkml:trace>
  <inkml:trace contextRef="#ctx0" brushRef="#br0" timeOffset="6067">22087 10480 24575,'0'27'0,"0"33"0,4-24 0,1 3 0,-4 10 0,0 1 0,8-4 0,0-2 0,-7 17 0,6-21 0,-8-30 0,0-28 0,0-8 0,0-22 0,0-6 0,6 15 0,2-1 0,6-16 0,20 5 0,4 57 0,9 23 0,-12 5 0,-4 9 0,-11-9 0,-6 2 0,5-12 0,-13-11 0,-1-13 0</inkml:trace>
  <inkml:trace contextRef="#ctx0" brushRef="#br0" timeOffset="6251">22549 10769 24575,'29'7'0,"16"-1"0,-9-13 0,2-2 0,23-3 0,-9-7 0,-36 11 0</inkml:trace>
  <inkml:trace contextRef="#ctx0" brushRef="#br0" timeOffset="6634">22979 10381 8191,'-5'4'0,"0"15"5063,-4 37-5063,12-12 0,2 3 0,-10 8 0,3 0 576,11-5 1,2-2-577,-10-8 0,0-3 0,8 9 1930,-3-10-1930,-4-13 6063,3-22-6063,0-3 0,8-29 0,4 12 2175,15-16-2175,6 9 0,-6 11 0,0-3 0,-22 21 0,-6-6 0,-4 7 0</inkml:trace>
  <inkml:trace contextRef="#ctx0" brushRef="#br0" timeOffset="6767">23099 10873 24575,'14'25'0,"-1"-6"0,34-4 0,5-9 0,0-25 0,-15 15 0,-18-15 0</inkml:trace>
  <inkml:trace contextRef="#ctx0" brushRef="#br0" timeOffset="7017">23450 10080 24575,'30'23'0,"0"-1"0,6 17 0,-1 7 0,-7-2 0,-1 4 0,-3 1-1778,-5-5 1,-2 0 0,-1 0 1777,1 1 0,0 0 0,-6-2 0,-6 5 0,-5 1-22,-1-3 0,-1 4 1,-7-1 21,-13-2 0,-7-1 0,3-2 0,4 11 0,-2-6 0,-11-14 0,0 0 0</inkml:trace>
  <inkml:trace contextRef="#ctx0" brushRef="#br0" timeOffset="7550">21770 10087 24575,'-17'16'0,"-7"6"0,4-3 0,1 7 0,-1 6 0,3 18 0,4 8-945,2-1 1,1 7-1,4 2 945,6-8 0,3 3 0,2 0 0,0-2-1046,-1-8 0,1 0 1,1-2-1,2 0 1046,7 12 0,3-1 0,2-6 0,3-3 0,6-5-241,-2-11 0,3 0 1,4-5 240,3-6 0,3-4 0,-3 0 0,3 9 0,-2-6 0,-3-18 0,0 0 0</inkml:trace>
  <inkml:trace contextRef="#ctx0" brushRef="#br0" timeOffset="8034">24183 9969 24575,'-6'24'0,"1"13"0,5-5 0,0 3 0,0-2 0,0 2-929,0 8 0,0 0 929,0-8 0,0 0 0,0 9 0,0-3 0,0 2 0,0 3 0</inkml:trace>
  <inkml:trace contextRef="#ctx0" brushRef="#br0" timeOffset="8167">24210 11108 24575,'0'19'0,"0"-8"0,0-2 0</inkml:trace>
  <inkml:trace contextRef="#ctx0" brushRef="#br0" timeOffset="9571">17600 4983 8191,'0'14'0,"0"-3"5063,0 4-5063,0-1 2818,0 18-2818,5 0 0,1 5 0,0 16 0,1 3 0,-1-1 0,1 1 347,5 0 1,-2-2-348,-9-15 0,0 0 0,9 15 0,2 1 2975,-6-11 1,0 0-2976,4 11 0,2-5 0,4 1 0,6-20 0,-5-25 0,30-9 0,-16 2 0,2-1 0,19-7 0,3-2 0,-8 4 0,0 1-196,8 1 1,-1-3 195,-15-3 0,1 1 0,10 7 0,7 3 0,0 0 0,3-3 0,0-2 0,4 2 0,-4 2 0,4 0 0,0 1 0,0 2 0,-4 1 0,0 2 0,-1 1 0,-3-3-1168,3-2 1,-2-1 0,-3 4 1167,-7 4 0,-2 3 0,-4-3 0,-1-6 0,-2-1 0,2 5 0,-1-2 0,15-8 0,-6-6 0,-34-1 1531,-9-8-1531,-17 0 0,1-11 0,-1-7 0,-8-15 0,0-7 822,6 4 1,1-4 0,2-3-823,3 10 0,2-2 0,0 1 0,0 1 0,1-4 0,0 1 0,3 2 0,4 2 0,2 2 0,0 7-243,3-10 243,3 14 0,-14 33 0,-22 0 0,-24 9 0,-15 4 0,20-4 0,-4 0 0,-3 0 0,-4-1-345,3 0 1,-6 0-1,-2-1 1,0 0 0,3 1-1,4-1 1,-1 2 0,5-1-1,0 1 1,0-2 0,-2-2-1,1 0 1,-1 0 0,0 0-1</inkml:trace>
  <inkml:trace contextRef="#ctx0" brushRef="#br0" timeOffset="12303">24714 10168 24575,'6'-10'0,"-1"0"0,-1 4 0,-3-7 0,4 6 0,-5 6 0,0 22 0,0 32 0,-6-16 0,0 6-460,4 5 0,2 7 0,-1 0 460,-2 2 0,-2 1 0,2 1-713,2-11 1,0 3-1,2-2 1,0-2 712,1 0 0,1-3 0,0-3 0,-3 6 0,6-14 0,16-31 0,4-40 0,-3 4 0,-1-3 0,-2 1 0,-1 1 587,0 6 0,-1 4-587,0 6 3056,-2 5-3056,-5 8 0,0 6 0,-7 1 0,-4 3 0</inkml:trace>
  <inkml:trace contextRef="#ctx0" brushRef="#br0" timeOffset="12485">24862 10820 8191,'-5'22'0,"0"-9"5063,5 13-5063,6-11 2818,12 13-2818,39-16 0,-16-2 0,1-3 0,1-10 0,-1-3 669,-2 2 0,-3-3-669,15-19 0,-30 15 0,1-4 0</inkml:trace>
  <inkml:trace contextRef="#ctx0" brushRef="#br0" timeOffset="12667">25442 10240 24575,'0'33'0,"0"0"0,0 6 0,-6 14 0,0 1 0,5-16 0,0-2 0,-5 3 0,1 0 0</inkml:trace>
  <inkml:trace contextRef="#ctx0" brushRef="#br0" timeOffset="12784">25390 11158 24575,'5'6'0,"-4"-2"0,3-4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51:58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25621 5488 24575,'0'60'0,"0"-26"0,0 1 0,0 7 0,0 2 0,1 17 0,0 3-538,2-2 0,1 1 538,0-14 0,0 0 0,0-1 0,3 13 0,0-3 176,-1-13 0,-1-4-176,3 11 179,-4-21-179,-2-30 0,-1-5 0,2-30 545,12-12-545,0 11 0,3-3 0,7-5 0,2 0 0,6-3 0,2 1 0,1 3 0,0 2 0,-2 7 0,-1 3 0,-3 4 0,-2 3 0,8 1 0,-15 9 0,-14 15 0,-10 3 0,-10 5 0,-14 6 0,-12 3 0,-7 3 0,18-7 0,0 0 0,-20 9 0,0 5 0,23-13 0,8 2 0,11-9 0,2 4 0,5-6 0,9 5 0,16 9 0,21 10 0,-10-7 0,3-1 0,-5-3 0,0 0 0,4 3 0,-3-2 0,4-1 0,-5 0 0,-20-11 0,1 0 0,-9-3 0,-4-4 0</inkml:trace>
  <inkml:trace contextRef="#ctx0" brushRef="#br0" timeOffset="2514">17867 6152 24575,'0'60'0,"0"-13"0,0 15 0,0-5 0,0-11 0,0 3 0,0-23 0,0-11 0,0-12 0,0-22 0,0-10 0,3-18 0,12-8 0,-3 25 0,4 0 0,5-2 0,2 1 0,2 2 0,0 1 0,18-16 0,-6 15 0,-15 15 0,-3 8 0,-9 7 0,2 4 0,0 8 0,3 10 0,0 9 0,-1 5 0,-4 0 0,-3-4 0,-4-3 0,-1-9 0,0-7 0,-2-9 0,0-4 0</inkml:trace>
  <inkml:trace contextRef="#ctx0" brushRef="#br0" timeOffset="3147">18512 6280 24575,'20'0'0,"1"0"0,22 0 0,-7 0 0,2 0 0,-12 0 0,-12 0 0,-6 0 0,-6 0 0</inkml:trace>
  <inkml:trace contextRef="#ctx0" brushRef="#br0" timeOffset="4680">19103 5595 24575,'0'34'0,"0"0"0,0 4 0,0 1 0,0 4 0,0-1 0,0-4 0,0-2 0,0 0 0,0-1 0,0 28 0,0-27 0,0-1 0,0 23 0,0-15 0,0-12 0,0-9 0,0-8 0,1-7 0,1-4 0,0-5 0,5-8 0,11-13 0,16-17 0,0 8 0,3-2 0,-4 4 0,0 2 0,8-4 0,-3 4 0,3 1 0,-8 11 0,-21 13 0,-1 1 0,-8 3 0,-2 5 0,-1-2 0,-16 7 0,-20-1 0,-25 7 0,2-3 0,23-5 0,1 0 0,-8 6 0,2 1 0,19-5 0,13-3 0,10-1 0,7-1 0,15 4 0,4-2 0,23 10 0,2 2 0,-20-8 0,2 1 0,-3 0 0,0-1 0,21 9 0,-14-6 0,-12-5 0,-11-5 0,-7-22 0,-5 13 0,-3-15 0</inkml:trace>
  <inkml:trace contextRef="#ctx0" brushRef="#br0" timeOffset="24331">7249 9280 24575,'0'20'0,"0"4"0,0 4 0,0 3 0,0-2 0,0-5 0,0-6 0,0-3 0,0-7 0,0-1 0,0-4 0,0 1 0,0 0 0,3-1 0,-2 1 0,4 1 0,-1 0 0,-2 0 0,0 0 0,1 1 0,-1-3 0,4 1 0,0-4 0,4 0 0,4 0 0,5 0 0,17 0 0,1 0 0,11 0 0,-2 0 0,-6 0 0,14 0 0,-7 0 0,11 0 0,0-1 0,2-1 0,-28 0 0,1 0 0,9-1 0,2-1 0,-5 0 0,1 1 0,4-1 0,-2 1 0,19-2 0,-28 3 0,1 1 0,27-2 0,-23 1 0,2 0 0,0 1 0,1 0 0,0 0 0,0 0 0,1 0 0,0 1 0,1 0 0,0 0 0,6 0 0,1 0 0,-6 0 0,0 0 0,12 0 0,-2 0 0,-19-1 0,0 0 0,14 0 0,0-1 0,-10 0 0,1 0 0,9-1 0,3 0 0,-3 1 0,1 0 0,-3-1 0,0 0 0,-3 0 0,1-1 0,-2 1 0,2-1 0,9-1 0,1 0 0,-6 2 0,0 1 0,5-4 0,-1 2 0,-10 3 0,-3 1 0,-8-3 0,0 0 0,3 2 0,-1 0 0,21-1 0,-20 1 0,1 0 0,-2 1 0,-1 0 0,1 0 0,1 0 0,-1 0 0,1 0 0,6 0 0,-1 0 0,-8 0 0,0 0 0,5 0 0,-3 0 0,6 0 0,7 0 0,-10 0 0,14 0 0,4 0 0,5 1 0,0 1 0,-2 0 0,-25-1 0,-1 0 0,18-1 0,7 0 0,-26 2 0,6-1 0,-11 3 0,7-1 0,-2 0 0,4 0 0,4 0 0,5 1 0,4-2 0,15-1 0,-8-1 0,5 0 0,-24 0 0,-4 0 0,-15 0 0,-3 0 0,-6-1 0,-7-6 0,0 3 0,-1-8 0,0-2 0,0-11 0,0-8 0,-1-4 0,-1 2 0,0 5 0,1 8 0,1 6 0,0 7 0,0 2 0,-2-2 0,2 5 0,-2-4 0</inkml:trace>
  <inkml:trace contextRef="#ctx0" brushRef="#br0" timeOffset="39148">8189 10899 24575,'0'55'0,"0"0"0,0 1 0,0 1 0,0 1 0,0 3 0,0-6 0,0 2 0,0 1 0,2-1-938,1 0 0,0-1 0,3-1 0,4 1 938,4-1 0,4 1 0,3-1 0,6-2-529,-1-8 1,4-1 0,4-1 0,2-2-1,5-2 529,-2-5 0,3-1 0,3-3 0,4 0 0,3-2 0,6 0-312,-11-8 0,3 0 0,4 0 0,3 0 1,2-2-1,2 1 0,1-2 0,1 0 0,0-1 1,0-1-1,0-1 0,-2-1 312,-3-1 0,-1-2 0,1-2 0,-1 0 0,1-1 0,0 0 0,1-1 0,0-1 0,1 1 0,2-1 0,0 1 0,2 0 0,2 0-181,-9 0 1,1 0 0,2 0-1,2 1 1,0 0 0,2-1-1,0 1 1,1-1 0,0 1-1,1-1 1,0 0 0,-1-1-1,0 1 1,0-1 0,-1-1 0,-1 0-1,-1-1 1,0 0 0,-3-1 180,6 0 0,-1-2 0,-2 0 0,0 0 0,-2-2 0,0 1 0,0-1 0,0-1 0,0 0 0,0 1 0,1-1 0,1 0 0,1 0 0,1 0 0,1 1-90,-7 0 0,1 0 0,1 0 0,0 0 0,2 0 0,0 0 0,0-1 0,1 1 0,1 0 0,-1-1 0,1 1 0,-1-1 0,0 1 0,0-1 0,-1 1 0,0-1 1,-1 0-1,0 0 0,-2 1 0,0-1 90,5 0 0,-2 0 0,0-1 0,-1 1 0,-1-1 0,0 1 0,-1-1 0,1 1 0,-1-1 0,0 0 0,1 1 0,0-1 0,1 1 0,0-1 0,1 1 0,2 0-54,-5 0 0,2 0 0,0 0 0,1 0 0,1 0 1,0 0-1,0 0 0,1 0 0,-1 0 0,1 0 1,0 1-1,0-1 0,-1 0 0,1 1 0,-1 0 1,0 0-1,-1 0 0,-1 0 0,0 0 54,2 1 0,0 0 0,0-1 0,0 1 0,-1 0 0,0 0 0,0 0 0,-1 1 0,0-1 0,1 1 0,-2 0 0,1 0 0,0 0 0,-1 0 0,0 1 0,0 0 0,0 0 0,4 0 0,1 0 0,-1 1 0,-1 0 0,1 0 0,-1 1 0,1-1 0,-2 1 0,1 0 0,-1 0 0,0 0 0,0 0 0,-1 1 0,0-1 0,-1 1 0,4 0 0,-1 0 0,1 0 0,-1 1 0,-1 0 0,0-1 0,0 1 0,-1 0 0,0 1 0,-1-1 0,-1 1 0,0 0 0,0 0 14,2 1 0,0 0 0,-1 1 0,-1-1 0,0 1 0,0 0 1,-1 0-1,-1 0 0,0 1 0,-1 0 0,0 0-14,6 1 0,1 0 0,-1 1 0,-1 0 0,-1 0 0,0 1 0,-2-1 0,-2 0 0,-2 0 219,10 2 0,-3 1 0,-2-1 1,-2 0-1,0 0 0,-2 0-219,5 1 0,0 1 0,-1-1 0,-5 0 0,-7-1 1378,18 6 1,-12-1-1379,-15-5 0,-7-3 4123,-5 0-4123,-6-11 0,-27-58 0,-2 12 0,-3-9 0,0-4 487,3 13 0,0-3 0,0-2 0,0-2 1,1-1-488,1-2 0,-1-2 0,1-2 0,0-1 0,1 2 0,0 3 0,0-2 0,1 2 0,1 2 0,0 0 0,1 1 449,0-10 1,1 1-1,1 3 1,0 9-450,1 0 0,1 8 0,4-14 0,2 42 0,-2 2 0,0 11 0</inkml:trace>
  <inkml:trace contextRef="#ctx0" brushRef="#br0" timeOffset="40514">20448 11498 24575,'-45'36'0,"0"0"0,-1 2 0,3 2 0,5-3 0,2 0 0,-2 3 0,4-3 0,-2 1 0,3 0 0,21-22 0,64-50 0,-11 4 0,7-6 0,-10 7 0,3-4 0,2 0 0,-4 1-153,3 0 1,-3 1 0,2-1 152,8-8 0,1-2 0,-5 6 0,-8 6 0,-3 2 0,3 0 0,-3 3 0,9-1 0,-27 21 0,-9 17 0,-7 25 0,0 9 457,-3 15-457,1-17 0,-2-2 0,0-17 0,-1 2 0,-1-3 0,-4 6 0,-4 12 0,-8 12 0,6-21 0,-2 1 0,1-5 0,-2-1 0,-6 2 0,-4-3 0,-18 3 0,5-15 0,-5-4 0,1-5 0,-1-2 0,-10 1 0,-1-2 0,5-4 0,3-2 0,9-1 0,5-2-1696,-14-6 0,26 1 0,16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53:02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18333 6892 24575,'0'46'0,"0"10"0,0-22 0,0 0 0,0 23 0,0-22 0,0-2 0,0 9 0,0 4 0,0-14 0,0-11 0,0-8 0,19-7 0,27-3 0,-1-1 0,5 1 0,-2-1 0,4 2 0,-2 0 0,4 2 0,-2 0-221,-7-1 1,-2 1 0,2-1 220,7 2 0,2 0 0,-2 0 0,-4 0 0,-1-1 0,-1 0 0,16 2 0,-3-1 0,-8-1 0,-4 0 0,-9-3 0,-3 1 0,21 2 0,-25-3 0,-5 0 0,-14-3 661,1 0-661,-8-1 0,2-6 0,-7-18 0,0-12 0,0-7 0,0-10 0,0-4-292,0 2 1,0-4 0,0 2 291,0 8 0,0 2 0,0-2 0,0-11 0,0-3 0,0 4 0,0 13 0,0 2 0,0-1 0,0-6 0,0-1 0,0 2 0,0-11 0,0 4 0,0 7 0,0 2 0,0 9 0,0 4 0,0-22 0,0 9 0,0 20 874,0 7-874,0 13 0,0 5 0,0-2 0,-1 2 0,-5 2 0,-12 1 0,-26 1 0,3-1 0,-6 0 0,1 0 0,-5 0 0,0 0-188,2-1 1,0-1-1,0 1 188,-5-1 0,-1 1 0,4-1 0,1-1 0,2 0 0,-4-1 0,2 0 0,10 0 0,0 0 0,-7-2 0,0 1 0,8 0 0,3-1 0,-25-3 0,19 3 563,15 0-563,6 4 0,12 0 0,-2 1 0,8 5 0,0 15 0,2 12 0,1 1 0,0 4 0,-2 27 0,0-9 0,-1 5 0,-2-3 0,-1 3-246,1-10 1,0 3-1,0 0 246,-1-1 0,1 0 0,-1-1 0,0-1 0,0-1 0,0-2 0,-1 14 0,-1-4 0,2-12 0,-1-3 0,-3 16 0,4-22 0,3-18 0,0-6 0,3-8 0,-1-1 0</inkml:trace>
  <inkml:trace contextRef="#ctx0" brushRef="#br0" timeOffset="13799">11276 12682 24575,'0'16'0,"0"11"0,0 20 0,0-16 0,0 3 0,0 4 0,0 0 0,0 0 0,0-2 0,0-1 0,0-3 0,0 8 0,0-9 0,3-25 0,10-1 0,24-5 0,-5 0 0,4 0 0,13 0 0,6 0 0,-9 0 0,2 0 0,1 0 0,-5 0 0,1 0 0,0 0 0,6 0 0,1 0 0,-2 0 0,11 0 0,-4 0 0,-9 0 0,-1 0 0,5 0 0,0 0 0,-11 0 0,0 0 0,11 0 0,1 0 0,-4 0 0,0 0 0,-3 0 0,-1 0 0,-2 0 0,0 0 0,7 0 0,-1 0 0,-7 0 0,-1 0 0,4 0 0,-2 0 0,19 0 0,-20 0 0,0 0 0,-18 0 0,3 0 0,-7 0 0,-5 0 0,-6 0 0,3 0 0,-4 0 0,6 0 0,6 0 0,1 0 0,2 0 0,-5 0 0,-2 0 0,1 0 0,4-1 0,13-1 0,-9 0 0,3 1 0,-15 1 0,-3 0 0,-6-1 0,0 0 0,-3-3 0,-1-3 0,0-3 0,0-5 0,0-10 0,0-6 0,0-5 0,0 3 0,0-3 0,0 8 0,-1-1 0,-1 12 0,-1 6 0,-1 5 0,3 4 0,-2 0 0</inkml:trace>
  <inkml:trace contextRef="#ctx0" brushRef="#br0" timeOffset="17249">17265 12663 24575,'0'39'0,"0"22"0,0-21 0,0 2 0,0 2 0,0 1 0,0 0 0,0-2 0,0 12 0,0-14 0,10-24 0,34-7 0,10-3 0,9-2 0,-5-1 0,5 0 0,5-1-685,-16-1 0,3-1 0,2 1 0,1-1 0,1-1 685,-4 1 0,0-1 0,1 1 0,1-1 0,0 0 0,0 0-528,2 0 0,1 0 0,0 0 1,0 0-1,0 0 0,1 0 528,0 0 0,0 0 0,0 0 0,0 0 0,1 0 0,0 0 0,-5 0 0,1 0 0,1 0 0,-1 0 0,0 0 0,-2 0 0,-1 0 0,8 1 0,-1 0 0,-2 0 0,-1 0 0,1 0-160,0-1 1,0 0 0,0 0 0,-4 0 0,-5 1 159,2 1 0,-5 2 0,-3-1 0,14-1 0,-6 1 0,-19 1 0,-3-1 1314,3 1 0,-3-1-1314,4-2 3585,-15 1-3585,-10-2 1175,-4 0-1175,6 0 0,10 0 0,24-4 0,12-1 0,-14 0 0,3 0 0,-2 1 0,1 1 0,11-1 0,1 1 0,0 2 0,0 0 0,-16 0 0,1 1 0,0 0 0,2 0 0,0 0 0,2 0-211,7 0 1,1 0 0,-1 0 210,-8 0 0,-1 0 0,-1 0 0,1 0 0,-1 0 0,-4 0 0,-6 0 0,-4 0 0,16 0 0,-28 0 0,-1 0 0,-9-4 0,-5-9 631,0-27-631,-1 8 0,0-5 0,2-24 0,1-2 0,-1 9 0,1 2 0,0-2 0,0 5 0,0 4 0,0 22 0,-2 15 0,2 1 0,0 7 0,-2 14 0,0 3 0,-3-1 0,0-4 0</inkml:trace>
  <inkml:trace contextRef="#ctx0" brushRef="#br0" timeOffset="20752">18367 12564 24575,'45'-1'0,"0"-1"0,5 1 0,5 0 0,1 1 0,4-1 0,0 2 0,3-1-332,-8 0 0,3 0 0,-2 0 0,-5 0 332,12 0 0,-5 0 216,-1 0 1,-7 0-217,-5 0 220,5 0-220,-9 0 0,0 0 0,19-4 0,-19 0 0,5-3 0,2-3 0,5-2 0,0-2-219,-1-1 1,1-2-1,1-1 219,-4 3 0,3 0 0,-1 0 0,-5-1 0,-2 0 0,-4-1 0,0 0 0,5 2 0,1 0 0,-6 1 0,-4 0 0,-4 1 0,3-1 0,-3 1 0,7-1 0,-22 6 0,-11 5 1331,-4-5-1331,-3 0 0,0 1 0,0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54:21.6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1144 9899 24575,'0'11'0,"0"6"0,0 8 0,0 4 0,0-1 0,0-10 0,0-7 0,0-5 0,5 0 0,12-2 0,30 1 0,-11-3 0,4-2 0,13 2 0,3-1 0,-14-1 0,1 0 0,0 1-141,1-1 0,0 0 0,1 0 141,0 0 0,1 0 0,0 0 0,-3 0 0,-1 0 0,2 0 0,2 0 0,0 0 0,0 0 0,10-2 0,-1 0 0,-1 0 0,-3-1 0,-15 1 0,-3-1 0,4 0 0,-1-1 0,-4 2 0,0 0 0,10-1 0,1 0 0,0 0 0,0 1 211,-1 0 1,1 0-212,-5 0 0,-1 1 0,19-2 0,-12 1 0,-21 0 0,-10-3-1696,-13-7 0,-2 5 0,-3-4 0</inkml:trace>
  <inkml:trace contextRef="#ctx0" brushRef="#br0" timeOffset="9882">25043 11514 24575,'61'-6'0,"-22"-2"0,2-4 0,12-3 0,3-4 0,-16 4 0,2-1 0,-1-1-391,3-2 0,0-1 1,0 0 390,0 1 0,1 0 0,-2-1 0,12-7 0,-2 0 191,-6 6 1,-6 1-192,2-4 194,-16 9-194,-19 7 0,-1-1 0,-4 4 0,-3 2 0</inkml:trace>
  <inkml:trace contextRef="#ctx0" brushRef="#br0" timeOffset="11567">25245 11376 24575,'-20'-3'0,"7"0"0,-5 3 0,10 0 0,4 0 0,-2 2 0,-1 8 0,0-2 0,-5 10 0,1-4 0,-4 2 0,-9 5 0,1-5 0,-5 3 0,13-9 0,4 1 0,5-5 0,4-1 0,15 1 0,1-2 0,24 5 0,-3 1 0,12 3 0,-2 0 0,-4-2 0,-7-4 0,-5-3 0,-9-3 0,-6-1 0,-9 0 0,-6 0 0,-4-1 0,-9-8 0,-17-22 0,2-12 0,-5-4 0,9-3 0,10 19 0,1 0 0,8 12 0,3 6 0,1 1-1696,1 2 0,-1 2 0,2 4 0</inkml:trace>
  <inkml:trace contextRef="#ctx0" brushRef="#br0" timeOffset="16922">21639 11321 24575,'0'0'0</inkml:trace>
  <inkml:trace contextRef="#ctx0" brushRef="#br0" timeOffset="21216">24820 12511 24575,'-7'3'0,"-6"-1"0,-11-2 0,-7 0 0,-7 0 0,-2 0 0,-16 0 0,4 7 0,-10 1 0,22 3 0,-7 4 0,9-4 0,-9 5 0,0-2 0,2 2 0,1 1 0,0 1 0,-10 6 0,16-3 0,-6 7 0,25-12 0,-3 7 0,7-3 0,-3 6 0,4 0 0,2-1 0,2 0 0,3 0 0,2 10 0,2 1 0,1 12 0,2-10 0,0 13 0,0-11 0,3 10 0,5-7 0,6-8 0,7-7 0,7-9 0,15-3 0,-1-8 0,14-1 0,-20-8 0,13-5 0,-4-11 0,-14 3 0,1-2 0,3-4 0,0-2 0,1-2 0,1-1 0,0 0 0,0-1 0,-1 1 0,1-2 0,7-4 0,-2-1 0,-10 10 0,-1 0 0,3-4 0,-3 3 0,-5 3 0,-5 1 0,-13 9 0,0-3 0,-5 1 0,-2-6 0,-1-6 0,0-9 0,0-6 0,0-16 0,0 12 0,0 0 0,0 12 0,0 21 0,0-3 0</inkml:trace>
  <inkml:trace contextRef="#ctx0" brushRef="#br0" timeOffset="26370">22400 13447 24575,'-5'-5'0,"0"2"0,-3 1 0,-1 2 0,-6 0 0,-1 0 0,-13 0 0,-7 0 0,-10 0 0,-1 0 0,-1 0 0,3 0 0,1 0 0,-6 0 0,15 0 0,-2 3 0,19 0 0,0 7 0,3 1 0,-5 6 0,0 2 0,-3 5 0,0 2 0,-1 2 0,-3 10 0,9-9 0,-3 7 0,12-15 0,2 3 0,5-4 0,0 4 0,3-1 0,7 0 0,9 0 0,10-2 0,19 0 0,-8-8 0,17 1 0,-19-10 0,24-1 0,-2-3 0,-20-2 0,1-1 0,1-1 0,0-3 0,-2-2 0,-1-1 0,-4-1 0,-3-2 0,18-11 0,-13 1 0,-14 3 0,-9-1 0,-6 4 0,-6-5 0,0-1 0,0-8 0,0 0 0,0 0 0,0 3 0,0 6 0,0 7 0,0 5 0,0 7 0,0 2 0</inkml:trace>
  <inkml:trace contextRef="#ctx0" brushRef="#br0" timeOffset="32949">19587 16190 24575,'0'35'0,"0"0"0,0 2 0,0 1 0,0 9 0,0 1 0,0 0 0,0-1 0,0-5 0,0-1 0,0-5 0,0-3 0,0 11 0,0-15 0,0-16 0,1-3 0,8-6 0,24 4 0,-2-3 0,6 1 0,17 2 0,5 0 0,-7-1 0,3-1 0,2 0-517,-7-2 0,1 0 0,2-1 0,0 0 517,5 0 0,2 0 0,1-1 0,2-1-509,-4 0 0,3 0 0,2 0 1,-2-1-1,-1 1 509,-8-1 0,0 0 0,-2 0 0,1 0 0,0 0 0,4-2 0,2 0 0,0 0 0,-3 0 0,-4 0-283,8 0 0,-5 1 1,1-1 282,6-3 0,1 0 0,-3 1 0,-10 1 0,-3 1 0,3 0 0,10-1 0,3 0 0,0 0 0,0 1 0,0-1 0,1 1-295,-14 0 1,-1 0 0,1 0 0,0 0 294,3 1 0,-1 0 0,1 0 0,1 0 0,0 0 0,1 0 0,0 1 0,3-1-132,-1 1 0,2 0 0,2 0 0,-1 0 0,0 0 132,-5 0 0,-2 0 0,1 0 0,1 0 0,4 0 0,-4 0 0,3 0 0,3 1 0,0-1 0,-1 0 0,-2 0 0,-4-1 0,12 1 0,-6-1 0,0 0 0,5 0 0,-7 0 0,4 0 0,2 0 0,0 0 0,-2-1 0,-3 1 0,-3-2 0,-3 1 0,-1-1 0,1 0 0,3 0 0,-1 0 0,2 1 0,1-1 0,0 0 0,1 0 0,-2 1 0,-1-1 0,0 0 0,0 0 0,-1 1 0,0-1 0,0 0 0,6 1 0,0-1 0,-1 0 0,0 0 0,-1 1 0,-3 0 0,-1 0 0,0 0 0,-1 0 0,-1 1 129,10-1 0,-2 1 0,1 0 0,-1-1-129,2 0 0,0 0 0,0 0 0,-3 0-49,-9 1 0,-1 0 0,-1-1 0,1 0 49,5 0 0,0 0 0,-1-1 0,-4 0 430,12-2 0,-2 0-430,-8 0 0,4 0 0,-4 0 0,5-2 0,-1 0 0,-11 1 0,3 0 0,-1 0 0,-2 1 0,-1 0 0,0 0 0,20-2 0,0 1 0,-20 2 0,1 0 0,-1 0 0,19-1 0,1 0 0,-14 2 0,2-1 0,-1 0 0,13 0 0,-1-1 0,-17 2 0,0-1 0,-2 1 0,10-2 0,-5 1 1206,-12 0 1,-1 0-1207,4 0 0,0-1 1956,21-1-1956,-22 2 0,1 0 673,-4 0 0,-1 0-673,-1 1 0,0 0 402,28-3-402,-28 2 0,-1 0 0,20-1 0,3-3 0,-16 1 0,-8 4 0,8-2 0,-3 3 0,12-1 0,1-1 0,-4 2 0,-4 0 0,-8 2 0,-11 0 0,-8 0 0,-7-1 0,-6-2 0,2-5 0,-2-9 0,1-20 0,-1-10 0,0-6 0,-1 3 0,0 18 0,0 11 0,0 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6:55:54.47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22591 5665 24575,'48'0'0,"1"0"0,-1 0 0,-1 0 0,2 0 0,0 0 0,1 0 0,-1 0 0,0 0 0,1 0 0,4 0-1154,2 0 1,4 0 0,1 0 0,1 0 0,-3 0 1153,-6 0 0,-1 0 0,-1 0 0,1 0 0,2 0 0,7 0 0,3 0 0,1 0 0,-2 0 0,-1 0-3,-8 0 0,-1 0 1,-1 0-1,-1 0 1,-2 0 2,6 0 0,-2 0 0,-2 0 0,-3 0 423,1 0 1,-3 0-1,-5 0-423,0 0 0,-5 0 0,3 0 0,-27 0 0</inkml:trace>
  <inkml:trace contextRef="#ctx0" brushRef="#br0" timeOffset="7434">13196 8889 24575,'48'0'0,"-1"0"0,-2 0 0,2 0 0,5 0 0,-2 0 0,4 0 0,3 0 0,3 0-946,-7 0 0,3 0 1,2 0-1,0 0 0,-1 0 1,-2 0 945,0 0 0,-2 0 0,-1 0 0,-1 0 0,2 0 0,2 0 0,2 0 0,0 0 0,-4 0 0,-5 0 563,-1 0 1,-5 0-1,-2 0-563,8-1 0,-5-1-1213,4-1 0,-6-1 1,-27 1-1</inkml:trace>
  <inkml:trace contextRef="#ctx0" brushRef="#br0" timeOffset="11233">15442 8891 24575,'54'0'0,"-2"0"0,7 0 0,-9 0 0,2 0 0,3 0-419,-6 0 1,2 0-1,0 0 1,-2 0 418,2 0 0,-3 0 0,1 0 0,5 0 0,0 0 0,-4 0 271,1 0 0,-1 0-271,5 0 0,0 0 138,-14 0 1,-4 0-139,10 0 0,-21 0 0,-16 0 0,-4 0 0</inkml:trace>
  <inkml:trace contextRef="#ctx0" brushRef="#br0" timeOffset="12066">17982 9168 24575,'0'0'0</inkml:trace>
  <inkml:trace contextRef="#ctx0" brushRef="#br0" timeOffset="12784">17962 8893 24575,'51'0'0,"6"0"0,11 0 0,-16 0 0,5 0 0,2 0 0,1 0-736,-10 0 0,1 0 0,1 0 0,-1 0 1,0 0 735,12 0 0,2 0 0,-3 0 0,-5 0 0,-3 0 0,-5 0 0,-3 0 573,7 0 0,-8 0-573,2 0 0,-9 0 0,-25 0 0</inkml:trace>
  <inkml:trace contextRef="#ctx0" brushRef="#br0" timeOffset="13950">24381 9716 24575,'34'2'0,"0"-1"0,11 0 0,7 0 0,7 0 0,-8-1 0,6 0 0,5 0 0,1 0 0,-1 0 0,-1 0-1175,-6 0 0,-2 0 0,0 0 0,1 0 0,1 0 0,3 0 1175,-4 0 0,3 0 0,1 0 0,2 0 0,-1 0 0,-2 0 0,-3 0 0,-4 0 0,14 0 0,-6 0 0,-1 0 0,1 0 127,-3 0 1,1 0 0,0 0 0,-2 0 0,-5 0-128,3 0 0,-5 0 0,-1 0 461,5 0 1,-1 0-1,-5 0-461,-5 0 0,-5 0 0,10 0 0,-37-9 0,-3 6 0,-13-6 0</inkml:trace>
  <inkml:trace contextRef="#ctx0" brushRef="#br0" timeOffset="26816">25317 14181 24575,'0'-10'0,"-5"4"0,-1 2 0,-17 4 0,5 0 0,-11 0 0,8 0 0,5 0 0,1 0 0,5 0 0,-9 0 0,-6 5 0,-10-3 0,4 8 0,6-4 0,-2 5 0,0 1 0,-15 8 0,-4 7 0,-6 4 0,7 0 0,-1-4 0,8 1 0,-1 8 0,5-2 0,1 2 0,4-2 0,-1 2 0,-2 7 0,9-13 0,-1 1 0,5-1 0,1 1 0,-8 11 0,2 2 0,4-7 0,3 0 0,5-1 0,2 0 0,-6 6 0,2 1 0,11-5 0,2 0 0,-6 7 0,0-1 0,6-11 0,2-2 0,-1 29 0,14-14 0,-4-9 0,2 3 0,6 1 0,2 1 0,1 7 0,-1 1 0,0-1 0,1-1 0,2-1 0,0-1 0,-5-11 0,1-1 0,8 9 0,2-1 0,-3-8 0,2-2 0,9 7 0,1-2 0,-2-5 0,2-3-591,0-6 1,1-4 590,-4-4 0,0-1 0,-1-2 0,2-1 0,2 1 0,1 0 0,12 5 0,2 0 0,4-4 0,2 1 0,-13-2 0,1 2 0,0-2 0,5-2 0,1-3 0,-2 1 0,-8 2 0,-2 1 0,3-2 0,10-3 0,3-3 0,-2 1 0,-6 0 0,-2 1 0,1-2 0,4-2 0,2-2 0,-1 1 0,0 0 0,0 1 0,-4-2 0,3-3 0,-2-2 0,-7 2 0,2-2 0,-3-2 0,6-7 0,-2-3 0,-5 3 0,1-1 0,-1-2 0,0-4 0,-1-1 0,-3-1 0,8-5 0,-3-1 0,-10 3 0,1-3 0,-2 2-122,4-6 1,-1 0 121,2-5 0,0-1 0,-1-2 0,-2 1 0,-8 10 0,-2 2 0,1-2 0,-2 0 0,4-9 0,-7 12 0,0-2 0,-3 2 0,-2-1 0,3-9 0,1 0 0,12-15 0,-19 9 0,7 13 1166,-17 9-1166,13-23 258,-12 13-258,6 2 0,0-2 0,-6-9 0,7-12 0,-9 24 0,0 2 0,0 7 0,0-8 0,0-10 0,0-3 0,-6-6 0,-2 17 0,-11-11 0,-2 7 0,-6-10 0,6 10 0,0-2 0,7 15 0,-7-15 0,2 10 0,-5-4 0,-2 0 0,4 9 0,-7-12 0,-1 14 0,-7-10 0,-7 8 0,9 0 0,-5 1 0,-6 5 0,15 6 0,-3 2 0,-3 1 0,-1 2 0,-14-5 0,0 1 0,12 3 0,1 0 0,-10-3 0,1-2 0,10 1 0,3 0 0,-22-10 0,5 9 0,8-7 0,7 10 0,-3 1 0,-2-5 0,-1 0 0,-17 4 0,-2 1-465,1-4 0,-1 0 465,17 6 0,0 0 0,2-1 0,-12-1 0,1-1 0,10 1 0,-1-2 0,1 2 0,-11-1 0,1 1 0,10 1 0,-2 1 0,3 0 0,-8-2 0,2 1 0,6 4 0,2 2 0,-20 10 0,29-9 0,1 9 0</inkml:trace>
  <inkml:trace contextRef="#ctx0" brushRef="#br0" timeOffset="28515">28558 14072 24575,'-24'-12'0,"-6"5"0,-12-3 0,11 9 0,-2 0 0,-26-4-805,21 4 0,-1 2 805,5-2 0,-2 2 0,-24 3 0,-6 3 0,19 0 0,-1 2 0,-2 1 0,-10 1 0,-2 2 0,0 2 0,16-3 0,1 2 0,0 0 0,-2 2 0,-6 3 0,-2 3 0,0 0 0,3 0 0,-6 2 0,3 0 0,-1 1 0,8-3 0,-1 2 0,1 0 0,4 0 0,3 0 0,3 0 0,3-1 0,-9 6 0,4-1 0,10 1 0,4-1 0,-11 15 48,14-12 0,0 4-48,-2 2 0,0 3 0,-7 10 0,0 2 0,5-7 0,2 0-825,0 2 1,1 0 824,6-8 0,0 1 0,0 2 0,-1 3 0,1 2 0,2 0 0,0 1 0,0 2 0,3-5 0,0 2 0,0 0 0,2-2 0,-3 2 0,2-2 0,2-2 0,2 14 0,2-5 0,-5 9-396,11-8 396,0 0 535,7-22 1,3 0-536,-1 1 0,2 0 0,9 7 0,2-2 0,-2-8 0,1-3 0,2 2 0,0-3 0,20 7 140,-10-9 0,5 0-140,3 0 0,3 0 0,-3-4 0,3 1 0,2-3 268,7-2 1,1-2 0,4 0-269,-2 1 0,2 0 0,2 0 0,-2-2-551,-3-3 1,0-2 0,0 0 0,1 0 550,-6 0 0,1 0 0,1 0 0,-1-1 0,0-1 0,6-1 0,0 0 0,-1-2 0,-3-1 0,7 0 0,-3-1 0,0-1 0,3 2 0,-1 0 0,-3-3 0,5-6 0,0-2 0,-5 6 0,3-1 0,1-2 0,-1-6 0,1-3 0,2 1 0,-4 4 0,3 2 0,1-1 0,-2-2 0,-5-2 0,-1-2 0,-2-1 0,-1 1 0,8-2 0,-2 0 0,-3-2 0,-6 0 0,-2-2 0,-4 1 0,1-4 0,-2-1-380,-4 0 1,2-3-1,0 0 380,-2-1 0,-1 0 0,2-2 0,9-8 0,2-3 0,-3 2 0,-9 6 0,-3 1 0,-1 0-452,-1 1 1,-1 0 0,-4 2 451,-2-1 0,-3-1 0,7-13 0,-2-2 27,-2-1 1,-3-2-28,-5 8 0,-2-1 0,0-2 0,1-1 0,0 0 0,-4 1 0,-3-10 0,-4 3 537,3 1 0,0 3-537,-2 10 0,-1 0 412,-3-8 0,-1-2-412,-2-4 0,-1-1 0,-6-5 0,-2 2 0,-3 10 0,-1 3 0,1 8 0,1 3 0,-8-11 1539,-6-9-1539,-4 8 400,5 13 1,-2 0-401,-5 3 0,0 2 0,4 5 0,-1 2 718,-9-4 0,-1 4-718,-19 0 0,15 11 0,-4 2 0,-7 1 0,1 3-570,6 3 0,0 0 570,-5 0 0,2 0 0,15 1 0,0-2 0,-15-3 0,-1-2 0,4 0 0,0 0 0,-15-1 0,2 1-113,16 1 1,5 1-1,-14 4 1,29 0-1</inkml:trace>
  <inkml:trace contextRef="#ctx0" brushRef="#br0" timeOffset="30332">28088 15526 8191,'-10'-5'0,"-4"4"5063,-2-8-5063,-3 2 2818,-6-5-2818,4 0 1719,-3-1-1719,4 7 6784,0-5-6784,-23 9 0,2-13 0,-21 12 0,18-1 0,-4-1 0,-9 4 0,-3 2-886,13-1 0,-2 0 1,1 0 885,-14-1 0,0 2 0,18 1 0,-1 2 0,1 0-305,-14 5 0,-1 1 305,8-1 0,-3 0 0,2-1 0,8-1 0,2-1 0,0 0-579,-4 3 0,1-1 1,2-2 578,-2-5 0,1 1 0,-14 8 0,-3 2-519,4-6 0,-2 1 519,13 4 0,-1 3 0,-1 0 0,-2 0 0,0 0 0,2 1 0,-8 6 0,1 1 0,-1 1 0,3-1 0,18-8 0,0 2 864,-9 9 0,-1 4-864,1 1 0,0 4 0,10-5 0,-1 1 0,3 1 0,-4 6 0,3 0-348,-1 2 0,4-1 348,11-8 0,3 1 867,-9 9 1,1 1-868,3 4 0,2 1 0,-2 6 0,4 2 0,4 0 0,4-1 0,3-3 0,3-1 618,2-9 1,2 1-619,3 5 0,1 1 0,0 1 0,3 2-953,3-9 0,3 1 0,-1 0 953,0 13 0,1-1 0,6-2 0,-1-3 575,-7-14 0,0 0-575,8 15 0,4 1 0,1-3 0,3 0 0,-3-6 0,2 2 0,2-3 0,1-5 0,2-2 0,4 0 0,-1-6 0,5 0 0,0 0 0,0-3-507,8 6 1,1-3-1,2-1 507,-4-6 0,2-1 0,2-1 0,-2-2 0,10 2 0,0-2 0,-3-3 0,-9-4 0,-2-2 0,1-1-586,1-2 1,1-1-1,-2-2 586,6-1 0,0-2 0,-1 2 0,3-1 0,1-1 0,2-3 0,0-2 0,1-1 0,-8 1 0,2-1 0,0 0 0,-3-1 234,4-2 0,-3-2 1,-2 0-235,-5 0 0,-1 0 0,1-1 0,4-3 0,2-1 0,-4 1 0,5-1 0,1-2 0,-8 2 0,4-3 0,1-1 0,-4 0-215,-1-4 0,-3 0 1,2-1 214,9-5 0,3-2 0,-4 1 0,-12 5 0,-3-1 0,-1 2 0,10-9 0,-3 3 0,-16 10 0,-1-1 635,13-8 1,2-3-636,-2-5 0,-1-3 0,-7 9 0,1-2 0,-3 1 0,7-15 0,-4 1-129,-10 8 1,-3 1 128,-2 7 0,-2 2 0,-1-23 1121,-3 19 1,1-2-1122,-4 1 0,-1-3 0,2-18 0,-2-1 0,0 14 0,0 0-113,0-8 0,0 0 113,-4 13 0,1-1 0,3-12 0,0-2-193,-4-4 1,-2-2 192,2-1 0,-2 2 1216,-1 11 0,-2 4-1216,-9-18 0,-1 30 0,-11-6 1302,-2 3-1302,-7-9 0,6 8 584,2 3-584,13 12 0,-6-8 0,1 6 0,-13-9 0,-4 6 0,4 11 0,8 1 0,14 13 0</inkml:trace>
  <inkml:trace contextRef="#ctx0" brushRef="#br0" timeOffset="33534">28028 15487 24575,'22'0'0,"19"0"0,21 7 0,-26 1 0,0 2 0,1 3 0,-2 3 0,-3 2 0,-1 1-1696,16 12 0,-18-12 0,-17-10 0</inkml:trace>
  <inkml:trace contextRef="#ctx0" brushRef="#br0" timeOffset="36215">24213 14014 24575,'-5'-5'0,"-1"0"0,-4 10 0,0 0 0,4 10 0,1 5 0,17 5 0,5 16 0,15 9 0,-2 1 0,0 3 0,-11-28 0,-6-3 0,-4-13 0,-8 9 0,4 14 0,-25 14 0,9-7 0,-15-6 0,10-24 0,-8 1 0,-7-10 0,-4 5 0,10-11 0,11 0 0,9-6 0,14 1 0,-7 4 0,6 2 0</inkml:trace>
  <inkml:trace contextRef="#ctx0" brushRef="#br0" timeOffset="36749">24248 13942 24575,'-6'9'0,"1"14"0,17 11 0,2-6 0,2 1 0,1 1 0,2 0 0,17 17 0,-8 1 0,-10-27 0,7 7 0,-9-12 0,-2 2 0,-10-12 0,-4-1 0</inkml:trace>
  <inkml:trace contextRef="#ctx0" brushRef="#br0" timeOffset="37066">24219 14310 24575,'22'-14'0,"4"-5"0,10 7 0,-13 0 0,-14 12 0</inkml:trace>
  <inkml:trace contextRef="#ctx0" brushRef="#br0" timeOffset="38682">30323 14104 8191,'0'45'0,"0"-1"5063,0 0-5063,0-6 0,0 6 2818,0-15-2818,0 3 1719,0-16-1719,-5 3 0,4-13 0,-3-2 0</inkml:trace>
  <inkml:trace contextRef="#ctx0" brushRef="#br0" timeOffset="38999">30313 14333 24575,'8'-6'0,"8"1"0,0 5 0,3 0 0,0 0 0,6 0 0,7-9 0,-6 7 0,-11-6 0,-10 8 0</inkml:trace>
  <inkml:trace contextRef="#ctx0" brushRef="#br0" timeOffset="39232">30525 14124 24575,'-8'36'0,"6"19"0,-7-21 0,1-1 0,6 24 0,-6-14 0,8-32 0,0-2 0</inkml:trace>
  <inkml:trace contextRef="#ctx0" brushRef="#br0" timeOffset="40498">28142 18020 24575,'0'12'0,"0"12"0,0 33 0,0-8 0,0 12 0,0-26 0,0 3 0,0-14 0,0-13 0,0-2 0</inkml:trace>
  <inkml:trace contextRef="#ctx0" brushRef="#br0" timeOffset="41221">28150 18012 24575,'-16'-6'0,"1"1"0,0 5 0,4 0 0,-8 0 0,2 9 0,-8 9 0,2 9 0,8 6 0,6 1 0,14-3 0,5 0 0,8-3 0,7-15 0,0-1 0,0-21 0,-14-2 0,10-29 0,-10-8 0,0 14 0,1-1 0,-3-2 0,0 1 0,1-21 0,4 12 0,-13 22 0,14 13 0,-13-3 0,31 11 0,-9-7 0,17 21 0,-16-9 0,-6 18 0,-8-2 0,4 4 0,-8 16 0,-27 14 0,5-22 0,-3 0 0,-8 0 0,-2-3 0,0-4 0,0-5 0,-11-3 0,3-24 0,20 4 0,8-12 0</inkml:trace>
  <inkml:trace contextRef="#ctx0" brushRef="#br0" timeOffset="49566">26997 14191 8191,'0'-15'0,"0"4"5063,0-3-5063,0-1 2818,5 4-2818,-4 10 1719,3 15-1719,-4 24 0,0 26 0,0-32 0,0 2 2973,0 5 0,0 0-2973,0-4 0,0 0 0,0 7 0,0 3 0,0 6 0,0 3 0,5 4 0,0 2 0,-4-1 0,0-3-386,4-17 1,0-4 385,-5 11 0,0-31 0,-5-10 804,4-5-804,-12-1 0,2-20 0,-14-2 805,5-7-805,-6 4 0,15 12 0,-2 8 0,11-3 0,-2 16 0,16 3 0,-9 10 0,21 7 0,-12-1 0,2-6 0,0-4 0,-9-3 0,5-11 0,-4 2 0,23-28 0,4-17 0,-10 16 0,2 2 0,14-12 0,-15 18 0,-10 17 0,-8 0 0,-2 0 0</inkml:trace>
  <inkml:trace contextRef="#ctx0" brushRef="#br0" timeOffset="50766">26707 14792 24575,'18'-5'0,"-1"0"0,16-7 0,21-8 0,-11 10 0,-1-4 0,3 0 0,14 1 0,-26 4 0,-2 1 0,4-1 0,-21 9 0</inkml:trace>
  <inkml:trace contextRef="#ctx0" brushRef="#br0" timeOffset="51232">26696 14970 24575,'22'-8'0,"-5"6"0,13-14 0,6-4 0,4 6 0,3 0 0,12-7 0,0-1-804,-7 1 0,-3 4 804,16 4 130,-22-1 0,-26 14 1,5 0-1</inkml:trace>
  <inkml:trace contextRef="#ctx0" brushRef="#br0" timeOffset="51748">26744 15104 8191,'12'-6'0,"45"-18"1437,-17 11 1,6-2 0,1 0-1438,1-1 0,0 1 0,1 0 0,4 2 0,1 1 0,-5 2 1452,-3 0 1,-6 4-1453,7 6 452,-32 4 0,-11-2 1,-4 2-1</inkml:trace>
  <inkml:trace contextRef="#ctx0" brushRef="#br0" timeOffset="52115">26775 15239 8191,'11'0'0,"-1"-5"5063,13 4-5063,2-12 1409,7 8 0,5-1-1409,-2-7 0,0 1 0,4 5 0,-2 1 0,14-8 429,-28 14 1,-17 0 0,-2 0 0</inkml:trace>
  <inkml:trace contextRef="#ctx0" brushRef="#br0" timeOffset="52382">26928 15336 24575,'23'0'0,"2"-8"0,8 2 0,3 0 0,24-4 0,-23 4 0,-2 2 0,1 4 0,-20 0 0</inkml:trace>
  <inkml:trace contextRef="#ctx0" brushRef="#br0" timeOffset="53601">26728 13820 24575,'0'22'0,"0"-5"0,0 26 0,-8-12 0,6 16 0,-6-9 0,3-12 0,4-3 0,-3-26 0,4-12 0,0-16 0,0-23 0,0 12 0,5-12 0,1 25 0,6 4 0,-2 15 0,5 6 0,-4 13 0,3 6 0,-2 15 0,-2-8 0,-3 1 0,-2-13 0,0 5 0,-3-4 0,4 3 0,-6-8 0,0-2 0</inkml:trace>
  <inkml:trace contextRef="#ctx0" brushRef="#br0" timeOffset="53833">26671 13959 24575,'14'0'0,"2"0"0,12 0 0,-6 0 0,-2 0 0,-12 0 0</inkml:trace>
  <inkml:trace contextRef="#ctx0" brushRef="#br0" timeOffset="54283">26896 13807 24575,'5'24'0,"-4"5"0,9-3 0,-8 11 0,9-7 0,-9-4 0,3 2 0,-5-22 0,0 3 0</inkml:trace>
  <inkml:trace contextRef="#ctx0" brushRef="#br0" timeOffset="54465">26932 13941 24575,'34'-11'0,"-6"3"0,-3 4 0,-1-10 0,-7-2 0,-3 2 0,-8 5 0</inkml:trace>
  <inkml:trace contextRef="#ctx0" brushRef="#br0" timeOffset="54615">27069 13787 24575,'0'54'0,"0"-4"0,0-3 0,6-3 0,-4-31 0,4 5 0</inkml:trace>
  <inkml:trace contextRef="#ctx0" brushRef="#br1" timeOffset="60699">27655 15531 24575,'-11'13'0,"0"4"0,-10 23 0,7-2 0,-1 5 0,-5 10 0,-1 4-1132,6-11 0,-1 3 0,1-2 1132,-4 9 0,1-3 0,2-8 0,1-6 792,3-2-792,0-15 0,11-7 0,1-10 0,1-9 0,3 2 0,-4-7 0</inkml:trace>
  <inkml:trace contextRef="#ctx0" brushRef="#br1" timeOffset="61033">27923 15687 8191,'11'-5'0,"-3"17"5063,-16 19-5063,-7 8 0,-4 7 0,2 5 0,-2 1 1409,-7 4 0,1 0-1409,8-6 0,3-4 0,-3 6 1719,9-13-1719,8-25 0,0-8 0,0-1 0</inkml:trace>
  <inkml:trace contextRef="#ctx0" brushRef="#br1" timeOffset="61366">28320 15731 24575,'-15'17'0,"-1"8"0,2 7 0,-2 20 0,6-13 0,0 2 0,1 2 0,0-2 0,2-3 0,2-2 0,-3 25 0,8-27 0,0-14 0,0-6 0</inkml:trace>
  <inkml:trace contextRef="#ctx0" brushRef="#br1" timeOffset="61624">28502 15901 24575,'0'10'0,"-6"9"0,-5 29 0,3-14 0,-1 3 0,-3 14 0,1 4 0,0 9 0,1-3 0,3-25 0,1-2 0,1-2 0,0 0 0</inkml:trace>
  <inkml:trace contextRef="#ctx0" brushRef="#br1" timeOffset="62848">29177 16135 8191,'0'-10'0,"0"17"5063,0 17-5063,0 19 0,0 19 2818,0 0-2818,0-23 0,0 1 859,0-3 1,0-1-860,0 25 1696,0-42 0,0-10 0,0-27 0</inkml:trace>
  <inkml:trace contextRef="#ctx0" brushRef="#br1" timeOffset="63016">29178 16408 8191,'20'-7'0,"4"1"5063,2 1-5063,-1 4 2818,8-9-2818,-10-1 0,3-5 0,-14 5 0,-6 2 0</inkml:trace>
  <inkml:trace contextRef="#ctx0" brushRef="#br1" timeOffset="63249">29386 16214 8191,'-6'-5'0,"1"29"5063,5 10-5063,0 15 1409,0-15 0,0 0-1409,0 23 0,0 0 0,0-12 429,5-22 1,-4-14 0,4-4 0</inkml:trace>
  <inkml:trace contextRef="#ctx0" brushRef="#br1" timeOffset="63815">29702 16137 24575,'0'14'0,"9"17"0,-6 15 0,2-8 0,-1 2 0,-3-6 0,-2 0 0,1 3 0,0-3 0,0 8 0,0-16 0,0-17 0,0-5 0,0-9 0</inkml:trace>
  <inkml:trace contextRef="#ctx0" brushRef="#br1" timeOffset="64265">29767 16258 8191,'-4'-20'0,"-6"4"5063,-1 1-5063,-17 9 2818,2 2-2818,-10 13 1719,10 6-1719,5 27 6784,19-21-6784,6 19 0,11-38 0,12-2 0,-9-6 0,11-21 0,-4-3 0,9-13 0,-3 11 0,-2 4 0,-10 20 0,9-3 0,-5 14 0,1 1 0,-14 20 0,-39 28 0,9-14 0,-2-13 0,-1-3 0,0-3 0,-1-11 0,12-2 0,-2-6 0</inkml:trace>
  <inkml:trace contextRef="#ctx0" brushRef="#br2" timeOffset="70183">25475 16023 24575,'0'10'0,"0"0"0,0 5 0,-8 24 0,6-6 0,-12 20 0,12-19 0,-3-9 0,5-6 0,0-13 0,0-2 0</inkml:trace>
  <inkml:trace contextRef="#ctx0" brushRef="#br2" timeOffset="70482">25619 16020 24575,'-5'10'0,"4"5"0,-12 8 0,11 29 0,-7-16 0,1 2 0,6-1 0,1 1 0,-4 2 0,1-3 0,4 9 0,0-1 0,0-20 0,0-7 0,0-13 0</inkml:trace>
  <inkml:trace contextRef="#ctx0" brushRef="#br2" timeOffset="70749">25867 15909 24575,'-10'54'0,"9"-15"0,0 0 0,-9 21 0,6-17 0,0-1 0,2-1 0,-6 2 0,8-28 0,0-5 0,0-6 0</inkml:trace>
  <inkml:trace contextRef="#ctx0" brushRef="#br2" timeOffset="70999">26183 15696 24575,'-6'42'0,"-1"-11"0,0 4 0,1 17 0,-1 3 0,-4-4 0,-1 2 0,3-6 0,2 2 0,-1-4-155,1-4 1,1-4 0,-1 0 0,3-5 0,4-9 0</inkml:trace>
  <inkml:trace contextRef="#ctx0" brushRef="#br2" timeOffset="72183">24127 16503 8191,'0'-10'0,"0"0"5063,-4 21-5063,2 29 0,0 9 0,0 7 0,2 4 0,0 1 148,0 2 0,0-2-148,0-8 0,0-4 0,0 13 1802,0-1-1802,-8-15 5577,-3-8-5577,-13-20 0,4-7 0,-5-11 3265,6 0-3265,-5-11 381,7 0-381,3-7 0,9 3 0,14 5 0,-2 4 0,8-3 0,-10 8 0,0-4 0</inkml:trace>
  <inkml:trace contextRef="#ctx0" brushRef="#br2" timeOffset="72515">24155 16736 24575,'6'-11'0,"3"6"0,-3 9 0,5 15 0,-5 34 0,-2-17 0,-2 3 0,-2 3 0,0 0 0,0-9 0,0-2 0,0 17 0,0-32 0,0-2 0,0-9 0</inkml:trace>
  <inkml:trace contextRef="#ctx0" brushRef="#br2" timeOffset="72699">24105 17046 24575,'5'-16'0,"9"-10"0,-7 18 0,6-9 0</inkml:trace>
  <inkml:trace contextRef="#ctx0" brushRef="#br2" timeOffset="73332">24514 16735 24575,'0'-14'0,"0"-2"0,0-4 0,0 0 0,-8 9 0,-18-2 0,-6 12 0,-1-4 0,10 10 0,13 0 0,-2 18 0,-8 29 0,14-19 0,2 2 0,-1 0 0,2 0 0,13 13 0,3-29 0,2-15 0,-1-10 0,-3 0 0,11-13 0,-2-6 0,-5 0 0,2-3 0,-16 8 0,5 1 0,-6-1 0,0 5 0,0 9 0,0 28 0,0 5 0,10 25 0,-8-14 0,7-5 0,1 2 0,-8 16 0,8-1 0,-10-19 0,0-50 0,0 8 0,0-16 0,0 19 0</inkml:trace>
  <inkml:trace contextRef="#ctx0" brushRef="#br2" timeOffset="73582">24482 16831 8191,'0'-29'0,"6"2"5063,0 7-5063,10 3 2818,-1 7-2818,1 4 1719,3 6-1719,-6 13 6784,6 1-6784,-11 19 0,-10-5 0,-5-3 0,-13-5 0,8-14 0,-7 4 0,8-9 0,1 4 0,5-5 0</inkml:trace>
  <inkml:trace contextRef="#ctx0" brushRef="#br3" timeOffset="80533">26500 15714 24575,'-6'11'0,"-25"27"0,-4 8 0,10-14 0,-1 2 0,5-3 0,2-2 0,-6 12 0,1 1 0,18-32 0,6-6 0</inkml:trace>
  <inkml:trace contextRef="#ctx0" brushRef="#br3" timeOffset="80783">26711 15718 8191,'6'4'0,"-30"42"4945,0 2-4945,1-6 0,-2 1 1416,8-14 0,2-1-1416,-10 26 433,12-27 1,7-9-1,6-13 1</inkml:trace>
  <inkml:trace contextRef="#ctx0" brushRef="#br3" timeOffset="81016">26902 15742 24575,'-30'36'0,"7"-7"0,0 2 0,-1-2 0,0 1 0,-5 12 0,0-1 0,8-13 0,2-1 0,-5 19 0,14-31 0,9 0 0,-4-9 0,5-2 0</inkml:trace>
  <inkml:trace contextRef="#ctx0" brushRef="#br3" timeOffset="81183">27182 15738 24575,'-19'42'0,"0"0"0,0 1 0,4-3 0,1-5 0,-15 12 0</inkml:trace>
  <inkml:trace contextRef="#ctx0" brushRef="#br3" timeOffset="81848">26289 16702 8246,'0'2'0,"-8"21"2534,7 9 1,0 6-2535,-2 3 0,-2 3 0,0 14 0,1-2 1245,3-16 1,-1-4-1246,-7 24 1756,9-37-1756,-5-14 0,4-4 0,-4-5 0</inkml:trace>
  <inkml:trace contextRef="#ctx0" brushRef="#br3" timeOffset="82148">26314 16584 24575,'11'0'0,"0"17"0,3 3 0,-4 8 0,-2 6 0,-3 8 0,0 4 0,5 5 0,-1 1 0,-8-5 0,0-3 0,9 17 0,-10-37 0,0-15 0,0-4 0</inkml:trace>
  <inkml:trace contextRef="#ctx0" brushRef="#br3" timeOffset="82382">26257 17053 24575,'21'-18'0,"6"-6"0,16-4 0,-16 8 0,-10 9 0</inkml:trace>
  <inkml:trace contextRef="#ctx0" brushRef="#br3" timeOffset="82749">26563 16697 8191,'0'22'0,"0"16"5063,0 18-5063,4-22 0,1 2 1409,-5-3 0,2-1-1409,6 20 1719,-8-20-1719,-5-13 0,4-13 0,-4-2 0</inkml:trace>
  <inkml:trace contextRef="#ctx0" brushRef="#br3" timeOffset="83098">26718 16750 24575,'0'64'0,"0"-15"0,0 3 0,0-15 0,0 0 0,0-3 0,0-9 0,0-10 0,0-11 0</inkml:trace>
  <inkml:trace contextRef="#ctx0" brushRef="#br3" timeOffset="83948">27006 16707 24575,'-5'-10'0,"-1"0"0,-13 4 0,2 2 0,-3 4 0,10 4 0,-4 3 0,6 16 0,-2 20 0,4 7 0,6 2 0,9-24 0,-7-10 0,16-17 0,-8-2 0,13-18 0,-6 0 0,2-10 0,-12 10 0,11-13 0,-10 14 0,5-9 0,-8 35 0,-5 6 0,0 20 0,0 2 0,0 17 0,5-4 0,-3-2 0,4-15 0,-11-22 0,-1-14 0,1-12 0,0-29 0,5 8 0,0-16 0,0 16 0,14-8 0,0 14 0,8-5 0,-6 26 0,-4 1 0,3 9 0,-3 8 0,-1 15 0,-6 9 0,-29 15 0,9-18 0,-21 1 0,16-22 0,10-3 0,1-5 0</inkml:trace>
  <inkml:trace contextRef="#ctx0" brushRef="#br3" timeOffset="84334">26642 16920 24575,'19'-10'0,"-7"4"0,2 2 0,-9 4 0</inkml:trace>
  <inkml:trace contextRef="#ctx0" brushRef="#br3" timeOffset="91383">3195 16518 8191,'0'-14'0,"4"2"5063,-3-6-5063,4 2 2818,-5-3-2818,0 3 1719,0 2-1719,0-1 6784,-5 9-6784,4 22 0,-3 6 0,-7 38 0,8-5 0,-2-6 0,0 3 0,4 2 0,2 1 0,-1 8 0,0-1 0,0-3 0,0-4-252,1-16 1,-2-4 251,-7 25 0,6-24 0,-15-9 0,-5-2 0,-11 4 0,-1-6 0,-2-5 0,-13-10 0,0-12 0,18-12 503,10-12-503,7 4 0,20-4 0,14 4 0,5 9 0,8-16 0,-21 26 0,3-14 0</inkml:trace>
  <inkml:trace contextRef="#ctx0" brushRef="#br3" timeOffset="91765">3108 16738 8191,'10'-15'0,"-4"3"5063,3-3-5063,-8 5 2818,8-4-2818,-3 2 1719,4 2-1719,1 24 6784,2 15-6784,-8 0 0,-3 6 0,3 24 0,-2 2 0,-3-14 0,0-1 0,5 14 0,-1-3 0,-3-20 0,1-4 0,13 16 0,-13-8 0,3-23 0,-5-13 0</inkml:trace>
  <inkml:trace contextRef="#ctx0" brushRef="#br3" timeOffset="92016">3058 17103 24575,'27'-11'0,"22"-5"0,-8 14 0,7-7 0,-21 9 0,-19 0 0</inkml:trace>
  <inkml:trace contextRef="#ctx0" brushRef="#br3" timeOffset="93498">3473 16983 24575,'0'12'0,"0"5"0,0 19 0,0-6 0,5-10 0,-4-5 0,8-10 0,-3 4 0,8-7 0,2 2 0,-1-8 0,0 2 0,-3-11 0,3 2 0,3-14 0,3-2 0,-4 1 0,-8 5 0,-4 6 0,-5 5 0,0-5 0,0 30 0,0 7 0,0 23 0,5 6 0,-4-28 0,3-1 0</inkml:trace>
  <inkml:trace contextRef="#ctx0" brushRef="#br3" timeOffset="94032">3775 16955 24575,'0'19'0,"-6"6"0,5 1 0,-5 7 0,6-16 0,0 6 0,0-21 0,0-4 0,0-14 0,0-9 0,4 8 0,6-3 0,6 14 0,7 12 0,0 18 0,-2 11 0,2 0 0,-10-6 0,2-17 0,-8-3 0,-2-9 0</inkml:trace>
  <inkml:trace contextRef="#ctx0" brushRef="#br3" timeOffset="94431">3998 17021 24575,'-6'19'0,"1"-2"0,5 7 0,0-4 0,9-8 0,-2 1 0,11-12 0,-1-10 0,-1 1 0,7-23 0,-9 4 0,11-11 0,-16 41 0,3 3 0,-12 40 0,0-8 0,0-12 0,0-8 0,0-13 0</inkml:trace>
  <inkml:trace contextRef="#ctx0" brushRef="#br3" timeOffset="95265">4494 16580 24575,'-6'20'0,"5"7"0,-5 9 0,6 10 0,-10 7 0,9-15 0,0 1 0,-3-1 0,-1 0 0,1 3 0,2 0 0,2-6 0,-2-2 0,-8 6 0,9-15 0,-4-16 0</inkml:trace>
  <inkml:trace contextRef="#ctx0" brushRef="#br3" timeOffset="95482">4446 16961 24575,'22'0'0,"-9"0"0,13 0 0,-10 0 0,12-6 0,6-8 0,-3 0 0,-8 0 0,-14 8 0</inkml:trace>
  <inkml:trace contextRef="#ctx0" brushRef="#br3" timeOffset="95733">4680 16713 24575,'0'41'0,"0"0"0,0-1 0,0 1 0,0 2 0,0 3 0,0-3 0,0 5 0,0-4 0,2-9 0,1-3 0,-2 0 0,3-17 0,-4-11 0</inkml:trace>
  <inkml:trace contextRef="#ctx0" brushRef="#br3" timeOffset="96198">4933 16979 24575,'-6'-5'0,"-3"4"0,3-3 0,1 12 0,-6 19 0,10 4 0,-5 14 0,6-16 0,4 3 0,3-12 0,4-4 0,4-13 0,-8-9 0,11-7 0,-16-2 0,19-14 0,-6-1 0,0 0 0,-3 7 0,-12 34 0,0 6 0,-6 20 0,5-2 0,-5-9 0,15-12 0,-7-10 0,6-4 0</inkml:trace>
  <inkml:trace contextRef="#ctx0" brushRef="#br3" timeOffset="96965">5210 17013 8191,'-17'21'0,"7"-3"5063,4 6-5063,1-3 2818,4-5-2818,-3 3 1719,-1-13-1719,4-6 6784,-4-6-6784,5-13 0,0 4 0,0-5 0,12-3 0,2 3 0,5 1 0,1 13 0,-7 12 0,-3 9 0,-4 12 0,-2-1 0,2 7 0,8-11 0,9-8 0,-4-16 0,7-6 0,-6-15 0,10-6 0,-8-6 0,3-4 0,-22 18 0,-4 17 0,-5 15 0,0 16 0,6 3 0,0-5 0,0-2 0,4-13 0,6-4 0,3-10 0,1-3 0,-1-12 0,-1 4 0,-5-5 0,3 5 0,-8 30 0,2-9 0,-4 24 0,0-19 0,0-1 0,16 4 0,-12-8 0,13 2 0</inkml:trace>
  <inkml:trace contextRef="#ctx0" brushRef="#br3" timeOffset="97315">6061 16627 24575,'0'19'0,"0"5"0,-9 17 0,6 5 0,-5-15 0,-1 0 0,-1 17 0,0 4 0,1-14 0,9-13 0,0-7 0,0-13 0</inkml:trace>
  <inkml:trace contextRef="#ctx0" brushRef="#br3" timeOffset="97765">5970 16513 24575,'-26'23'0,"1"0"0,-1 4 0,6 0 0,13 6 0,8-5 0,1-10 0,15-17 0,-10 3 0,11-10 0,1-16 0,1 5 0,-5-10 0,10 12 0,-12-1 0,16-3 0,-5 8 0,-1 7 0,-7 14 0,-7 1 0,-15 17 0,-20 5 0,1-4 0,-3 2 0,6-24 0,20-3 0,-7-4 0</inkml:trace>
  <inkml:trace contextRef="#ctx0" brushRef="#br3" timeOffset="98015">6371 16309 8383,'-6'25'0,"2"28"1458,4-2 1,0 5-1459,-6 1 0,0 4 687,5-3 1,1 3-1,-2-4-687,-10 7 0,1-3 0,10-6 0,0-6 0,-10-2 0</inkml:trace>
  <inkml:trace contextRef="#ctx0" brushRef="#br3" timeOffset="98631">2569 16285 24575,'-5'46'0,"-1"-1"0,5-3 0,1 3 0,-2 1 0,-5 2 0,-2 1 0,2 3-1090,5-1 0,2 4 0,0 0 0,-1-2 1090,-3 6 0,0-3 0,0 1 0,3 3 0,2 1 0,-1-4 0,0 5 0,0-9 0,0 4 0,0-48 0</inkml:trace>
  <inkml:trace contextRef="#ctx0" brushRef="#br3" timeOffset="99248">6805 16824 24575,'21'8'0,"2"-3"0,-8-5 0,14 0 0,-7 0 0,2 5 0,-14-4 0,-5 4 0</inkml:trace>
  <inkml:trace contextRef="#ctx0" brushRef="#br3" timeOffset="99381">6770 16990 9399,'29'10'0,"-19"-8"0,14 8 0</inkml:trace>
  <inkml:trace contextRef="#ctx0" brushRef="#br3" timeOffset="100217">7389 16256 24575,'7'12'0,"-1"2"0,-16 37 0,9-14 0,0 3 0,-9 16 0,-1 3-1242,9-7 1,2 1 1241,-6 7 0,1-3 0,4-21 0,2-2 118,-1 2 0,0-2 0,0 5 0,0-8 1</inkml:trace>
  <inkml:trace contextRef="#ctx0" brushRef="#br3" timeOffset="100665">7501 16971 8191,'0'-19'0,"0"-5"5063,8-10-5063,-6-2 0,9-3 0,3-5 0,-3-9 0,-1-3 279,-4 14 1,0-2 0,2 1-280,5-1 0,2 0 0,-3 3 0,-5-5 0,2 4 981,11 3 1,0 5-982,-2-8 5925,2 20-5925,-14 51 0,1 10 0,1 4 0,-7-3 0,0 1-505,4 14 0,0-1 505,1-18 0,-1-2 0,0 13 0,2 0 0,2-12 0,0 0 0,-2 1 0,-3-3 611,2-1 1,-6-22 0,0-6 0</inkml:trace>
  <inkml:trace contextRef="#ctx0" brushRef="#br3" timeOffset="100853">7552 16788 8191,'9'-12'0,"2"0"5063,40-13-5063,-17 5 0,0 0 0,18-5 0,-2-6 0</inkml:trace>
  <inkml:trace contextRef="#ctx0" brushRef="#br3" timeOffset="101116">8037 16264 24575,'4'32'0,"0"0"0,-1 17 0,-1 2 0,4-1 0,-1 2 0,-4 10 0,0 1-1345,5-9 0,-1-3 1345,-5-9 0,0-5 0,0 9 213,0-12 1,0-23 0,0-2 0</inkml:trace>
  <inkml:trace contextRef="#ctx0" brushRef="#br3" timeOffset="101348">8246 16791 24575,'47'7'0,"-7"-7"0,3-7 0,-18-5 0,-11 5 0,-9 3 0</inkml:trace>
  <inkml:trace contextRef="#ctx0" brushRef="#br3" timeOffset="101548">8340 16663 24575,'0'19'0,"0"37"0,9-5 0,-6-14 0,1-2 0,10-2 0,-7-14 0,-2-15 0</inkml:trace>
  <inkml:trace contextRef="#ctx0" brushRef="#br3" timeOffset="101782">8751 16252 24575,'-9'53'0,"7"-8"0,1 2 0,-3 3 0,-1 2-321,4-7 0,1 3 0,1-1 321,3 17 0,1-3 0,-1-9 0,1-5 0,5 7 0,-4-30 0</inkml:trace>
  <inkml:trace contextRef="#ctx0" brushRef="#br3" timeOffset="102182">9065 16276 24575,'-11'53'0,"6"-13"0,1 3 0,4 7 0,0 2 0,0-2 0,0-2 0,0-3 0,0-4 0,0 8 0,0 1 0,-4-30 0,-3-15 0,1-16 0,12-21 0,10 7 0,4 1 0,0 5 0,-9 17 0,5-11 0,-9 12 0,2-4 0</inkml:trace>
  <inkml:trace contextRef="#ctx0" brushRef="#br3" timeOffset="102415">9237 16449 8191,'-6'24'0,"2"37"2512,3-17 0,2 4-2512,-1 6 0,0 0 0,0-7 0,0-4 0,0 7 705,8-24 1,-6-21 0,7-5 0</inkml:trace>
  <inkml:trace contextRef="#ctx0" brushRef="#br3" timeOffset="102681">9515 16262 8191,'-6'26'0,"3"6"0,1 8 1549,2 0 0,0 5 0,0 0-1549,0-1 0,0 0 0,0 0 0,0 4 0,0 0 0,0-6 573,0-5 1,0-5 0,0 3-1,0-21 1</inkml:trace>
  <inkml:trace contextRef="#ctx0" brushRef="#br3" timeOffset="103065">9702 16629 24575,'25'6'0,"8"-4"0,20 3 0,6-5 0,2-10 0,-25 3 0,-23-5 0,-13 8 0</inkml:trace>
  <inkml:trace contextRef="#ctx0" brushRef="#br3" timeOffset="103231">9869 16573 8191,'0'61'0,"0"-3"2177,0-13 1,0-1-2178,0 7 725,5-20 0,-4-26 0,4 0 0</inkml:trace>
  <inkml:trace contextRef="#ctx0" brushRef="#br3" timeOffset="103636">10217 16358 24575,'5'47'0,"0"1"0,-3 10 0,-1 0 0,4-6 0,0-1-748,-5 2 0,0-4 748,8 4 486,-6-1-486,11-16 0,-12-8 0,4-15 0</inkml:trace>
  <inkml:trace contextRef="#ctx0" brushRef="#br3" timeOffset="104216">10752 16475 24575,'-6'-32'0,"2"9"0,-10-10 0,6 21 0,-31 2 0,-5 47 0,22-10 0,1 3 0,-4 6 0,5 2 0,13-3 0,2-1 0,-4 2 0,13-8 0,6-17 0,6-2 0,8-20 0,0-9 0,-8-3 0,8-9 0,-15 12 0,13 1 0,-5 18 0,8 17 0,-13 37 0,-4-20 0,-2 3 0,-4 9 0,-4 0 0,-1-11 0,0-1 0,2 15 0,-10-29 0,10-14 0,-3-5 0</inkml:trace>
  <inkml:trace contextRef="#ctx0" brushRef="#br3" timeOffset="104482">10843 16540 24575,'6'-16'0,"4"-3"0,-4 8 0,6-4 0,-2 5 0,5 4 0,1 2 0,1 21 0,-1-4 0,-9 24 0,-13-7 0,-14 3 0,-13-12 0,11-10 0,4-11 0</inkml:trace>
  <inkml:trace contextRef="#ctx0" brushRef="#br3" timeOffset="105151">11187 16406 24575,'0'31'0,"0"0"0,0 4 0,0 2 0,0 3 0,-3 0 0,-2 4 0,2-1 0,2 12 0,-1-1 0,-7 1 0,0-2 0,8-15 0,0-4 0,-7 5 0,8-30 0,0-4 0</inkml:trace>
  <inkml:trace contextRef="#ctx0" brushRef="#br3" timeOffset="112348">11496 16698 24575,'10'0'0,"4"6"0,9-5 0,6 5 0,8-6 0,15 0 0,-20 0 0,0 0 0,2-3 0,-1 0 0,13 2 0,-21-5 0</inkml:trace>
  <inkml:trace contextRef="#ctx0" brushRef="#br3" timeOffset="112717">12170 16377 24575,'0'62'0,"0"-18"0,0 1 0,0-6 0,0 1 0,-1 2 0,1 4 0,1-3 0,3 1 0,1-2 0,0 12 0,1-1 0,4-16 0,0-4 0,0 3 0,-1-22 0</inkml:trace>
  <inkml:trace contextRef="#ctx0" brushRef="#br3" timeOffset="113281">12489 16915 8191,'-5'-14'0,"0"2"5063,5-28-5063,6 7 0,2-4 0,6-11 0,2-5 0,-1 4 0,3-3 0,-1 4 0,2-2 0,1 5 1409,-1-2 0,-3 12-1409,-9 26 1719,-2 43-1719,-5 2 0,0-3 0,0 3 6784,0 27-6784,-1-14 0,2 3 0,4-5 0,0 0 0,-4 4 0,1-3 0,8 10 0,-5-32 0,-4-17 0,3-8 0,-4 4 0</inkml:trace>
  <inkml:trace contextRef="#ctx0" brushRef="#br3" timeOffset="113482">12571 16802 24575,'16'0'0,"3"0"0,13-8 0,-1 6 0,6-6 0,-18 8 0,-11 0 0</inkml:trace>
  <inkml:trace contextRef="#ctx0" brushRef="#br3" timeOffset="114419">13003 16810 8191,'-4'6'0,"2"-10"5063,-7-3-5063,2-11 2818,-7 0-2818,-7-14 1719,1-16-1719,6-6 6784,23-1-6784,9 21 0,6 16 0,0 18 0,-18 15 0,3 1 0,-9 16 0,-14-1 0,10 6 0,-29 5 0,20 12 0,-4-24 0,-1 2 0,7-1 0,2 0 0,-7 17 0,16-25 0,7-14 0,20-21 0,9-11 0,-12 6 0,3-3 0</inkml:trace>
  <inkml:trace contextRef="#ctx0" brushRef="#br3" timeOffset="114915">13262 16502 24575,'0'12'0,"0"20"0,0 0 0,0 2 0,0-2 0,0 2 0,0 9 0,0 0 0,0-10 0,0 0 0,0 7 0,0 0 0,-6 18 0,-5-17 0,-6-33 0,6-24 0,2-19 0,23 2 0,-2 4 0,19 9 0,-2 4 0,26-9 0,-25 12 0,0 0 0,23-4 0,-4-10 0,-32 19 0,1-9 0,-13 6 0,0 6 0,-5 0 0</inkml:trace>
  <inkml:trace contextRef="#ctx0" brushRef="#br3" timeOffset="115125">13556 16675 8191,'-6'-19'0,"0"7"5063,-1 14-5063,10 29 0,-1 17 0,7-17 0,0 0 2818,-7 15-2818,8 14 1719,-10-11-1719,0-1 1696,4-17 0,-3-20 0,4-7 0</inkml:trace>
  <inkml:trace contextRef="#ctx0" brushRef="#br3" timeOffset="115449">13769 16426 24575,'-6'-4'0,"2"27"0,14 34 0,-8-1 0,-2 4-1631,6-7 1,-1-1 1630,-5 4 0,0-3 323,4-16 0,0-4-323,-2 7 620,6 3-620,-8-28 0,5-5 0,-4-5 0,3-5 0</inkml:trace>
  <inkml:trace contextRef="#ctx0" brushRef="#br3" timeOffset="115915">14051 16851 24575,'29'6'0,"-7"-4"0,6 3 0,-1-5 0,26 0 0,-27 0 0,14 0 0</inkml:trace>
  <inkml:trace contextRef="#ctx0" brushRef="#br3" timeOffset="116784">14682 16367 8191,'0'-19'0,"0"3"5063,0 15-5063,0 39 0,6 9 0,-1 9 0,-3-12 0,-3 3 0,3 1 259,5 10 1,2 2 0,-3-4-260,-5 2 0,1-5 984,5-3 1,2-13-985,-4-26 0,1 0 0,-1-19 0</inkml:trace>
  <inkml:trace contextRef="#ctx0" brushRef="#br3" timeOffset="117349">14898 16359 8191,'4'-5'0,"-2"13"5063,2 28-5063,1 11 0,0 6 0,0-5 0,1 3 0,1-8 0,0 2 0,-1-3 0,0 2 0,0-6 0,2 13 2818,-13-21-2818,0-24 1719,-6-15-1719,6-11 6784,0-7-6784,5-1 0,23-3 0,15 9 0,14-13 0,-22 20 0,-1 1 0,6-12 0,-12 1 0,-14 6 0,-9 4 0,-5-1 0,0 6 0,-1 30 0,1 25 0,15 13 0,-8 4 0,16-2 0,3-22 0,0 4 0,0-27 0,-12-9 0</inkml:trace>
  <inkml:trace contextRef="#ctx0" brushRef="#br3" timeOffset="117783">15541 16794 8191,'-5'-10'0,"-5"-2"5063,-5 2-5063,-7-6 0,-11-9 0,6 0 2818,-3-5-2818,16 7 1719,4 8-1719,17-4 6784,4 8-6784,18 1 0,-1 19 0,-2 2 0,-6 37 0,-12 1 0,-11-9 0,-4 1 0,2-8 0,-4-1 0,-4 1 0,-2-4 0,-2 8 0,3-10 0,7-7 0,2-4 0,14-7 0,11-16 0,-7 4 0,5-8 0</inkml:trace>
  <inkml:trace contextRef="#ctx0" brushRef="#br3" timeOffset="118681">15962 16702 8191,'12'-18'0,"-3"2"5063,13-19-5063,-14 12 2818,0-14-2818,-8 20 1719,0-2-1719,-5 13 6784,-2 11-6784,1 37 0,-9 0 0,13-9 0,2 3 0,-5 11 0,0-1 0,5 11 0,0-19 0,0-3 0,0-12 0,0-26 0,6-4 0,-5-12 0,5-17 0,-6-19 0,0 11 0,0-2 0,1 8 0,-2-1 0,-8-14 0,-4 5 0,-6 10 0,-24-3 0,-7 44 0,4 28 0,-1 8 0,24 18 0,14-3 0,9 0 0,17-18 0,-4-10 0,23-20 0,-5-20 0,21-16 0,-7-12 0,-21 19 0,-2 1 0,7-7 0,-7 10 0,-2 14 0,9 0 0,5 23 0,-7-5 0,-5 16 0,-30-5 0,-7 0 0,-21 9 0,-2-5 0,-2-7 0,11-13 0,15-9 0,9-4 0</inkml:trace>
  <inkml:trace contextRef="#ctx0" brushRef="#br3" timeOffset="118899">16313 16405 8191,'-6'30'0,"3"1"0,1 4 2033,2-1 1,0 1-2034,0 16 0,0 0 0,0-16 0,0 2 1318,0 23 1,0 4-1319,5-8 0,1 0 0,-5 8 0,0-3 0,5-23 0,-1-6 0,-5-1 0</inkml:trace>
  <inkml:trace contextRef="#ctx0" brushRef="#br3" timeOffset="119365">16830 16796 8191,'27'0'0,"22"0"0,-18 0 0,9 0 0</inkml:trace>
  <inkml:trace contextRef="#ctx0" brushRef="#br3" timeOffset="119648">17423 16394 24575,'-5'43'0,"1"0"0,2 10 0,1 2 0,-4 1 0,1-1-1397,3 2 0,2-3 1397,-1-14 0,0-2 443,-1 2 0,2-2-443,3 17 0,-3-12 0,4-30 0</inkml:trace>
  <inkml:trace contextRef="#ctx0" brushRef="#br3" timeOffset="120031">17514 17064 24575,'0'-22'0,"0"-11"0,8-29 0,-2 11 0,1-3-602,5-6 0,2 0 602,0-1 0,0 4 196,-3 18 1,2 8-197,15 10 0,-10 79 0,-4-1-637,-2-7 0,-2 1 637,-9-15 0,0 0 0,10 16 0,0-2 0,-3 8 0,-2-24 0,0-6 0,0-13 0,-6-11 0</inkml:trace>
  <inkml:trace contextRef="#ctx0" brushRef="#br3" timeOffset="120183">17544 16886 24575,'30'0'0,"19"-8"0,-28 6 0,12-7 0</inkml:trace>
  <inkml:trace contextRef="#ctx0" brushRef="#br3" timeOffset="120814">18117 16842 24575,'-11'0'0,"1"0"0,-4-11 0,-4-5 0,-7-22 0,2-6 0,9 9 0,3 0 0,0-12 0,12-1 0,10 29 0,9 13 0,-4 2 0,3 18 0,-12 3 0,2 33 0,-9-13 0,-8 16 0,6-17 0,-8-6 0,-3 0 0,-5 24 0,7-23 0,-1-2 0,-4 11 0,10-16 0,11-13 0,0-2 0,10-9 0,1-5 0,8-8 0,-6-3 0,-5-19 0,-16 12 0,-3-4 0,-9 17 0,9 5 0,2 5 0</inkml:trace>
  <inkml:trace contextRef="#ctx0" brushRef="#br3" timeOffset="121448">17822 16626 24575,'0'25'0,"8"12"0,-6 15 0,6-3 0,-8 3 0,0-15 0,0 15 0,6-14 0,-5-3 0,5-22 0</inkml:trace>
  <inkml:trace contextRef="#ctx0" brushRef="#br3" timeOffset="122800">18327 16676 24575,'0'30'0,"0"21"0,-5-15 0,0 2 0,3 25 0,-7-15 0,13-38 0,3-20 0,-1-7 0,0-7 0,-6 4 0,0-8 0,-20-13 0,5 14 0,-2-1 0,-4 4 0,-2 1 0,-17-16 0,16 26 0,14 18 0,18 2 0,4 3 0,12-5 0,-4-5 0,8-6 0,-6 4 0,2 5 0,-5 10 0,-12 11 0,2-6 0,-14 1 0,-1-13 0,-10 7 0,4-6 0,1-2 0,6-2 0,5-7 0</inkml:trace>
  <inkml:trace contextRef="#ctx0" brushRef="#br3" timeOffset="123000">18437 16521 8191,'4'-6'0,"2"15"5063,8 34-5063,2 4 1409,-10-2 0,-2 3-1409,2-10 0,-2-1 0,-4 5 0,0-3 0,0 7 0,0-22 0</inkml:trace>
  <inkml:trace contextRef="#ctx0" brushRef="#br3" timeOffset="124616">26265 15824 24575,'0'15'0,"0"4"0,14 7 0,23 25 0,-7-23 0,5 1 0,6 5 0,2-1-395,-9-10 1,1-4 394,-4-6 0,-2-2 195,3 9-195,2-8 0,-10 2 0,-7-5 0,-9-9 0</inkml:trace>
  <inkml:trace contextRef="#ctx0" brushRef="#br3" timeOffset="124898">26367 15709 24575,'35'8'0,"-1"8"0,2 5 0,3 4 0,0 4 0,1 0 0,7 5 0,-1-2-756,-8-11 0,-1-1 756,-7 0 0,-2-4 0,9-12 122,-1 10 1,-17-14 0,-5 0 0</inkml:trace>
  <inkml:trace contextRef="#ctx0" brushRef="#br3" timeOffset="125148">26645 15634 24575,'30'14'0,"-1"0"0,12 8 0,7 4 0,-1-1 0,-3-6 0,-1-1 0,3 1-1385,0 1 1,5 0-1,-2 0 1,-5-2 1384,10 3 0,-6-5 0,-11-8 0,-6-2 0,-7 9 0</inkml:trace>
  <inkml:trace contextRef="#ctx0" brushRef="#br3" timeOffset="127765">18721 16807 24575,'14'0'0,"18"0"0,15 0 0,2 0 0,0 0 0,-24 0 0,-11 0 0,-10 0 0</inkml:trace>
  <inkml:trace contextRef="#ctx0" brushRef="#br3" timeOffset="127982">18855 16682 24575,'4'57'0,"-6"6"0,10-22 0,1 0 0,-7 15 0,12-8 0,-8-36 0,1 1 0,-3-13 0</inkml:trace>
  <inkml:trace contextRef="#ctx0" brushRef="#br3" timeOffset="128298">19238 16424 8191,'-5'-6'0,"4"6"5063,-13 41-5063,12 2 0,2 6 0,-5-1 0,0 2 744,4 13 0,2 0-744,-1-19 0,0-1 923,0 9 0,0-1-923,0-11 0,0-3 0,3 0 0,0-4 0,-2-6 0,5-18 0</inkml:trace>
  <inkml:trace contextRef="#ctx0" brushRef="#br3" timeOffset="128767">19405 17059 24575,'0'-10'0,"0"-5"0,0-9 0,8-29 0,-3 13 0,1-2 0,5-1 0,-1 1-356,-4-3 0,0 4 356,13-13 175,-17 17-175,10 19 0,-11 13 0,10 39 0,0 9 0,-6-8 0,-1 2 0,1-3 0,0 2 0,0 7 0,0 0 0,-1-8 0,0-2 0,7 25 134,-5-24 0,-6-27 0,0 2 1</inkml:trace>
  <inkml:trace contextRef="#ctx0" brushRef="#br3" timeOffset="128965">19408 16976 24575,'25'0'0,"15"-8"0,0-2 0,7-1 0,-18 3 0,-13 8 0</inkml:trace>
  <inkml:trace contextRef="#ctx0" brushRef="#br3" timeOffset="129799">19926 16974 24575,'-10'0'0,"4"-5"0,-3 4 0,3-8 0,-4 3 0,4-8 0,-15-1 0,13 0 0,-20-8 0,7-10 0,1-4 0,-1-5 0,13 17 0,23 2 0,8 11 0,34 2 0,-17 13 0,-4 8 0,-16 8 0,-18 8 0,-15 33 0,0-23 0,-3 1 0,-5 12 0,0-1 0,2-6 0,1-3 0,-1 10 0,11-19 0,12-26 0,25-14 0,6-9 0,-1 0 0,-11 4 0</inkml:trace>
  <inkml:trace contextRef="#ctx0" brushRef="#br3" timeOffset="130398">20354 16621 8191,'-5'-6'0,"4"10"5063,-3 38-5063,8-11 0,1 4 0,-4 10 0,0 1 0,4-8 0,0-2 1409,-5 0 0,0-3-1409,0 2 1719,0-2-1719,-6-10 6784,0-16-6784,-6 1 0,2-21 0,4 1 0,10-14 0,16 3 0,2 4 0,14-6 0,-13 7 0,5-5 0,-12 2 0,-1 5 0,-9-7 0,-6 15 0,-10 34 0,4 1 0,-2 33 0,8-24 0,0 1 0,0-7 0,0-6 0,0-14 0,0-6 0</inkml:trace>
  <inkml:trace contextRef="#ctx0" brushRef="#br3" timeOffset="130681">20712 16961 24575,'37'0'0,"-3"0"0,-4 0 0,3 0 0,-15 0 0,5 0 0,-18 0 0,0 0 0</inkml:trace>
  <inkml:trace contextRef="#ctx0" brushRef="#br3" timeOffset="130851">20867 16901 24575,'0'49'0,"0"4"0,6 5 0,11-9 0,-7-28 0,6-9 0</inkml:trace>
  <inkml:trace contextRef="#ctx0" brushRef="#br3" timeOffset="131648">21356 16689 24575,'-15'-10'0,"-2"-4"0,-8 2 0,-2 2 0,0 31 0,1 32 0,22-9 0,5 4 0,2-5 0,3-1 0,2-10 0,2-3 0,13 4 0,-8-31 0,3-2 0,4-16 0,-1-28 0,5 4 0,-14-6 0,8 11 0,-19 19 0,5 6 0,2 31 0,-6 6 0,6 26 0,-8-15 0,0 22 0,0-18 0,0 3 0,-4-21 0,-2-19 0,0-11 0,2-18 0,4-29 0,0-6-454,0 20 1,0-1 453,0-22 0,7 30 0,4 3 0,10-9 0,7 13 0,-7 16 0,-7 26 0,-3-9 907,-1 14-907,-1-12 0,-8 1 0,3 3 0,-8 2 0,-7 5 0,0-10 0,-4 3 0,5-22 0,4 10 0,1-10 0</inkml:trace>
  <inkml:trace contextRef="#ctx0" brushRef="#br3" timeOffset="131816">21812 16484 8191,'-17'47'0,"9"-13"0,1 4 1741,1 14 1,2 1-1742,3-4 0,-1-2 0,-3-5 0,0-6 0,5-5 0</inkml:trace>
  <inkml:trace contextRef="#ctx0" brushRef="#br3" timeOffset="164932">2331 12561 8191,'-3'5'0,"1"47"2381,1-3 0,1 6-2381,0-14 0,0 2 0,0 2 0,0 14 0,0 3 0,0-3 0,0-12 0,0-2 0,0 1 0,0 6 0,0 0 0,0-3 0,-1 6 0,0-5 1427,0-11 1,0-4-1428,-1 7 439,1-20 0,1-13 0,0-3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7:14:58.887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14640 15015 24575,'0'38'0,"0"-2"0,0 5 0,0 16 0,0 7-1114,0-6 1,0 3 0,0 3 1113,0-11 0,0 2 0,0 0 0,0 0 0,0-1 0,0 0 0,0 0 0,0-2 0,0-2 0,0-1 0,0-2 0,0-1 337,0 5 0,0-2 1,0-3-338,0 9 0,0-6 556,0 9-556,0-20 0,0-30 0,0 0 1741,1-3-1741,4-1 31,12 0-31,23-1 0,-1-2 0,7-1 0,1 0 0,5 0 0,4 1-875,-10-1 0,2 0 0,3 0 0,3 0 0,2 0 875,1 0 0,3 0 0,3 0 0,2 0 0,0 0 0,-2 0 0,-1 0 0,1 0 0,0 0 0,-2 0 0,1 0 0,0 0 0,1 0 0,-5 0 0,1 0 0,1 0 0,0 0 0,0 0 0,-2 0 0,-1 0-441,0 0 1,0 0-1,-2 0 1,0 0 0,-1 0-1,0 0 441,4 0 0,-1 0 0,-1 0 0,1 0 0,2 0 0,-5 0 0,3 0 0,0 0 0,0 0 0,-2 0 0,0 0-210,2 0 0,-1 0 0,-1 0 0,-2 0 0,0 0 210,3 0 0,-2 0 0,-1 0 0,-3 0-60,6 0 0,-3 0 0,-2 0 60,10-1 0,-5 0 1661,-5 0 0,-5-1-1661,12 0 3054,-13 0-3054,-23 2 1574,-6 0-1574,-7-2 298,-4-13-298,-6-28 0,-4-2 0,-2-7 0,-2 3 0,-1-5 0,-2-3-500,0 0 1,-2-3 0,0-2-1,0 2 500,2 6 0,-1 1 0,1 0 0,1 2 0,-4-13 0,0 2 0,3 4 0,3-5 0,2 8 0,5-3 0,0 3 0,2 25 0,0 14 0,-2 10 1998,-17 2-1998,-32 3 0,-18 2 0,20-1 0,-5 0 0,-3 0 0,-5 0-570,11 1 1,-3-1 0,-3 1-1,-1 0 1,-2 1 0,1-1 0,2 0 569,2 0 0,0 0 0,1 1 0,-1-1 0,-1 0 0,-1 1 0,-2 0-514,4-1 1,-3 2 0,-1-1-1,-1 0 1,-1 1 0,0 0-1,1-1 1,1 1 0,1-1 513,-1 0 0,0 0 0,0 1 0,1-1 0,1 0 0,2 0 0,0 0 0,3 0 0,-15 1 0,3 0 0,2 0 0,2 0 0,1-1 0,0 0 0,0-1 0,0 1 0,1 0 0</inkml:trace>
  <inkml:trace contextRef="#ctx0" brushRef="#br0" timeOffset="79832">28684 15433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7:11:46.505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14578 10235 24575,'0'-13'0,"0"-7"0,2-7 0,5-4 0,10-4 0,11 2 0,-2 15 0,3 1 0,26-12 0,-12 14 0,1 3 0,16-2 0,-15 8 0,1 2 0,-10 3 0,0 0 0,8-1 0,0 2 0,-5 2 0,-2 1 0,-3 3 0,-2 4 0,20 17 0,-22 2 0,-3 2 0,4 6 0,2 12 0,-27-37 0,-3 0 0,0-2 0,2 3 0,1 3 0,0 1 0,-2 1 0,-1-2 0,-1-8 0,-2-3 0</inkml:trace>
  <inkml:trace contextRef="#ctx0" brushRef="#br0" timeOffset="1266">16088 10226 24575,'0'-17'0,"0"-5"0,0-7 0,7-3 0,9-8 0,15 6 0,13-4 0,6 12 0,3 10 0,0 8 0,1 4 0,-3 4 0,4 6 0,-16 4 0,-7 3 0,-12 6 0,-7-3 0,-1 6 0,-5 1 0,-3-1 0,-3 2 0,-1-12 0,0-2 0</inkml:trace>
  <inkml:trace contextRef="#ctx0" brushRef="#br0" timeOffset="2567">17072 10175 24575,'14'-27'0,"11"-4"0,14-4 0,9 4 0,3 11 0,4 10 0,-15 8 0,-1 4 0,-22 5 0,-2 12 0,-4 5 0,1 4 0,-3-4 0,-2-6 0,-4-8 0,-1-5 0,-1-3 0</inkml:trace>
  <inkml:trace contextRef="#ctx0" brushRef="#br0" timeOffset="3450">17914 10140 24575,'3'-35'0,"15"2"0,-1 3 0,4 1 0,10 7 0,4 2 0,-4 1 0,0 3 0,15 3 0,0 4 0,-9 5 0,-1 1 0,7-1 0,0 2 0,-7 2 0,-3 2 0,17 10 0,-16 7 0,-13 6 0,-9 1 0,-6-8 0,-4-1 0,-2-10 0,0-2 0</inkml:trace>
  <inkml:trace contextRef="#ctx0" brushRef="#br0" timeOffset="80582">26261 7412 24575,'-5'11'0,"4"-1"0,-4 0 0,5 4 0,0 26 0,-4-10 0,-1 4 0,-2 18 0,1 2 0,0-11 0,0 1 0,-4 12 0,1-4 0,7-14 0,-6 7 0,8-44 0,0-6 0,0-18 0,0-13 0,-1-4 0,2-5 0,6-4 0,2-3 0,-2-12 0,4 2 0,6 14 0,2 5 0,4-8 0,-1 34 0,-3 42 0,-1 5 0,2 12 0,2 9 0,2 2 0,0 3 0,-5-16 0,0 0 0,-1-1 0,4 11 0,0-7 0,10 1 0,-19-31 0,6-53 0,-12-9-287,3 4 0,1-6 287,-5 5 0,-2-3 0,1 1-1042,1-10 0,2 0 1042,1 12 0,1-1 0,-2 5 0,-2 0 0,2 6 0,9 3 0,2 5 0,0-2 0,9 11 0,-21 29 0,2-3 0,-9 2 0</inkml:trace>
  <inkml:trace contextRef="#ctx0" brushRef="#br0" timeOffset="81369">26186 8505 24575,'-6'9'0,"2"2"0,4 39 0,0-7 0,0 8 0,0 6 0,0-15 0,0 2 0,0-2 0,0 3 0,0-3 0,0 3 0,0-4 0,0-6 0,0-5 0,0 1 0,0-42 0,0-13 0,0-22 0,9-9 0,-6 2 0,13 24 0,2 1 0,-2-16 0,21 8 0,-4 10 0,-14 18 0,12-4 0,-25 16 0,3-2 0,-9 2 0</inkml:trace>
  <inkml:trace contextRef="#ctx0" brushRef="#br0" timeOffset="81632">26251 8902 8191,'0'20'0,"4"0"5063,6-4-5063,3 3 2818,14-7-2818,1-2 429,11 2 1,-18-11 0,-3 5 0</inkml:trace>
  <inkml:trace contextRef="#ctx0" brushRef="#br0" timeOffset="82649">28644 8130 8191,'5'-15'0,"-4"0"5063,16-18-5063,-9 6 2818,6-10-2818,-8 7 1719,-11 9-1719,-5-3 6784,-25 3-6784,-21 8 0,18 8 0,-1 4 0,5 4 0,2 4 0,-1 4 0,3 2 0,-10 18 0,13-2 0,1 3 0,1-1 0,2 3 0,-1 15 0,4 1-458,6-15 0,4 0 458,3 4 0,4-1 0,3 16 0,-1-10 0,2 3 0,8-7 0,4 0 0,3 11 0,5-4 0,8-16 0,5-7 0,-4-8 0,2-4-430,30-4 430,-1-8 0,-19-17 0,-3-1 0,5 9 0,5-26 0</inkml:trace>
  <inkml:trace contextRef="#ctx0" brushRef="#br0" timeOffset="84866">28970 8864 24575,'5'-6'0,"-4"-7"0,4-7 0,-5 23 0,0 24 0,-15 18 0,14-11 0,-1 0 0,-22 14 0,16 7 0,-3-12 0,1-10 0,8-28 0,-2-28 0,4-40 0,4 25 0,1 0 0,0 0 0,1 2 0,5-17 0,6 29 0,-6 9 0,8 9 0,-2 10 0,-7 6 0,8 22 0,-3 3 0,6 8 0,-1-5 0,-9-12 0,1-12 0,-6-27 0,-2-31 0,-4 0 0,6 6 0,4 0 0,13-17 0,3 10 0,2 14 0,-12 26 0,-5 5 0,-3 0 0</inkml:trace>
  <inkml:trace contextRef="#ctx0" brushRef="#br0" timeOffset="85065">29323 8933 24575,'23'0'0,"19"0"0,-1-8 0,13 6 0,-20-6 0,-14 8 0,-6 0 0</inkml:trace>
  <inkml:trace contextRef="#ctx0" brushRef="#br0" timeOffset="85265">29483 8803 24575,'0'10'0,"0"36"0,0 16 0,0-21 0,0 2 0,2-3 0,0-3 0,0 1 0,2-16 0</inkml:trace>
  <inkml:trace contextRef="#ctx0" brushRef="#br0" timeOffset="85682">29793 8639 24575,'-4'37'0,"0"-1"0,3 4 0,0 0 0,-4-2 0,1-1 0,4-4 0,0-2 0,0 22 0,5-29 0,-4-2 0,4-11 0,-10-6 0,4-5 0,-4-26 0,23-6 0,-6 3 0,1 0 0,22-11 0,7-6 0,-9 22 0,15 8 0,-21 8 0,-1 17 0,-21-7 0,-5 6 0</inkml:trace>
  <inkml:trace contextRef="#ctx0" brushRef="#br0" timeOffset="85898">29922 8880 24575,'25'39'0,"-2"-11"0,16 9 0,-12-20 0,-8-4 0,-10-8 0</inkml:trace>
  <inkml:trace contextRef="#ctx0" brushRef="#br0" timeOffset="88333">30276 8928 24575,'15'0'0,"-4"0"0,3 0 0,1 0 0,7 0 0,7 0 0,8-8 0,-17 6 0,-4-6 0</inkml:trace>
  <inkml:trace contextRef="#ctx0" brushRef="#br0" timeOffset="88515">30553 8815 24575,'-5'40'0,"3"3"0,-4-14 0,6 16 0,5-18 0,-4-1 0,4-22 0</inkml:trace>
  <inkml:trace contextRef="#ctx0" brushRef="#br0" timeOffset="89548">28865 7168 24575,'-6'11'0,"2"3"0,4 9 0,0 22 0,0-11 0,0 4 0,0 3 0,0 2 0,0-2 0,0 0 0,0 22 0,0-29 0,0-11 0,4-27 0,-3-2 0,16-23 0,-3-1 0,25-16 0,-4 16 0,-1-4 0,-10 26 0,-18 4 0,-1 5 0,-5 3 0</inkml:trace>
  <inkml:trace contextRef="#ctx0" brushRef="#br0" timeOffset="89748">28951 7495 8191,'0'14'0,"9"-2"5063,5 16-5063,6-9 2818,3 5-2818,-1-5 0,-10-12 0,-2 2 0</inkml:trace>
  <inkml:trace contextRef="#ctx0" brushRef="#br0" timeOffset="89917">29226 7577 8191,'19'0'0,"15"0"1265,-6 0 1,0 0 0,-19 0 0</inkml:trace>
  <inkml:trace contextRef="#ctx0" brushRef="#br0" timeOffset="90115">29549 7415 8191,'0'51'0,"0"-19"0,0 2 2407,0 0 0,0 0-2407,0 1 0,0-3 712,0-3 0,0-10 0,0-11 1</inkml:trace>
  <inkml:trace contextRef="#ctx0" brushRef="#br0" timeOffset="91965">29907 6889 8191,'-5'-6'0,"4"-3"5063,-8 8-5063,-1-8 2818,-12-1-2818,-10-11 1719,-3 9-1719,-12-12 0,4 22 0,-6 2 0,-8-10 0,-5-1 1908,8 6 0,-2 1 0,-1-1-1908,4 1 0,0-1 0,0 0 0,0 1 0,0 0 0,3 1-945,-10 3 0,3 0 945,1 0 0,1 0 0,12 0 0,-1 0-179,-14 5 0,-2 1 179,0 1 0,1 0 0,3-1 0,3 1 0,7-1 0,7-1 0,3-5 0,4 0 0,11 0 937,-4 0-937,5 4 1953,4-3-1953,1 8 418,5-3-418,-10 8 0,-1 9 0,3-6 0,-15 29 0,4 8 0,6-6 0,-1 6-1677,6-9 1,1 4-1,1 0 1677,2-6 0,2 0 0,-1 1 0,0 3 0,0 2 0,2-2-850,4 5 0,0 0 850,-9 3 0,2 2 0,11-3 0,1 5 0,-5-13 0,-3 3 0,-1 3 0,3-1 0,2 3 0,2 0 0,1 1 0,-1-1-712,-2 1 0,0 0 1,1-1-1,0 0 712,1-3 0,0 1 0,1-3 0,1-3 0,2 11 0,0-1-237,0-3 1,0 4 0,0-1 236,0-2 0,0 0 0,0 2 0,0-5 0,0 2 0,0 0 0,0-1 0,0 6 0,0-1 0,0-4 0,0 12 0,0-7 0,0-21 0,0-5 3318,0-1-3318,0-17 1671,5-8-1671,0-2 3964,6-4-3964,-1 0 1333,13 0-1333,26-9 0,-7 3 0,5-1 0,-2-2 0,3-1 0,0-1-986,-2 2 0,-1 0 0,1 1 986,5 0 0,1 2 0,-2-1 0,-7-1 0,0-1 0,0 2 0,5 5 0,1 2 0,0-1 0,2-7 0,0-2 0,5 3 0,-8 4 0,4 2 0,2 2 0,1-1 0,0-1 0,2-1 0,0-1 0,1 0 0,0 0 0,0 2-1139,2 0 1,1 1 0,0 0 0,0 0 0,-1 1 1138,-5-1 0,0 0 0,-1 0 0,1 0 0,2 0 0,-4 0 0,2 0 0,1 0 0,-1 0 0,0 0 0,-1 0-506,2 0 1,-2 0 0,0 0 0,1 0-1,2 0 506,2-1 0,3 1 0,1 0 0,0-1 0,-2 2 0,-4 0-246,10 1 1,-2 0-1,-4 2 1,-1-1 245,-10 0 0,0 0 0,-3 1 0,-3-1 0,17 4 0,-7 1 702,-13 3 1,-10-6-703,-20-14 4678,-18-18-4678,-13-8 0,-5-10 0,5 1 0,-1-5 0,1-3 268,2 1 1,1-3 0,1-2 0,2-2-269,3 6 0,2-3 0,1 0 0,1 0 0,0 1 0,0-5 0,0 2 0,1-1 0,1-2 0,3 4 0,1-2 0,0-1 0,3 1 0,0 3 0,4-6 0,3 3 0,0 1 0,-1 0 0,-4 2 0,0 0 0,1 1 0,1 1-467,4 3 0,2 0 1,1 2-1,-2 5 467,2-11 0,0 4 0,0 2 0,-1 1 0,0 7 0,1 0 0,-2-4 0,1 2 0,6-13 0,-12 3 0,-33 21 0,-21 12 0,-10 2 165,19 5 1,-1 1 0,-6 0-166,-3 1 0,-8-1 0,-3 1 0,-1-1 0,2 1-83,1 0 1,-2 1-1,1 0 1,2 0-1,1 1 1,-1-1-1,1 1 1,2 0-1,1 0 1,-6-1 0,0 1-1,1-1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7:10:43.759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15123 3841 24575,'0'-20'0,"-6"0"0,5 0 0,-17-3 0,10 7 0,-19-2 0,11 7 0,-16 4 0,3 2 0,0 13 0,-2 6 0,-3 2 0,-1 2 0,-12 7 0,1 3-340,12-5 0,2 0 340,3-3 0,4 3 0,11 12 0,5 1 0,-11 18 0,13-13 0,3 7 0,3 1 0,1-5 0,3 1 0,2 1-1635,1 13 0,3 2 0,2-2 1635,0-9 0,2-2 0,1-3 0,6 11 0,0-8 0,12 0 0,17-10 0,4-14 0,-18-12 0,3-6 102,-3-7 0,-2-4 1,6 2-1,-12-11 1</inkml:trace>
  <inkml:trace contextRef="#ctx0" brushRef="#br0" timeOffset="646">15540 4534 24575,'-10'0'0,"4"8"0,1 12 0,5 9 0,0 1 0,0-3 0,0 16 0,0-12 0,0 2 0,0 5 0,0 1 0,0-1 0,0-3 0,0 6 0,-4-27 0,3-15 0,-4-10 0,5 1 0,0-5 0,6-9 0,9-17 0,14-7 0,-6 10 0,6 8 0,-14 24 0,9 1 0,-1 13 0,1 27 0,-3 5 0,-10 15 0,-2-12 0,-9-5 0,0-13 0,5-2 0,17-17 0,8-20 0,5 4 0,1-20 0,-24 22 0,1-3 0</inkml:trace>
  <inkml:trace contextRef="#ctx0" brushRef="#br0" timeOffset="1463">15701 3297 8191,'0'34'0,"0"2"0,0 5 2302,0 15 1,0 5-2303,0-14 0,0 2 0,0-1 0,0 11 0,0-2 0,0 1 0,0-8 0,0-11 2873,16-47-2873,13-24 887,-2-7 1,3 1-888,20 2 0,-6 12 6612,-17 28-6612,-20 2 0,2 5 0,-9-7 0</inkml:trace>
  <inkml:trace contextRef="#ctx0" brushRef="#br0" timeOffset="1663">15820 3801 24575,'5'10'0,"20"25"0,-2-13 0,22 22 0,-3-25 0,-10 0 0,-5-12 0,-18-1 0</inkml:trace>
  <inkml:trace contextRef="#ctx0" brushRef="#br0" timeOffset="1880">16322 4140 8191,'40'14'0,"-1"-10"4763,19 15-4763,-24-17 0,-16 4 0,-13-6 0</inkml:trace>
  <inkml:trace contextRef="#ctx0" brushRef="#br0" timeOffset="2047">16422 4352 24575,'32'5'0,"0"0"0,22 11 0,-10-14 0,-23 6 0,-5-8 0</inkml:trace>
  <inkml:trace contextRef="#ctx0" brushRef="#br0" timeOffset="2863">17220 3428 24575,'0'56'0,"0"-22"0,0 3 0,0 12 0,0 1 0,0-12 0,0-1 0,0 3 0,0-4 0,0-4 0,-5-5 0,4-31 0,-12-32 0,15 3 0,4-3 0,-3 1 0,2 1 0,17-25 0,2 32 0,-4 21 0,15 6 0,0 28 0,3 11 0,-8 13 0,-20 1 0,-1-17 0,-9 2 0,-5-13 0,4-7 0,-4-13 0</inkml:trace>
  <inkml:trace contextRef="#ctx0" brushRef="#br0" timeOffset="3049">17787 3011 24575,'0'32'0,"0"0"0,0 5 0,0 6 0,0 3 0,0 16 0,0-1 0,0-25 0,0-3 0,0 21 0</inkml:trace>
  <inkml:trace contextRef="#ctx0" brushRef="#br0" timeOffset="3181">17896 3713 24575,'0'10'0,"0"-4"0,0-1 0</inkml:trace>
  <inkml:trace contextRef="#ctx0" brushRef="#br0" timeOffset="3532">16924 4161 8191,'7'0'0,"32"-8"3982,23 6-3982,-16-7 0,4-2 0,1 9 0,2 2 218,-11-3 1,1-1 0,1-1-219,3-1 0,1-1 0,5 1 0,-2 2 0,5 1 0,3 0 0,2-1 0,-1 0 0,-6-2 0,0-2 0,1 0 0,0 0 0,2 1 0,2 1-216,0 2 1,3 1 0,2 1 0,0 1 0,0-1 0,-2-1 0,-3 0 215,1-2 0,-3-1 0,0 0 0,-1-1 0,-2 2 0,-1 1 0,4 2 0,-1 2 0,-1 0 0,-4 0 0,-3-1 1108,4-4 1,-4-1-1,-2 4-1108,19 8 0,-7 2 0,1-4 0,-9 10 0</inkml:trace>
  <inkml:trace contextRef="#ctx0" brushRef="#br0" timeOffset="4113">17013 4328 24575,'0'61'0,"5"-23"0,1 5 0,-2 8 0,1 6 0,0-1-2072,-1-1 0,0 0 0,1-2 2072,3-1 0,0-1 0,-1-3 0,-6 11 0,0-7 1367,10 9-1367,-11-29 1092,0-19-1092,0-50 0,20-14 0,9-8 0,-5 5 0,3-1-427,0 13 1,3 0 0,-1 5 426,-2 5 0,-2 7 3062,9 9-3062,-27 16 101,-3 10 1,-4 1 0,0-2 0</inkml:trace>
  <inkml:trace contextRef="#ctx0" brushRef="#br0" timeOffset="4280">17222 4880 24575,'-18'40'0,"4"0"0,23-19 0,11 0 0,26-10 0,-5-5 0,12-6 0,-17 0 0,-6-14 0,-2-1 0,-2 8 0,12-21 0</inkml:trace>
  <inkml:trace contextRef="#ctx0" brushRef="#br0" timeOffset="4463">17604 4383 24575,'0'60'0,"5"-14"0,0 4 0,-4-2 0,1 0 0,3-6 0,0-5 0,-5 2 0</inkml:trace>
  <inkml:trace contextRef="#ctx0" brushRef="#br0" timeOffset="4596">17670 5019 24575,'0'0'0</inkml:trace>
  <inkml:trace contextRef="#ctx0" brushRef="#br0" timeOffset="4946">18194 4292 8191,'-10'0'0,"-8"12"5063,1 24-5063,2 7 0,8 11 0,4 8 0,5-13 0,3 1 0,0 2 0,2 6 0,2 1 0,1 0 0,-1-10 0,1 1 0,2-2 0,0-5 1179,6 6 1,1-6-1180,-2-5 0,-1-11 0,-6-23 0,-5-4 0</inkml:trace>
  <inkml:trace contextRef="#ctx0" brushRef="#br0" timeOffset="5314">18484 4634 24575,'-6'59'0,"3"-22"0,2 2 0,4 8 0,2 1 0,-5-3 0,2-3 0,6 12 0,-2-18 0,-5-13 0,5-45 0,8-37 0,-5 15 0,0-1 0,-1 9 0,2 2 0,12-10 0,-5 49 0,7 14 0,2 3 0,-12 2 0,0-14 0,-13 4 0,12-12 0,-11 7 0,7-9 0</inkml:trace>
  <inkml:trace contextRef="#ctx0" brushRef="#br0" timeOffset="5480">19002 4764 24575,'40'10'0,"-5"-2"0,-15-8 0,8-12 0,-15 9 0,4-8 0</inkml:trace>
  <inkml:trace contextRef="#ctx0" brushRef="#br0" timeOffset="5813">19314 4415 24575,'0'21'0,"0"12"0,0 5 0,4 0 0,2 3 0,-2 3 0,0 3 0,0-1 0,2 11 0,0-4-1069,3-10 1,-1-3 1068,-7 14 686,11-53-686,3-34 0,4-8 0,6-17 0,0 12 353,8 7-353,-1 10 0,-3 9 0,-19 19 0,-7 2 0,-7 3 0</inkml:trace>
  <inkml:trace contextRef="#ctx0" brushRef="#br0" timeOffset="5963">19510 4780 8191,'0'15'0,"0"-4"5063,9 5-5063,-2-5 2818,38 10-2818,0-13 0,-13-6 0,0-2 0,15-9 0,-24-4 0,-15 7 0</inkml:trace>
  <inkml:trace contextRef="#ctx0" brushRef="#br0" timeOffset="6363">19825 4151 24575,'26'18'0,"-2"10"0,-3 1 0,-1 5-511,-4 3 1,-2 6 510,-1 3 0,1 5 0,-4 2-627,-2 5 1,-3 2 0,-2 1 626,-2-6 0,-1 1 0,-2 1 0,-2-3 0,-2 9 0,-2-2 0,-2-6 0,-4 3 0,0-10 0,-5-1 0</inkml:trace>
  <inkml:trace contextRef="#ctx0" brushRef="#br0" timeOffset="6729">20219 4148 24575,'0'44'0,"-1"-7"0,2 5 0,4-1 0,1 4 0,-5 4 0,-1 5 0,2 0-457,5-2 0,2-2 0,-2 1 457,-5-3 0,-2-1 0,1-2 223,5 12 1,0-8-224,-6-11 0,0-33 0,0 0 0</inkml:trace>
  <inkml:trace contextRef="#ctx0" brushRef="#br0" timeOffset="7496">20432 5092 8192,'-4'5'0,"-6"0"0,3-5 0,-2 0 0</inkml:trace>
  <inkml:trace contextRef="#ctx0" brushRef="#br0" timeOffset="8196">18769 4942 24575,'0'20'0,"0"23"0,0-9 0,5 12 0,-3-27 0,4-10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7:00:00.675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25057 7940 8191,'0'-11'0,"0"-3"5063,0-2-5063,0 1 2818,0 1-2818,0 3 1719,0 1-1719,0 13 6784,0 20-6784,0 8 0,0 14 0,0-1 0,0-10 0,0 2 0,0-3 0,0 1 0,0 7 0,0-1 0,5 11 0,-4-18 0,3-14 0,-4-27 0,0 5 0,0-29 0,0 6 0,9-28 0,7-7 0,-5 4 0,16 5 0,-18 24 0,16-3 0,-6 4 0,4 2 0,-6 10 0,7 11 0,-4 16 0,0 0 0,-1 20 0,-13-10 0,0 6 0,-6-8 0,0 15 0,0-3 0,0 15 0,0-21 0,0-3 0,5-13 0,-4 1 0,9 3 0,0-7 0,7 1 0,-2-8 0,4 0 0,-4-5 0,14 3 0,-3-10 0,-6 11 0,-6-5 0</inkml:trace>
  <inkml:trace contextRef="#ctx0" brushRef="#br0" timeOffset="1150">24611 7897 8191,'0'-20'0,"0"5"5063,0 10-5063,0 14 2818,0 39-2818,5-7 0,1 3 0,-6 3 0,2 1 335,9 7 1,0 0-336,-10-14 0,0-2 3132,9 5 0,1-2-3132,-4-10 0,0-2 0,6 20 0,3-28 0,-10-9 0,9-11 0,-4 7 1568,16-9-1568,14 0 0,-6 0 0,3 0 0,-4 0 0,0 0-506,8 0 0,0 0 506,-7 0 0,1 0 0,17 0 0,4 0 0,5-6 0,2 1 0,-14 3 0,1 2 0,-2-1 0,16-5 0,-5 1 0,-13 4 0,-5 2 0,19-1 0,-31 0 0,-6 4 0,-14-11 0,-5-8 0,-13-23 0,6-2 0,-7-13 0,9 7 0,0-7 0,0 0 1012,0-9-1012,4 26 0,2 0 0,-1 1 0,0 3 0,11-19 0,-6 20 0,-6 21 0,1-5 0,-4 4 0,8 1 0,-8 1 0,4 3 0,-10-4 0,-21 4 0,-25 2 0,19 3 0,-2 2-703,-8-1 1,-2 0 702,2-5 0,-4-2 0,-6 2 0,-8 1 0,-1-2 0,7-2 0,-2-1 0,0 0 0,-1 1 0,-3 0 0,-1 1 0,2 1 0,1-1 0,-7-2 0,3-1 0,8 2 0,7 2 0,12 1 0,19 0 0</inkml:trace>
  <inkml:trace contextRef="#ctx0" brushRef="#br0" timeOffset="6417">25199 9905 24575,'-5'32'0,"3"15"0,-4 15 0,6-25 0,0-1 0,0 20 0,0-3 0,0-17 0,0 17 0,0-12 0,0 1 0,0-19 0,5-18 0,-4-9 0,3 2 0,-4-7 0</inkml:trace>
  <inkml:trace contextRef="#ctx0" brushRef="#br0" timeOffset="7617">25196 10230 24575,'0'-11'0,"0"1"0,0 0 0,0-1 0,0-3 0,6-2 0,1-8 0,5 8 0,-5-3 0,6 7 0,-1-3 0,8-2 0,-4 1 0,-2 5 0,-2-2 0,-2 11 0,2-12 0,3 13 0,8-8 0,-1 8 0,5-8 0,-11 8 0,3-4 0,-7 10 0,-3 0 0,2 10 0,-10 1 0,5-1 0,-6 4 0,0-3 0,0 5 0,0 4 0,0-8 0,0 2 0,-5 0 0,4 2 0,-3 5 0,4-2 0,0-4 0,0-1 0,0 5 0,0 1 0,4-3 0,-3 1 0,4-12 0,-1-1 0,2-6 0,9-10 0,2-4 0,3-2 0,-7-7 0,9 8 0,-10 1 0,3 5 0,-6 5 0</inkml:trace>
  <inkml:trace contextRef="#ctx0" brushRef="#br0" timeOffset="10051">25804 10176 24575,'-6'-11'0,"1"1"0,5 0 0,5 4 0,1 1 0,4 10 0,0 1 0,-4 4 0,-2 0 0,-12-4 0,1-2 0,-8-4 0,5-4 0,4-2 0,6-4 0,10 4 0,1 1 0,4 5 0,-10 5 0,0 0 0,-10 1 0,4-1 0,-3-5 0</inkml:trace>
  <inkml:trace contextRef="#ctx0" brushRef="#br0" timeOffset="11534">26231 9721 24575,'-4'22'0,"-3"4"0,-11 6 0,9 5 0,-18-2 0,19 0 0,2 6 0,-2 4 0,0 4 0,1 13 0,3 2 0,2-2 0,4-1 0,6-10 0,1-5 0,4 14 0,15-24 0,-12-30 0,-5-2 0,-7-4 0</inkml:trace>
  <inkml:trace contextRef="#ctx0" brushRef="#br0" timeOffset="12334">26329 10043 8191,'0'-10'0,"0"8"5063,0 15-5063,0 21 0,9 28 0,-7-11 0,8 9 2818,-10-31-2818,0 2 1719,-5-14-1719,0-16 6784,-1-9-6784,1-25 0,13-6 0,-6 7 0,15-1 0,-10 18 0,12-1 0,-2 1 0,8-2 0,-7 6 0,1 6 0,-9 5 0,2 13 0,6 18 0,-9 22 0,3 8 0,-12-14 0,0-6 0,0-25 0,0 7 0,0-16 0,0 2 0</inkml:trace>
  <inkml:trace contextRef="#ctx0" brushRef="#br0" timeOffset="12717">26757 10216 24575,'24'0'0,"5"0"0,-12 0 0,-1 0 0</inkml:trace>
  <inkml:trace contextRef="#ctx0" brushRef="#br0" timeOffset="13184">27075 10182 24575,'22'-17'0,"-1"1"0,-5 0 0,5-5 0,-4 0 0,0-4 0,-2 13 0,-9-5 0,-6 10 0,-10-3 0,-5 5 0,-5 11 0,3 4 0,7 3 0,4 1 0,6 1 0,0 9 0,12 10 0,-4-7 0,5 0 0,-4-17 0,-2 4 0,4-7 0,-4 6 0,-3-12 0,-4 4 0</inkml:trace>
  <inkml:trace contextRef="#ctx0" brushRef="#br0" timeOffset="13400">27081 10347 24575,'39'-6'0,"-3"4"0,-16-4 0,11-6 0,0 9 0,-5-9 0,-9 12 0</inkml:trace>
  <inkml:trace contextRef="#ctx0" brushRef="#br0" timeOffset="13833">27314 9720 8191,'-6'-9'0,"10"7"5063,26 7-5063,-1 21 0,0 11 0,-2 1 0,0 4 0,-2 0 281,-2-2 1,-2 0-1,-2 1-281,-1 7 0,-3 0 0,-4-2 0,-2-3 0,-7 1 0,-11 7 0,-6 5 0,3-7 0,7-15 0,0-2 0,-13 22 0,0 0 0</inkml:trace>
  <inkml:trace contextRef="#ctx0" brushRef="#br0" timeOffset="15434">27826 10233 8191,'-6'-5'0,"2"0"5063,8-6-5063,2 1 2818,8 4-2818,2 2 1719,3 14-1719,-8 2 6784,-2 9-6784,-22 3 0,2-12 0,-4 5 0,2-16 0,7-1 0,1-22 0,0 7 0,5-15 0,13 23 0,4-2 0,8 9 0,-10 0 0,-6 0 0</inkml:trace>
  <inkml:trace contextRef="#ctx0" brushRef="#br0" timeOffset="15969">28253 9715 8191,'-10'5'0,"4"0"5063,1 6-5063,1-1 2818,3 0-2818,-4 9 1719,-3 29-1719,6-12 0,2 6 0,-3 1 0,0 6 0,1-3 0,1 11 0,2 1 0,-2-8 0,1 3 0,1-6 3392,0-7 0,3-3-3392,4-2 0,2-5 0,9 1 0,-1-25 0,-8-2 0</inkml:trace>
  <inkml:trace contextRef="#ctx0" brushRef="#br0" timeOffset="16600">28496 10059 24575,'-8'24'0,"2"5"0,6-3 0,0 7 0,0-12 0,0-1 0,0-5 0,-4-1 0,-2-7 0,0-3 0,-6-21 0,10-9 0,-7-11 0,9-1 0,9 2 0,3 2 0,8 10 0,6 5 0,3 19 0,-2-3 0,5 29 0,-8 0 0,-9 18 0,-3-10 0,-12-10 0,0-9 0,0-5 0,0-4 0,0-2 0</inkml:trace>
  <inkml:trace contextRef="#ctx0" brushRef="#br0" timeOffset="16883">28948 10024 24575,'19'6'0,"6"-5"0,10 11 0,-5-11 0,-10 5 0,-11-6 0</inkml:trace>
  <inkml:trace contextRef="#ctx0" brushRef="#br0" timeOffset="17387">29183 9968 24575,'-6'-25'0,"14"-3"0,14 1 0,-1 12 0,17-5 0,-16 18 0,7 1 0,-3 11 0,-14 1 0,3 3 0,-14-4 0,4 5 0,-20 7 0,0 8 0,-13 2 0,9-7 0,3-6 0,10-9 0,-3 4 0,8 2 0,1 3 0,5-8 0,6 2 0,19-12 0,13 4 0,-10-9 0,0 0 0,7 2 0,-8-6 0</inkml:trace>
  <inkml:trace contextRef="#ctx0" brushRef="#br0" timeOffset="17767">29617 9453 24575,'18'22'0,"-4"7"0,-1 6 0,7 13 0,-1 4 0,-5 2 0,-3 3 0,-2-11 0,-1 3 0,-3-2-518,-8 11 0,-5 0 518,-1-11 0,-3 0 0,-1-1-584,-6 16 0,-3-5 0,3-18 0,1-6 1,-5 8-1</inkml:trace>
  <inkml:trace contextRef="#ctx0" brushRef="#br0" timeOffset="18417">30389 10206 24575,'8'0'0,"-1"0"0,9 0 0,-8 0 0</inkml:trace>
  <inkml:trace contextRef="#ctx0" brushRef="#br0" timeOffset="18567">30596 10219 8191,'5'5'0,"4"-4"1265,-3 3 1,0-4 0,-2 0 0</inkml:trace>
  <inkml:trace contextRef="#ctx0" brushRef="#br0" timeOffset="18700">30885 10224 8191,'10'5'0,"-4"-4"0,-2 3 0</inkml:trace>
  <inkml:trace contextRef="#ctx0" brushRef="#br0" timeOffset="19270">31547 10032 24575,'9'-16'0,"5"-12"0,10-9 0,-9 3 0,9-2 0,-21 16 0,15-19 0,-17 10 0,1-3 0,-12 17 0,-3 19 0,-5 23 0,10 5 0,0 14 0,8-9 0,8 0 0,8 8 0,6-10 0,3-2 0,-3-10 0,-11-8 0,2 1 0,-12 2 0,-7-2 0,-7 3 0,0-8 0,3-2 0</inkml:trace>
  <inkml:trace contextRef="#ctx0" brushRef="#br0" timeOffset="19435">31605 10189 24575,'19'0'0,"24"-8"0,7 6 0,-10 0 0,1 2 0,10 1 0,-7 5 0,-36-6 0</inkml:trace>
  <inkml:trace contextRef="#ctx0" brushRef="#br0" timeOffset="20100">32278 9858 24575,'29'6'0,"-7"-4"0,-3 4 0,-10-6 0</inkml:trace>
  <inkml:trace contextRef="#ctx0" brushRef="#br0" timeOffset="20251">32297 9965 24575,'15'0'0,"24"-8"0,-6 6 0,3-6 0,-20 8 0</inkml:trace>
  <inkml:trace contextRef="#ctx0" brushRef="#br0" timeOffset="20769">32739 9730 24575,'-15'56'0,"3"-4"0,12-13 0,0-8 0,5 1 0,-4-11 0,4-1 0,-10-9 0,-1-11 0,1-22 0,0-6 0,17-18 0,3 12 0,17 2 0,-8 12 0,12 10 0,-10 4 0,4 11 0,0 23 0,-18 0 0,11 20 0,-21-23 0,6 1 0,-4-15 0,2 4 0,0-9 0,-2-2 0</inkml:trace>
  <inkml:trace contextRef="#ctx0" brushRef="#br0" timeOffset="21050">33217 9133 24575,'0'49'0,"0"1"0,0-10 0,0 0 0,0 15 0,0 1 0,-1-17 0,2-1 0,4 14 0,0-3 0,-2-2 0,7 15 0</inkml:trace>
  <inkml:trace contextRef="#ctx0" brushRef="#br0" timeOffset="21150">33363 10230 24575,'0'15'0,"0"-5"0,0-6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7:02:29.074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20859 8242 24575,'-6'20'0,"4"0"0,-3 7 0,5 10 0,0 16-1157,0 10 1157,0-29 0,0 2 0,0-2 0,0 2 43,0 13 1,0 3-44,0 1 0,0 3 0,-3-8 0,-1 3 0,0-3 0,3 14 0,0-4 0,-6-9 0,3-5 0,13 5 0,9-26 0,20-15 0,1-4 0,7 0 0,-4-3 0,3-1 0,1-1-858,0-3 0,0-1 0,1 2 858,9 1 0,1 2 0,-2-1 0,-11-3 0,-3-1 0,5 2 0,7 1 0,4 3 0,3-1 0,0 1 0,-9-2 0,0 1 0,1 0 0,1 0 0,1 1-536,1 1 0,3 1 0,0 0 0,1 1 0,0-1 1,0 1 535,0-1 0,1-1 0,0 0 0,0 1 0,-2 0 0,-2 1-710,0 3 0,-1 0 0,-2 1 0,-1-1 0,0 0 710,11-3 0,0-1 0,-3 0 0,-4 3 0,-2 3 0,-4 3 0,2-2-240,-4-4 1,3-1-1,0 0 1,-1 1 239,11 5 0,0 2 0,0-2 0,-10-5 0,0 0 0,0-2 0,-3 1 0,2 0 0,-4 0 0,-4-4 696,-3-2 0,-8-7-696,-2-27 0,-30 2 0,-7-6 0,-2-1 0,1-5 785,4-6 1,1-6 0,-1 0-786,-5 8 0,-1 1 0,4-4 0,8-4 0,5-7 0,1 1 0,-1 6 0,-4 5 0,0 3 0,4 1 0,8-10 0,5 0 0,0 11 0,8 1 4709,5 4-4709,-22 30 1849,-13 6-1849,-4-6 0,-27 10 0,-4-11 0,-9-6 0,1 4 0,-6 9 0,-3 0-108,13-7 0,-4-4 1,-2-1-1,0 6 108,1 7 0,0 4 0,0 1 0,-2-3-665,-7-4 0,-1-3 1,-1 0-1,-2 3 665,3 3 0,-3 3 0,0 1 0,-1-1 0,1-2-956,-2-1 0,0-3 0,1 1 0,0-1 1,3 1 955,-2 1 0,2 0 0,1 1 0,1-1 0,4 1 0,1 0 0,1-1 0,3-2-251,0-3 1,2-3-1,-2 3 251,1 4 0,-2 2 0,-2 0 0,2-3 0,2-6 0,0-4 0,1 0 0,-1 3 0,-5 4 0,0 2 0,0 1 0,2-3 0,-4-9 0,3-1 0,5 4 0,4 7 0,5 2 0,-5-9 0,37 15 0</inkml:trace>
  <inkml:trace contextRef="#ctx0" brushRef="#br0" timeOffset="555">22017 8129 8191,'6'4'0,"-2"30"2013,2 1 1,-1 5-2014,-4-2 0,0 3 0,5 13 0,-1 0 0,-5-18 0,0 0 1466,0 14 1,0 2-1467,0-10 0,0 0 0,-1 3 0,2-4 0,7 4 0,-6-25 0,7-20 0</inkml:trace>
  <inkml:trace contextRef="#ctx0" brushRef="#br0" timeOffset="867">23095 8102 24575,'-5'41'0,"0"-1"0,-1 8 0,-1 1 0,0 1 0,1 1-1716,0-3 0,1-2 1716,5 14 0,0-6 842,0-1-842,-8-7 0,6-19 0,-6-10 0</inkml:trace>
  <inkml:trace contextRef="#ctx0" brushRef="#br0" timeOffset="3320">17026 7466 24575,'0'26'0,"0"31"0,5-11 0,0 3 0,-3-6 0,-1 1 0,4 2 0,0-1 0,-5 17 0,0-14 0,0 13 0,0-34 0,5 4 0,5-25 0,5-2 0,21-4 0,18 0 0,-6 0 0,2 0 0,-7 0 0,0 0-591,8 0 0,-1 0 591,-14 0 0,-2 0 0,1 0 0,1 0 0,-2 0 0,2 0 0,3 0 0,0 0 0,2 0 0,-1 0 0,-6 0 0,-2 0 0,21 0 0,-30 0 0,-9 0 0,-8-4 0,-2-11 1182,-4-10-1182,0-2 0,0-8 0,0 6 0,4-3 0,2-4 0,-1 0 0,2-4 0,5-19 0,3-3 0,-1 8 0,0 2 0,-5 9 0,1 5 0,8-7 0,-16 27 0,7 16 0,-8-11 0,3 7 0,-17-6 0,-30-3 0,-7 3 0,-9-2-1191,10 2 0,-3 0 0,-1-1 1191,-1 1 0,0 0 0,0 1 0,1 1 0,1 1 0,4 2 0,-2 0 0,4 2 0,4 4 0,4 2 0,-4 3 0,16 7 0,22-5 0,4 3 0</inkml:trace>
  <inkml:trace contextRef="#ctx0" brushRef="#br0" timeOffset="4253">17396 7464 24575,'-6'-11'0,"10"-3"0,4-2 0,11 0 0,-7 6 0,3 4 0,-5 6 0,0 0 0,0 9 0,1 6 0,-6 15 0,-6 5 0,-13-1 0,-5-1 0,-4-11 0,5-8 0,9-13 0,4-6 0,14-6 0,2 6 0,5 0 0,-1 5 0,-5 5 0,1-4 0,-1 8 0,0-4 0,0 10 0,-4 1 0,-7 3 0,-1 1 0,-27 5 0,14-7 0,-19 4 0,13-11 0,1-4 0,0-2 0,2-18 0,-1 3 0,11-9 0,-1 8 0,18 5 0,-2 1 0,7 5 0,-4 5 0,-4-4 0,-2 3 0</inkml:trace>
  <inkml:trace contextRef="#ctx0" brushRef="#br0" timeOffset="5937">21357 8402 24575,'0'-14'0,"0"-2"0,5-4 0,9 2 0,3 3 0,8 8 0,-8 11 0,-1 12 0,-9 13 0,-1 6 0,-6-5 0,-14 9 0,10-17 0,-22 15 0,14-19 0,-7 0 0,5-14 0,8-8 0,1-2 0,5-4 0,5 4 0,5-5 0,13 10 0,-6-5 0,5 11 0,-8-4 0,7 22 0,0-9 0,0 16 0,-2-2 0,-12-6 0,2 1 0,-9 1 0,-12 1 0,-12 10 0,-1-13 0,-7 2 0,12-23 0,-4 0 0,7-11 0,3-1 0,9 0 0,5 7 0</inkml:trace>
  <inkml:trace contextRef="#ctx0" brushRef="#br0" timeOffset="7550">22447 8500 24575,'-6'-4'0,"1"-11"0,19-3 0,-2-3 0,17 10 0,-8 6 0,6 17 0,-11-4 0,6 16 0,-15-8 0,2 6 0,-22-1 0,0-4 0,-8 3 0,1-14 0,8 3 0,15-9 0,13 12 0,15 2 0,-6 5 0,2 3 0,-14-6 0,10 7 0,-17 6 0,-21 10 0,0-10 0,-20-3 0,15-15 0,-8-9 0,-6-15 0,5 0 0,2-12 0,16 11 0,5 4 0,11 4 0,10 7 0,2 1 0,9 16 0,-13-15 0,0 9 0,-9-12 0</inkml:trace>
  <inkml:trace contextRef="#ctx0" brushRef="#br0" timeOffset="9451">23379 8663 24575,'0'-10'0,"0"-1"0,0 1 0,5-4 0,5 1 0,15 3 0,-8 4 0,5 6 0,-12 0 0,0 5 0,0-4 0,5 12 0,-9 2 0,3 6 0,-13 8 0,-6-11 0,-6 2 0,0-9 0,-3-5 0,8-2 0,1-8 0,14-2 0,7-4 0,9 4 0,9 13 0,-10 4 0,12 20 0,-17 0 0,-1 15 0,-13-13 0,-7 2 0,-5-19 0,0-7 0,-2 2 0,-2-10 0,-4 0 0,4-10 0,1-7 0,25 5 0,-6 2 0,14 9 0,-14 0 0</inkml:trace>
  <inkml:trace contextRef="#ctx0" brushRef="#br0" timeOffset="14951">21018 10250 24575,'-6'29'0,"2"9"0,12 18 0,2-7 0,0-5 0,0 3 0,-4-5 0,-1 1 0,1 7 0,-2 1 0,-3-5 0,-2-5 0,1 3 0,0-14 0,5-24 0,-4 3 0,8-8 0,1 4 0,1-5 0,4 0 0,6 0 0,28 0 0,-8-5 0,6-1 0,14 5 0,4-1-1172,-11-1 1,2-1 0,-1 1 1171,-9 2 0,-1 2 0,1-1 0,5 0 0,0 0 0,5 0 0,-6 0 0,3 0 0,3 0 0,0 0 0,-1 0 0,-4 0 0,-1 0 0,0-1 0,2 2 0,4-1-483,-3 1 0,4 1 1,2 0-1,1 0 1,0 1-1,-1-2 1,-2 1 482,2-1 0,-1-1 0,-1 0 0,0 0 0,-2 1 0,-1 0 0,1 1 0,-1 1 0,-1-1 0,0 1 0,0 0 0,5-1 0,0 1 0,1-1 0,-2 0 0,-2 1-303,-2 1 0,-2-1 0,-1 1 0,1 0 303,4 0 0,1 0 0,0 0 0,-3-1 0,11 2 0,-2-1 0,-5-1 0,0-2 0,-7-2 0,-13 1 0,-7 0 0,-7 0 0,-13-4 2564,-11-6-2564,-9-19 3714,-4 2-3714,4-16 0,-4-15 0,12 0 171,-2 15 0,0-1-171,3 5 0,2-1 0,3-22 0,3-2-209,1 7 0,1 1 209,1-5 0,0 5 0,-2 21 0,0 5 0,-3-1 0,-5 21 0,-4-1 0,-8-3 1452,-23-7-1452,-6 9 0,10-4 0,-3 2 19,1 11 1,-4 2-20,-6-7 0,-5-3 0,-2 2-911,-7 6 0,-2 4 0,-5-2 911,16-1 0,-3-1 0,-2 0 0,-1 0 0,0 2 0,-4 2 0,-1 2 0,-1 0 0,1 1 0,1-2 0,-4-1 0,2-1 0,0 1 0,-2 0 0,5 1 0,-1 1 0,-1 0 0,1 0 0,2-1 0,-3-1 0,2-1 0,1 0 0,-3-1 0,3-1 0,-3 0 0,0-1 0,-1 0 0,2 0-980,-1 0 1,0 0-1,1 0 1,0-1-1,3 1 980,-3-1 0,2 1 0,1-1 0,-1-1 0,-6-1 0,-1-1 0,1 0 0,4 2-261,1 4 1,4 0-1,-1 0 261,-5-2 0,-2-2 0,5 1 119,-10 3 0,8 2-119,-3 4 1876,53 8-1876,28 2 0,2-1 0,-6-6 0</inkml:trace>
  <inkml:trace contextRef="#ctx0" brushRef="#br0" timeOffset="15335">22138 10039 24575,'0'21'0,"0"30"0,0-13 0,0 5 0,0 10 0,0 4-1835,0 5 0,0-1 1835,0-14 0,0-4 0,0-6 0,0-4 976,0 3-976,0-13 159,4-13 1,-3-6 0,4-4-1</inkml:trace>
  <inkml:trace contextRef="#ctx0" brushRef="#br0" timeOffset="15633">22931 9999 24575,'-8'35'0,"1"-1"0,3 6 0,1 1 0,-2 5 0,0 0 0,5-1 0,0-1 0,0-7 0,0-2 0,0 19 0,0-17 0,5-10 0,-4-16 0,4-2 0</inkml:trace>
  <inkml:trace contextRef="#ctx0" brushRef="#br0" timeOffset="15903">23265 10220 24575,'9'32'0,"0"0"0,3 10 0,0 4 0,-2-6 0,0 3 0,0-1-1280,4 10 0,1-3 1280,-1 1 0,-1-8 0,-1-12 0,-3-7 0</inkml:trace>
  <inkml:trace contextRef="#ctx0" brushRef="#br0" timeOffset="17103">17689 9347 24575,'-6'17'0,"2"35"0,4 8-788,-1-20 1,2-1 787,8 22 255,-8-23 1,0 1-256,8-5 0,0 0 130,-8 5 1,0-2-131,7 5 0,-8-25 0,12-30 0,7-28 0,6 0 401,-6 10 1,4 1-402,2 3 0,2 3 0,9 3 0,2 1 0,0-4 0,-1 3 0,15 8 0,-24-1 0,-23 14 0</inkml:trace>
  <inkml:trace contextRef="#ctx0" brushRef="#br0" timeOffset="17334">17826 9747 24575,'15'7'0,"18"24"0,0-6 0,-6-4 0,2 1 0,4-2 0,-1-3 0,13 1 0,4 8 0,-37-23 0,0 9 0</inkml:trace>
  <inkml:trace contextRef="#ctx0" brushRef="#br0" timeOffset="18500">21346 11577 24575,'-7'15'0,"1"4"0,6-4 0,0 12 0,8 2 0,-6 24 0,7-4 0,-9 2 0,0-18 0,-5-19 0,-2-18 0,1-11 0,0-15 0,12 4 0,1-2 0,9 11 0,24-1 0,9 2 0,9 11 0,-11 12 0,-27 18 0,-1 32 0,-17-6 0,6 4 0,-8-24 0,23-50 0,-3 5 0,7-18 0,-14 22 0</inkml:trace>
  <inkml:trace contextRef="#ctx0" brushRef="#br0" timeOffset="19567">21576 9686 24575,'-5'7'0,"4"24"0,4 14 0,1 9 0,-3-9 0,0 3 0,0 3-1783,2-2 1,0 2 0,0 1 0,0-3 1782,-3 5 0,0-2 0,0-2 0,0 0 0,0-2 0,0-4 1023,0-4 0,0-3-1023,0 4 0,0-3 0,0 8 1138,0-1-1138,0-48 0,0 1 0,0-33 3945,8-8-3945,1 3 0,3-1 0,0 9 0,3 1 0,2-6 0,2 3 0,11-2 0,5 8 0,-10 10 0,0 11 0,-11 11 0,-8-2 0,-1 7 0</inkml:trace>
  <inkml:trace contextRef="#ctx0" brushRef="#br0" timeOffset="19786">21709 10477 24575,'22'57'0,"-1"-3"0,-7-24 0,1-1 0,9 13 0,-10-22 0,-5-11 0</inkml:trace>
  <inkml:trace contextRef="#ctx0" brushRef="#br0" timeOffset="20600">22528 9638 24575,'-4'11'0,"3"15"0,-4 31 0,4-10 0,2 8 0,-1-10 0,0 5 0,0 1 0,0 0-1079,0-3 0,1 0 1,-1 1-1,-1 1 1079,-1 9 0,-1 4 0,-1-2 0,2-4 0,1-2 0,1-4 0,-2-4 0,-4 9 0,1-8 1326,5-1-1326,0-47 0,9-55 0,-6 8 0,10-4 0,6-1 0,-5 18 0,3 3 352,7-3 0,2 2-352,19-8 0,-16 21 0,-15 19 571,-14 10 0,-1-3 0,-4 2 1</inkml:trace>
  <inkml:trace contextRef="#ctx0" brushRef="#br0" timeOffset="20768">22610 10501 8556,'8'30'0,"3"-3"5098,-1 11-5098,10-8 2764,-8-9-2764,11-2 1668,2-9-1668,-4-5 0,-5-5 0,-8 0 0</inkml:trace>
  <inkml:trace contextRef="#ctx0" brushRef="#br0" timeOffset="21267">23153 9638 24575,'0'41'0,"0"-2"0,-3 1 0,-2 10 0,1 0-2975,3-2 1,1 0 0,-1 1 2974,-3 5 0,0 0 0,0 0 0,0-2 0,0-1 0,0-1-219,0-4 1,0 0 0,-1-3 218,-2 2 0,0-3 910,-3 7 0,1-6-910,7-6 0,-6-14 0,8-22 4213,9-5-4213,-7-10 3479,15 1-3479,-3-14 66,10-2-66,2-13 0,-2 10 0,1-1 0,-8 20 0,-4 1 0,-8 12 0</inkml:trace>
  <inkml:trace contextRef="#ctx0" brushRef="#br0" timeOffset="21467">23102 10657 8191,'9'15'0,"6"-2"5063,15 3-5063,-4-9 2818,10-1-2818,-7-6 0,-9 0 0,-4 0 0</inkml:trace>
  <inkml:trace contextRef="#ctx0" brushRef="#br0" timeOffset="22050">24125 9561 24575,'-6'19'0,"-4"14"0,8 2 0,0 11 0,-2 7 0,-1 4 0,-1 5-1437,3-16 0,0 5 1,-1 1-1,-1-2 1437,-2 6 0,-2-2 0,-1 2 0,1 3 0,0 1 0,0-4 0,2-2 0,-1-2 632,-3 5 1,0-3-633,7-21 0,1-3 0,-9 26 0,8-51 0,9-11 0,6-45 0,-3 1 0,7 11 0,2-3 0,-2-2 0,4 1 0,10 6 0,2 3 0,-8 2 0,-1 4 0,20 0 0,-23 17 0,1 9 1120,-4-4 1,-6 6-1,-5 0 1</inkml:trace>
  <inkml:trace contextRef="#ctx0" brushRef="#br0" timeOffset="22217">24159 10524 8191,'0'24'0,"9"2"5063,2-9-5063,13 2 2818,4-18-2818,5 4 0,-12-5 0,-5 0 0</inkml:trace>
  <inkml:trace contextRef="#ctx0" brushRef="#br0" timeOffset="22867">25749 9718 24575,'5'-22'0,"-4"32"0,-3 16 0,-2 11 0,-1 6 0,0 5 0,0 1-1879,0-2 0,1 0 1,-1 0 1878,-3 7 0,-1 0 0,2-2 0,6 9 0,-1-2 328,-4-16 1,-3 1 0,1-2-329,2 15 0,0-2 0,-3-9 0,-1-4 0,-1 5 1053,1-37-1053,8-46 0,12 8 0,6-4 0,12-18 0,5 0-529,-3 10 1,3 4 528,5 2 0,-2 7 0,-4 11 2763,4 2-2763,-19 13 152,6-5 0,-17 6 0,-1 0 0</inkml:trace>
  <inkml:trace contextRef="#ctx0" brushRef="#br0" timeOffset="23050">25745 10490 24575,'6'34'0,"12"-4"0,8 2 0,19-16 0,2 6 0,-7-20 0,-2-2 0,-2 10 0,11-10 0</inkml:trace>
  <inkml:trace contextRef="#ctx0" brushRef="#br0" timeOffset="23783">25138 10882 8191,'10'0'0,"0"0"0,-4 0 0,-2 0 0</inkml:trace>
  <inkml:trace contextRef="#ctx0" brushRef="#br0" timeOffset="24985">25438 10877 24575,'14'22'0,"2"-4"0,-1 5 0,-1-9 0,-3-3 0,-1 3 0,12 6 0,-5-8 0,1 9 0,-5-14 0,-7 3 0,4-1 0,1-8 0,3 4 0,-3-5 0,4 0 0,-10-5 0,0-1 0,-5-4 0,0-21 0,6-4 0,5-28-731,-7 28 1,1-1 730,8-2 0,1-4 0,-5-2 0,-1-4 0,2-1 0,4 0 0,2 1 0,-1-2 0,-1-7 0,-2-1 0,1 4 0,7-10 0,-2 8 0,-9 21 0,0 6 0,4 2 0,-8 12 0,-5 4 0,-9-8 0,-1-4 0,-10 4 0,-30-16 0,6 15 0,-8 2-812,-1 0 0,-5-1 0,1 1 812,7 2 0,0 1 0,-1-1 0,-9-1 0,-2 1 0,10 2 0,17 6 0,5 1 0,-26-12 0,61 50 0,10 16 0,-12-7 0,-2 4 0,1 2-988,6 6 0,2 2 0,-3 2 988,-5-10 0,-1 2 0,-2 1 0,-1-2 0,-2 11 0,-3-1 0,0-3 0,0-11 0,0-2 0,0 1 0,0 9 0,0 3 0,-1-11 0,-9 6 0,17-10 0</inkml:trace>
  <inkml:trace contextRef="#ctx0" brushRef="#br0" timeOffset="27168">27824 11008 8191,'-5'-6'0,"-2"19"4770,1 39-4770,2 1 0,2 8 0,5-9 0,2 3 0,-1 0 339,-3-6 1,-1 0 0,2 0-340,1-3 0,2-1 0,-2-3 0,-2-2 0,-2-2 987,1 5 1,0 0-988,0-8 0,0-2 0,0 25 5874,0-28-5874,0-29 290,8-18-290,0-10 0,16-17 0,-7 5 0,14-3 1228,-10 13 0,2 0-1228,6 0 0,3 1 0,1-3 0,1 3 0,19-4 0,-21 13 0,-14 18 0,-11 1 0,1 1 0,-8 4 0</inkml:trace>
  <inkml:trace contextRef="#ctx0" brushRef="#br0" timeOffset="27533">28020 11677 24575,'0'11'0,"0"-1"0,6 9 0,0-7 0,1 7 0,6-7 0,-2 3 0,17 9 0,-5-2 0,6 2 0,-8-14 0,-10-6 0,-2-4 0</inkml:trace>
  <inkml:trace contextRef="#ctx0" brushRef="#br0" timeOffset="28902">28363 11028 8191,'0'10'0,"0"36"4784,0-8-4784,0-4 0,0 1 0,0 11 2852,4-5-2852,-2-13 1753,2-8-1753,-4-14 6680,0-11-6680,5-11 315,2-4-315,4 0 0,2 1 0,4 3 0,0 2 0,3 12 0,-4 4 0,-5 8 0,-1 4 0,-9 10 0,5 2 0,-6 0 0,9-8 0,9-12 0,4-1 0,13-11 0,-13-1 0,-3-1 0,-10 2 0</inkml:trace>
  <inkml:trace contextRef="#ctx0" brushRef="#br0" timeOffset="30016">27221 10930 24575,'0'36'0,"0"10"0,0 1 0,0 9 0,0-4 0,0 4 0,0 0-2199,0-6 1,0 0 0,0 2 2198,0-6 0,0 3 0,0-1 0,0 0 0,0 12 0,0-1 0,0-1 0,0-8 0,0-1 0,0 2 0,0 6 0,0 1 0,0-4 566,1 7 1,-2-2-567,-2-16 0,-1 0 0,0-2 605,3 9 1,-1-3-606,-2-6 0,2-4 0,7-5 0,6-32 3480,11-22-3480,34-2 0,-3 5 0,8 0-1639,-10 5 1,4 1 0,0 1 1638,-1 2 0,0 1 0,1 1 0,-1 0 0,0 1 0,-2 1-559,8-1 0,1 2 559,-3 9 0,4 3 0,1 0 0,-13-1 0,1-1 0,1 1 0,1 0-673,-4 2 1,3 0 0,0 1 0,-1 0 0,-1-2 672,3-1 0,-1-1 0,-2 1 0,-1 0 0,9 4 0,-1 1 0,-4-3-108,4-6 0,-2-1 108,6 5 0,-2 0 0,-14-5 0,-3-2 0,-3 0 0,-5-3 3882,-2-10-3882,-26-3 1143,0-14-1143,-16-6 0,4-9 0,-2-8 0,-1 10 0,-2-4 0,1-3 305,5 1 1,1-4 0,1 0 0,-1 1-306,-2-8 0,-1 1 0,3 0 0,3 0 0,1 1 0,1 3 0,-3-1 0,4 0-172,7 6 1,6-3 0,1 1 171,1 4 0,2 2 0,1 0 0,3-5 0,3 1 0,-1 2 0,-3 9 0,1 1 0,-4 5 0,6-18 0,-12 17 0,-22 19 0,-15-3 0,-12 0 0,-13 1 0,-11 2 0,0 0-1082,13 3 0,0 0 0,-2 0 0,-2 0 1082,0 2 0,-3 1 0,-2-1 0,1 3 0,0 0 0,-6 2 0,2 2 0,-2 1 0,-4 0 0,11 0 0,-3 1 0,-4-1 0,0 1 0,2 1 0,3-1 0,6 1 0,-17 1 0,8 0 0,-4 0 0,9 0 0,1 0 0,-1 0 0,1 0 0,-1 0 0</inkml:trace>
  <inkml:trace contextRef="#ctx0" brushRef="#br0" timeOffset="77572">908 8402 8409,'7'-6'0,"29"2"2479,11 2 0,8 2-2479,-1-1 0,1 2 0,-10-1 0,2 0 0,-4 0 1401,1 0 1,-2 0-1402,-1 0 0,-3 0 1705,17 0-1705,1 0 6561,-23 0-6561,-14 0 139,-11-2-139,-18-5 0,-6-1 0,-11-9 0,6 4 0,-1-4 0,10 0 0,2 6 0,9 0 0,14 9 0,20 1 0,12 4 0,12 5 0,-12 2 0,4 8 0,-16 2 0,2 4 0,-12 0 0,-10-1 0,-7-1 0,-4-1 0,-2 0 0,0-5 0,-3-3 0,0-7 0,-8-3 0,6-3 0,-2 0 0</inkml:trace>
  <inkml:trace contextRef="#ctx0" brushRef="#br0" timeOffset="79476">917 9397 24575,'33'0'0,"1"0"0,10 0 0,3 0 0,8 0 0,3 0 0,2 0 0,0 0 0,-4 0 0,-1 0 0,-4 0 0,-3 0 0,-10 0 0,-3 0 0,15 0 0,-28-1 0,-22-3 0,-9-4 0,-17-5 0,-20-6 0,-13-5 0,29 10 0,1-1 0,-21-9 0,19 7 0,16 8 0,21 7 0,19 2 0,19 0 0,16 1 0,-28 1 0,0 1 0,28 6 0,-11 1 0,-15 2 0,-15 2 0,-11 0 0,-5 8 0,-9-3 0,0 2 0,-13 0 0,-1-3 0,-5 2 0,1-5 0,12-7 0,3-2 0</inkml:trace>
  <inkml:trace contextRef="#ctx0" brushRef="#br0" timeOffset="81072">754 10798 24575,'39'0'0,"1"0"0,15 0 0,3 0 0,-6 0 0,2 0 0,-5 0 0,4 0 0,-4 0 0,1 0 0,-1 0 0,5 0 0,-2 0 0,-13 0 0,-4 0 0,6 0 0,-20 0 0,-22-6 0,-17-5 0,-19-10 0,4 2 0,-8-9 0,18 6 0,2-3 0,8 4 0,8 5 0,3 3 0,0 5 0,13 4 0,10 2 0,5 3 0,16 5 0,-1 11 0,-14-7 0,-3 5 0</inkml:trace>
  <inkml:trace contextRef="#ctx0" brushRef="#br0" timeOffset="81288">1553 10663 24575,'0'0'0</inkml:trace>
  <inkml:trace contextRef="#ctx0" brushRef="#br0" timeOffset="82389">1535 10741 24575,'26'3'0,"0"9"0,19 2 0,2 16 0,-13-2 0,0 5 0,-20-17 0,-7 2 0,-8-11 0,-10 1 0,-44-3 0,-1-4 0,8-1 0,-1 0 0,-5 0 0,-6 0 0,31 0 0,2 0 0,13 0 0,9 0 0,4 0 0</inkml:trace>
  <inkml:trace contextRef="#ctx0" brushRef="#br0" timeOffset="84988">12006 12626 24575,'-21'0'0,"-12"0"0,-20 0 0,19 0 0,-1 0 0,-4 0 0,2 0 0,-9 0 0,11 0 0</inkml:trace>
  <inkml:trace contextRef="#ctx0" brushRef="#br0" timeOffset="87071">10696 12354 24575,'0'40'0,"0"9"0,0-8 0,0 2 0,0-9 0,0 0 0,0 5 0,0 0 0,0 13 0,0 2 0,0-19 0,0-11 0,-7-14 0,-3-2 0,-27-15 0,-11 0 0,-2-1 0,-7-1 0,15 3 0,-2 1 0,-3 0-565,-13-1 1,-3 1-1,-3 1 565,13 1 0,-1 0 0,-2 1 0,0 0-655,-5 1 0,0 0 0,-1 0 0,-3 1 655,7 0 0,-2 0 0,-1 0 0,-1 1 0,0 0-573,8 0 1,1 0 0,-1 1 0,0-1 0,-2 1 0,-1 0 572,-1 1 0,-1-1 0,-2 2 0,-1-1 0,0 0 0,0 1 0,1-1 0,2 1 0,-1-1 0,0 1 0,1-1 0,-1 1 0,1 0 0,1 0 0,0 0 0,1 1 0,0-1 0,0 1 0,2 0 0,0-1 0,1 1-358,-11-1 1,2 1-1,2-1 1,0 0-1,-1 1 358,3 0 0,0 0 0,0 0 0,1 0 0,1-1 0,-7 2 0,3-1 0,-1-1 0,-2 1 0,5 0 0,-2-1 0,0 0 0,0 0 0,3 0-16,-6 0 0,2-1 0,2 1 1,0-1 15,6-1 0,1 0 0,1 0 0,2-1 439,-10 0 0,2 0 1,2 0-440,7-1 0,1 1 0,1-1 0,-2 0 0,0 0 0,3 0 1645,-8 0 0,4 0-1645,-2 0 0,5 0 2529,-5 0-2529,-4 2 1739,15 0-1739,-9 1 722,6 0-722,3 1 0,-1 1 0,0-1 0,-12 0 0,9-3 0,-4-1 0,21 0 0,0 0 0,19 0 0,-5-1 0,8-6 0,3-4 0,-4-9 0,3-4 0,-5-20 0,1-11 0,3 17 0,0-1 0,2 0 0,0 1 0,0 2 0,2 3 0,-1-19 0,2 22 0,0 16 0,0 9 0</inkml:trace>
  <inkml:trace contextRef="#ctx0" brushRef="#br0" timeOffset="102302">28407 13860 8191,'-4'19'0,"-7"22"2531,8-2 1,-1 5-2532,-6 2 0,1-1 0,8-7 0,0-2 2818,-13 21-2818,13-29 1719,-4-8-1719,5-14 6784,0-7-6784,0-14 0,0-10 0,0-20 0,0-13 0,8 1 0,0 3 0,2 24 0,0 6 0,-4 14 0,4 5 0,0 14 0,8 10 0,-11 3 0,25 11 0,-20-5 0,11-1 0,4 3 0,-6-2 0,-1 0 0,4 4 0,-1-1 0,11 9 0,-13-16 0,-10-18 0,-1-13 0,3-21 0,-11-16 0,6-10 0,-8 1 0,4 17 0,0 2 0,-2-13 0,11 4 0,-12 29 0,3 14 0</inkml:trace>
  <inkml:trace contextRef="#ctx0" brushRef="#br0" timeOffset="102769">28930 13556 24575,'4'43'0,"-1"1"0,1 0 0,-4 0 0,0 1 0,2-2 0,8 9 0,0-2-818,-8-3 0,-2-3 818,10 10 0,-10-25 0,0-5 0</inkml:trace>
  <inkml:trace contextRef="#ctx0" brushRef="#br0" timeOffset="102936">29008 14328 24575,'0'6'0,"0"-1"0</inkml:trace>
  <inkml:trace contextRef="#ctx0" brushRef="#br0" timeOffset="103769">27385 14661 24575,'15'0'0,"4"0"0,-4 0 0,43-10-4252,-14 8 1,3 1 4251,3-4 0,3 0 0,10 4 0,0 2 39,-10-1 0,-2 0-39,6 0 0,0 0 0,-16 0 0,1 0 0,4 0 0,7 0 0,4-1 0,3 1 0,1 1 0,-9 1 0,0 0 0,2 2 0,1-1 0,2-1-423,2-1 1,2-1 0,1 0 0,1 0 0,1 0 0,-1 2 422,-8 1 0,2 0 0,-1 2 0,0-1 0,0 0 0,-2 0 0,-1-1-611,11-2 0,-3 0 0,-1-1 1,0 0-1,0 1 611,1 1 0,1 1 0,-1 0 0,-2 0 0,-3-1 0,-4-1 0,-3-1 0,0 0 0,2-1 356,0-1 0,2 0 0,1-1 0,1 0 0,-1 0-356,0 0 0,0 0 0,1-1 0,0 1 0,1 0 0,6 0 0,3 0 0,-1-1 0,0 1 0,-4 0-178,1-1 0,-2 0 0,-2 1 0,-2 1 178,10 4 0,-3 2 0,-8 2 0,-8-1 0,-4 3 1002,2 6 0,-2 3-1002,12 8 0,-10-5 0,-31-10 0</inkml:trace>
  <inkml:trace contextRef="#ctx0" brushRef="#br0" timeOffset="109735">18749 12602 24575,'-6'5'0,"1"12"0,11 9 0,-4 3 0,11 7 0,-5 6 0,22-6 0,-1 2 0,9-18 0,-4-23 0,-12-2 0,9-40 0,-21 14 0,-1-3 0,6-10 0,-2-3 0,-6-7 0,-2 1 0,2 14 0,-4 2 0,-11 2 0,-3 5 0,1 5 0,-27 4 0,10 15 0,-12 12 0,5 9 0,8 8 0,7 0 0,11 13 0,2-4 0,6-3 0,0-11 0</inkml:trace>
  <inkml:trace contextRef="#ctx0" brushRef="#br0" timeOffset="110702">19151 12896 24575,'19'-14'0,"1"1"0,-3-5 0,-7 5 0,-4-1 0,-11 8 0,-1 1 0,0 14 0,2 18 0,18 23 0,2 4 0,15 1 0,-6-26 0,-8-9 0,-9-10 0,-8-4 0,0-1 0</inkml:trace>
  <inkml:trace contextRef="#ctx0" brushRef="#br0" timeOffset="110852">19213 13098 8191,'5'0'0,"16"0"5063,20-14-5063,-3 7 0,1 1 0,15-11 0,0 8 0,-31 9 0</inkml:trace>
  <inkml:trace contextRef="#ctx0" brushRef="#br0" timeOffset="111569">20527 12548 24575,'0'16'0,"0"18"0,0 9 0,10-9 0,2 0 0,-1 16 0,22-7 0,-17-33 0,16 8 0,-9-19 0,14-13 0,-16-37 0,-6 22 0,0-1 0,-4-32 0,4 18 0,-15-8 0,-12 21 0,-5 0 0,1-2 0,-3 3 0,-6 6 0,-2 5 0,-22-1 0,13 20 0,-9 23 0,14 15 0,15-8 0,5 3 0,14 6 0,5-2 0,-3 4 0,14-6 0</inkml:trace>
  <inkml:trace contextRef="#ctx0" brushRef="#br0" timeOffset="112335">21024 12698 8191,'0'7'0,"0"32"2217,0-5 1,0 2-2218,0-2 0,0 0 1446,0 5 0,0-2-1446,0 3 1795,19-46-1795,-3-3 6547,19-41-6547,-3 24 715,-10 10-715,1 9 0,-17 2 0,-2 5 0</inkml:trace>
  <inkml:trace contextRef="#ctx0" brushRef="#br0" timeOffset="112505">21094 13005 24575,'54'15'0,"-3"-7"0,-4 0 0,5-8 0,-37 0 0,9 0 0</inkml:trace>
  <inkml:trace contextRef="#ctx0" brushRef="#br0" timeOffset="113652">18892 13422 24575,'-6'9'0,"1"18"0,5 13 0,3-9 0,2 1 0,10 13 0,5-1 0,7-29 0,3-12 0,8-33 0,-1-6 0,-20 4 0,-3-3 0,0 0 0,-3-2 0,-4-7 0,-4-2 0,-2-4 0,-4 1 0,-6 9 0,-3 2 0,0 3 0,-2 6 0,-13 7 0,-4 4 0,2 28 0,-20 19 0,12 14-316,21-13 1,3 1 315,-6 22 0,16-15 0,3 1 0,-1-2 0,2 1 0,6 10 0,3-3 0,3 3 0,1-13 0</inkml:trace>
  <inkml:trace contextRef="#ctx0" brushRef="#br0" timeOffset="114669">19293 13486 8191,'-5'-4'0,"-4"-6"5063,7-2-5063,-7 3 2818,8 20-2818,-3 18 0,4 26 0,0-6 1719,0-4-1719,0-18 6784,0-3-6784,4-17 0,-3-3 0,16-23 0,-6-9 0,29-20 0,-7 13 0,12-8 0,-20 29 0,-9 5 0,-12 9 0</inkml:trace>
  <inkml:trace contextRef="#ctx0" brushRef="#br0" timeOffset="114819">19334 13604 8759,'9'16'0,"2"1"5109,5-5-5109,0 6 2733,-2-10-2733,12 8 410,-5-9 0,-1-1 1,-11-6-1</inkml:trace>
  <inkml:trace contextRef="#ctx0" brushRef="#br0" timeOffset="115754">20798 13374 8191,'-10'14'0,"-4"14"5020,8 24-5020,-2-3 2823,8-4-2823,4-22 1725,6-8-1725,6-9 6768,4-9-6768,9-20 0,-7-8 0,6-10 48,-18-3-48,2 10 0,-2-2 0,-7 3 0,-2-2 0,1-8 0,-2 3 0,-8-5 0,-10 16 0,8 24 0,-21 19 0,-8 28 0,18-16 0,2 3 0,-3 7 0,5-1 0,7 4 0,2-15 0</inkml:trace>
  <inkml:trace contextRef="#ctx0" brushRef="#br0" timeOffset="116052">21026 13556 24575,'26'-40'0,"-1"3"0,-9 24 0,-6 35 0,-14 19 0,2 16 0,-6-20 0,8-20 0</inkml:trace>
  <inkml:trace contextRef="#ctx0" brushRef="#br0" timeOffset="122886">27690 15031 24575,'-6'20'0,"-6"8"0,10 15 0,-7 12-965,4-20 1,0 1 964,4-1 0,-1 0 0,-8-1 0,0 2 311,8 10 0,1 1-311,-8-11 0,-1-2 159,10 5 1,-2-12-160,-6-26 0,8-36 0,4-2 0,2-6 0,-1-3 0,2 0 0,-2 4 0,1 1 494,4 5 0,-2 3-494,-6 1 0,11 10 0,-8 16 0,15 29 0,2 31 0,-13-23 0,0 1 0,5 12 0,1 1 0,2 15 0,10-13 0,-6-18 0,-7-47 0,1-42 0,-4 5 0,2-5 0,-4 10 0,1-2 0,2 2 0,5-10 0,1 4 0,-5 4 0,-1 8 0,4 18 0,-12 11 0,-4 10 0</inkml:trace>
  <inkml:trace contextRef="#ctx0" brushRef="#br0" timeOffset="124920">27867 15733 24575,'20'-6'0,"-5"5"0,5-18 0,2 1 0,4-11 0,-3 2 0,0-2 0,2-10 0,9-8 0,-32 29 0,-10 25 0,-8 29 0,2 24 0,8-20 0,4 2 0,1-8 0,2-2 0,-1 20 0,4-29 0,2-8 0,-1-1 0,0-3 0,-14-1 0,-11 0 0,2-8 0,-10 4 0,17-6 0,10 0 0,14 0 0,33-9 0,-8-3 0,3-2 0,-5 2 0,-2 0 0,-2-2 0,-4 1 0,-4 3 0</inkml:trace>
  <inkml:trace contextRef="#ctx0" brushRef="#br0" timeOffset="125135">28531 14814 24575,'0'31'0,"0"0"0,0 4 0,0-1 0,0 1-1001,0 12 1,0 0 1000,0-11 0,0-2 128,0 2 1,0-2 0,0 5 0,0-8 0</inkml:trace>
  <inkml:trace contextRef="#ctx0" brushRef="#br0" timeOffset="125271">28541 15625 24575,'0'11'0,"0"-2"0</inkml:trace>
  <inkml:trace contextRef="#ctx0" brushRef="#br0" timeOffset="125868">29204 15572 24575,'0'-15'0,"0"-1"0,9-35 0,-7 1 0,8 13 0,0-5 0,-4-7 0,1-3 0,7-3 0,1 1-503,-8 6 1,0 2 502,3 5 0,0 11 246,-3 21-246,8 47 0,-5 0 0,-1 4 0,-2-2 0,-2 0-297,0 7 1,0-3 296,5 10 0,-8-12 0,12-15 735,0-38-735,8-43 0,-7 11 0,2-6 0,1-10 0,3 0 0,-1 14 0,1 3 0,-4 8 0,1 6 0,5 10 0,-15 18 0</inkml:trace>
  <inkml:trace contextRef="#ctx0" brushRef="#br0" timeOffset="126235">29743 15418 24575,'-6'-8'0,"1"-4"0,23-10 0,-5 4 0,19 5 0,-15 7 0,-3 23 0,-17 20 0,1 4 0,-21 15 0,20-27 0,-16-3 0,18-12 0,1-8 0,5-1 0,13-18 0,9-4 0,-10 1 0,1 2 0</inkml:trace>
  <inkml:trace contextRef="#ctx0" brushRef="#br0" timeOffset="126435">30280 14800 8191,'0'38'0,"-9"22"2067,7-18 1,1 0-2068,-4-4 0,1-2 0,4 8 0,0-28 0</inkml:trace>
  <inkml:trace contextRef="#ctx0" brushRef="#br0" timeOffset="126585">30309 15570 24575,'0'21'0,"0"-7"0,0-9 0</inkml:trace>
  <inkml:trace contextRef="#ctx0" brushRef="#br0" timeOffset="126735">30520 15630 24575,'15'0'0,"-9"0"0,3 0 0</inkml:trace>
  <inkml:trace contextRef="#ctx0" brushRef="#br0" timeOffset="126869">30699 15626 24575,'0'0'0</inkml:trace>
  <inkml:trace contextRef="#ctx0" brushRef="#br0" timeOffset="126985">30955 15593 8191,'18'5'0,"-5"-3"0,1 4 0,-9-6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7:05:07.209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2523 8647 24575,'0'35'0,"0"-1"0,0 10 0,0 3 0,0 11 0,1 3 0,1-18 0,-1 1 0,2 0 0,2 19 0,1-2 0,1-6 0,0-1 0,0-4 0,0-2 0,-2 1 0,-1-3 0,-1-10 0,-2-2 0,1 2 0,-2-3 0,0 6 0,0 3 0,0-7 0,0 10 0,0-4 0,0-6 0,0-8 0,0-8 0,0-6 0,0-6 0,0-2 0</inkml:trace>
  <inkml:trace contextRef="#ctx0" brushRef="#br0" timeOffset="2551">2147 9028 24575,'19'-3'0,"13"5"0,19 14 0,-21-4 0,0 2 0,-2 2 0,-2 1 0,18 15 0,-11-4 0,-13-6 0,-1-3 0,-9-7 0,0 0 0,-3 1 0,3 4 0,-2 1 0,1 1 0,-1-3 0,-1-2 0,-2 1 0,-2-6 0,-2-1 0,-1-6 0</inkml:trace>
  <inkml:trace contextRef="#ctx0" brushRef="#br0" timeOffset="132818">28216 8281 8191,'10'-5'0,"-4"0"5063,-2-6-5063,-4 1 2818,-4 0-2818,2-1 1719,-11 6-1719,2-4 6784,-4 7-6784,-4-2 0,8 4 0,-4 0 0,1 0 0,7 4 0,-10-3 0,15 9 0,-16-5 0,7 5 0,-4 1 0,0-6 0,10 9 0,-5-8 0,1 14 0,-3-3 0,-2 4 0,8 7 0,-3-10 0,8 3 0,-4-10 0,1 3 0,2 2 0,-2 5 0,-4 6 0,6 3 0,-6-1 0,8-7 0,0-7 0,0-5 0,0 0 0,0 0 0,4 1 0,-3-1 0,8 0 0,-3 0 0,0 1 0,3-1 0,-8 4 0,8-3 0,1 17 0,1-15 0,4 6 0,11-15 0,-12 1 0,13-4 0,-8 3 0,-3-4 0,9-6 0,-5 5 0,-10-9 0,8 4 0,-12-4 0,9-5 0,-4 0 0,-5-1 0,0 2 0,0-1 0,-5 0 0,5-5 0,-6 1 0,0-1 0,-6 0 0,5 5 0,-10 5 0,6 1 0,-18 8 0,4-4 0,-9 5 0,2 0 0,9 5 0,-7 5 0,13 5 0,-3 0 0,8 0 0,1-1 0,5-3 0,5 4 0,5-10 0,-4 0 0,3-5 0</inkml:trace>
  <inkml:trace contextRef="#ctx0" brushRef="#br0" timeOffset="133382">28563 7897 24575,'-5'8'0,"-6"3"0,10 4 0,-5 4 0,6-4 0,0 36 0,0-9 0,0 5 0,0 7 0,0 4 0,0-14 0,0 1 0,0-3 0,0 1 0,0-4 0,0-1 0,0-7 0,0-10 0,0-4 0</inkml:trace>
  <inkml:trace contextRef="#ctx0" brushRef="#br0" timeOffset="133749">28553 8767 24575,'4'6'0,"-2"-1"0,2-5 0</inkml:trace>
  <inkml:trace contextRef="#ctx0" brushRef="#br0" timeOffset="134815">27229 8993 24575,'23'0'0,"-1"0"0,17 0 0,-4 0 0,-5 0 0,-2 0 0,-8 5 0,8-3 0,25 13 0,-17-13 0,3-2 0,-2 5 0,1 0-536,4-4 1,0-2 535,-7 1 0,1 0 0,17 0 0,4 0-300,-2 0 0,1 0 300,-12-3 0,0-1 0,-1 1 0,16 2 0,-4 0 0,-8-5 0,-3 3 0,-4 7 0,-1 1 0,-5-4 0,0 0 0,4 9 0,3-1 0,7-7 0,2-1 0,4 4 0,0-1-464,-8-3 1,-2-2 463,-4 1 0,-3 0 0,9 0 987,14 0-987,-3 0 301,-18 5 0,2 0-301,7-4 0,1 0 0,-6 4 0,-1-1-434,6-2 0,-2-4 434,16-7 870,-11 6-870,-24-1 0,-14 5 0,-13 3 0</inkml:trace>
  <inkml:trace contextRef="#ctx0" brushRef="#br0" timeOffset="143515">27634 9399 24575,'-4'6'0,"-2"-2"0,-4-4 0,-1 0 0,0-13 0,0 1 0,4-13 0,3 5 0,8 8 0,-3-5 0,13 15 0,-2-16 0,13 12 0,14-10 0,-10 10 0,8 0 0,-16 11 0,-5 0 0,-6 10 0,-1-4 0,-8 3 0,8 1 0,-8 5 0,4 6 0,-5-1 0,0-5 0,0-1 0,-5-3 0,0-1 0,-16 3 0,9-11 0,-10 11 0,7-11 0,-10 15 0,-6-2 0,0 4 0,7-6 0,9-3 0,10-5 0,-9 2 0,6 3 0,-2-3 0,13-2 0,4-1 0,16-8 0,9 4 0,13-5 0,-6 0 0,-3 0 0,-16 0 0,-1 0 0,-3 0 0,-6 0 0,-5 0 0</inkml:trace>
  <inkml:trace contextRef="#ctx0" brushRef="#br0" timeOffset="144033">28085 9094 24575,'5'-16'0,"-4"15"0,4 12 0,-5 26 0,0-1 0,0 9 0,0-9 0,0 0 0,0 1 0,0 8 0,0 10 0,0-23 0,0 1 0</inkml:trace>
  <inkml:trace contextRef="#ctx0" brushRef="#br0" timeOffset="144215">28096 9694 24575,'5'0'0,"0"0"0</inkml:trace>
  <inkml:trace contextRef="#ctx0" brushRef="#br0" timeOffset="145465">28528 9437 24575,'-6'-10'0,"1"-5"0,5-1 0,9-6 0,-2 10 0,19-3 0,-9 14 0,12 5 0,-13 11 0,-4 6 0,-2 3 0,-8-5 0,-2 10 0,-10-6 0,-7 1 0,1-8 0,2-10 0,4-6 0,4-6 0,6-4 0,17 4 0,5 2 0,22 12 0,-7 0 0,1 1 0,-10 3 0,-8-11 0,8 11 0,-9-2 0,5 11 0,-22 4 0,-4 0 0,-17 3 0,1-11 0,-14 3 0,2-7 0,-9-6 0,8-7 0,7-6 0,14-6 0,5-2 0,15 3 0,-8 1 0,7 5 0</inkml:trace>
  <inkml:trace contextRef="#ctx0" brushRef="#br0" timeOffset="145815">28966 9173 24575,'0'28'0,"0"18"0,8 11 0,-7-25 0,0 1 0,7 28 0,0-15 0,-6 14 0,6-36 0,-8 9 0</inkml:trace>
  <inkml:trace contextRef="#ctx0" brushRef="#br0" timeOffset="145998">29041 9758 24575,'5'0'0,"0"0"0</inkml:trace>
  <inkml:trace contextRef="#ctx0" brushRef="#br0" timeOffset="146416">29207 9567 24575,'0'6'0,"0"-1"0</inkml:trace>
  <inkml:trace contextRef="#ctx0" brushRef="#br0" timeOffset="147082">29570 9477 24575,'30'-45'0,"-1"0"0,10 4 0,-18 7 0,-11 14 0,-15 10 0,0 5 0,-22 5 0,17 9 0,-15 9 0,24 4 0,-4 14 0,11-6 0,10 20 0,-1-17 0,0 5 0,3-15 0,-2 10 0,3-7 0,-5 2 0,-26-10 0,-1-12 0,-30 3 0,10-9 0,-9 0 0,17 0 0,19 0 0,21 0 0,23-9 0,-5 7 0,26-6 0,-33 2 0,8 5 0,-25-5 0</inkml:trace>
  <inkml:trace contextRef="#ctx0" brushRef="#br0" timeOffset="147387">30001 9155 13788,'0'10'0,"0"22"839,5 3 0,0 1 0,-3 9 1,8 2-1</inkml:trace>
  <inkml:trace contextRef="#ctx0" brushRef="#br0" timeOffset="147499">30161 9914 24575,'10'-8'0,"-1"2"0</inkml:trace>
  <inkml:trace contextRef="#ctx0" brushRef="#br0" timeOffset="156719">30298 9124 24575,'27'0'0,"3"0"0,8 0 0,-16 0 0,-5 0 0</inkml:trace>
  <inkml:trace contextRef="#ctx0" brushRef="#br0" timeOffset="157198">30276 8994 24575,'14'0'0,"2"0"0,13 0 0,-16 0 0,4 0 0</inkml:trace>
  <inkml:trace contextRef="#ctx0" brushRef="#br0" timeOffset="158081">30890 8801 24575,'-10'-4'0,"0"-2"0,-2-9 0,6 4 0,-4-3 0,9 3 0,-4-3 0,5 3 0,9-5 0,-3 10 0,13 0 0,-4 6 0,12 0 0,10 0 0,17 16 0,-5 0 0,-1 20 0,-27-3 0,-10-2 0,-23 9 0,-9-5 0,0-9 0,-6 0 0,-9 0 0,-1-1 0,7-4 0,1-2 0,-6-1 0,2-2 0,4 0 0,-14 7 0,17-5 0,-1 3 0,16-7 0,28-8 0,12-2 0,25-12 0,-11 7 0,2 0 0,-10-3 0,0 0 0,4 4 0,-1 0 0,6 0 0,-7 0 0,-12 0 0,-6 0 0,-15 0 0</inkml:trace>
  <inkml:trace contextRef="#ctx0" brushRef="#br0" timeOffset="158715">31448 8800 8191,'-20'0'0,"9"5"5063,-6-4-5063,6 9 2818,-9-2-2818,5 3 1719,5 5-1719,5 4 6784,5 17-6784,0 15 0,13 1 0,-6-11 0,11-15 0,-4-22 0,10 6 0,7-10 0,8 5 0,18-28 0,-12 2 0,-8-7 0,-1-5 0,-13 5 0,-3-1 0,4-8 0,-3-2 0,-7 5 0,-4 1 0,0-16 0,-9 17 0,-11 15 0,-19 4 0,-11 1 0,-13 0 0,-4 1-761,-1 0 1,0 1 760,8 4 0,7 3 0,10 8 0,33 16 0,0-13 0,0 7 0</inkml:trace>
  <inkml:trace contextRef="#ctx0" brushRef="#br0" timeOffset="168068">30994 8638 8191,'0'-15'0,"0"14"5063,-14 23-5063,3 9 2818,-13 14-2818,5-8 1719,-5 8-1719,8-10 6784,20-26-6784,15-19 0,5-13 0,3-5 0,-2 5 0,2-1 0,14-13 0,4-1 0,-8 11 0,0 1 0,4-9 0,-8 17 0,-23 48 0,-25 4 0,-13 6 0,1 3 0,-4 4 0,-1 0-1295,-1-3 1,0-1 0,1-2 1294,-3 8 0,4-5 0,6-11 0,13-12 0,22-23 0,20-26 0,9-14 0,-4 7 0,3-4 0,0 0-831,1 0 1,-1 0 0,1 1 830,1 0 0,1 1 0,-3 6 0,-2 4 0,0 5-312,6 1 1,-3 2 311,7-5 3154,-13 33-3154,-66 38 0,13-14 0,-5 3 0,-4 1 0,-6 2 0,2-1-806,-6 10 1,1-2 805,0-1 0,4-2 1327,12-13 0,7-7-1327,13-14 816,17-26-816,22-24 0,-8 12 0,5-5 0,1 0-500,-1 3 0,1 0 0,2 0 500,9-6 0,3 0 0,-5 4 0,-2 3 0,-4 6 0,16-5 1823,-44 33-1823,-12 1 0,-34 46 0,9-16 0,-2 2 0,1-3 0,-1 1 0,1-1-582,-7 9 1,4-4 581,5-10 0,8-4 1558,20-5-1558,19-35 0,9-12 0,5 4 0,3-1 0,6-11 0,-1 7 0,10 23 0,-64 49 0,-3-5 0,-5 1 0,-7-8 0,1-2 0,1 16 0,18-36 0,6-1 0</inkml:trace>
  <inkml:trace contextRef="#ctx0" brushRef="#br0" timeOffset="175114">2248 7042 24575,'-10'-6'0,"4"-3"0,10 40 0,9 7 0,7 9 0,0 3 0,0 7 0,-2 3 0,2 4-668,-4-12 1,2 3 0,0 2 0,-1 0 0,-1-2 667,1 6 0,-2 0 0,0-3 0,-3-1 0,-1 2 0,-2-3 0,0-5 390,0 12 0,3-26-390,3-49 0,5-22 0,0-12 0,-1 1 0,1-6-273,-2 11 0,3-5 1,1 0-1,0 3 273,2-2 0,-1 2 0,2-1 0,3-6 0,0-2 0,0 6 0,1 1 0,-3 8 0,1-1 0,-22 32 0</inkml:trace>
  <inkml:trace contextRef="#ctx0" brushRef="#br0" timeOffset="175532">2698 7192 8191,'-6'5'0,"15"23"2223,3 16 0,3 9-2223,-2-9 0,2 4 0,0 1 0,-3-2 0,-1 3 0,1 0 0,-2-3 403,-1 3 0,0-2 0,0-1-403,6 18 0,-3-6 0,-9-4 1987,11-11-1987,7-57 0,0-18 0,5-13 0,-1 0 0,-1 7 0,0 1 0,0-2 0,1-7 0,-1-2 0,-1 7 0,14-9 0</inkml:trace>
  <inkml:trace contextRef="#ctx0" brushRef="#br0" timeOffset="247081">27816 6440 24575,'-5'-10'0,"4"8"0,-3 8 0,4 33 0,0-5 0,0 20 0,0-28 0,0-3 0,-5-22 0,4-6 0,-4-11 0,14 6 0,2-4 0,13 13 0,20 13 0,-14-3 0,13 15 0,-27-12 0,-1 12 0,-3 2 0,-9 5 0,-8-7 0,-10-8 0,-5-10 0,-7 0 0,-4-6 0,-4-9 0,10 7 0,18-7 0,9 9 0,12 0 0,-8-4 0,-2 3 0,-4-4 0</inkml:trace>
  <inkml:trace contextRef="#ctx0" brushRef="#br0" timeOffset="247467">27791 6389 24575,'24'0'0,"-13"0"0,18 1 0,6-2 0,14-7 0,9 6 0,-17-6 0,-18 8 0,-17 0 0,-2 0 0</inkml:trace>
  <inkml:trace contextRef="#ctx0" brushRef="#br0" timeOffset="247814">28220 6233 24575,'5'-4'0,"0"11"0,1 8 0,-5 7 0,5 14 0,-6 24 0,0-19 0,0 1 0,0 1 0,0-1 0,0 19 0,0-38 0</inkml:trace>
  <inkml:trace contextRef="#ctx0" brushRef="#br0" timeOffset="247982">28292 6819 24575,'0'5'0,"0"0"0</inkml:trace>
  <inkml:trace contextRef="#ctx0" brushRef="#br0" timeOffset="248564">27112 7199 10761,'31'0'0,"-1"-4"0,5-2 2233,13 0 1,5 0-2234,-5 1 0,2 1 0,0 1 0,-7-1 0,-1 0 0,1 1-103,9 2 0,2 2 0,-2-1 103,-8 1 0,-2-1 0,5-1 0,-1-2 0,4-2 0,3-1 0,0 0 0,0 0 0,0 0 0,1 0 0,-1 0 0,2-1 0,3 0 0,1-1 0,3-1 0,2 0 0,0 0 0,-2 0 0,-3 2-293,-2 0 1,-2 0 0,-2 1 0,0 0 0,-1 1 292,9-1 0,0 1 0,-3 0 0,-5 2 0,10 2 0,-5 2 1516,-4-2 1,-5 2-1517,-14 7 0,-4 1 0,13-5 0,-27 13 0</inkml:trace>
  <inkml:trace contextRef="#ctx0" brushRef="#br0" timeOffset="258447">27516 7422 8191,'-6'-10'0,"2"-1"5063,4 1-5063,-5 0 2818,4-5-2818,-4 4 1719,10-8-1719,1 7 6784,-1-3-6784,9 4 0,-3 0 0,17 4 0,3 14 0,1 9 0,-12 4 0,-1 0 0,-17-10 0,7 11 0,-9 4 0,-12 13 0,-9 5 0,-8-4 0,-10 5 0,13-17 0,1 5 0,10-16 0,9-2 0,2-3 0,4-1 0,0 0 0,0 0 0,13-4 0,8-1 0,5-5 0,11-6 0,-15 4 0,2-3 0,-9 5 0,-10 0 0,0 0 0</inkml:trace>
  <inkml:trace contextRef="#ctx0" brushRef="#br0" timeOffset="258782">27933 7146 24575,'0'16'0,"0"18"0,0 12 0,0 6 0,0-8 0,-5-10 0,0 2 0,3 23 0,-7-6 0,9-29 0</inkml:trace>
  <inkml:trace contextRef="#ctx0" brushRef="#br0" timeOffset="258964">27942 7730 24575,'0'6'0,"0"-2"0</inkml:trace>
  <inkml:trace contextRef="#ctx0" brushRef="#br0" timeOffset="259180">28190 7583 24575,'-6'0'0,"1"0"0</inkml:trace>
  <inkml:trace contextRef="#ctx0" brushRef="#br0" timeOffset="259864">28480 7462 8191,'0'-15'0,"5"-6"5063,12-4-5063,1 3 2818,10 8-2818,-11 23 1719,-2-1-1719,-8 15 6784,-3 6-6784,-10 2 0,0 8 0,-5-13 0,0-12 0,6-14 0,0-6 0,5-4 0,9 4 0,-2 2 0,7-1 0,-4 4 0,13 8 0,6 9 0,10 10 0,-4-2 0,-16-5 0,-10 0 0,-13 1 0,-11-3 0,-2 2 0,-3-13 0,5-2 0,-3-21 0,10-4 0,8-21 0,3 19 0,10 2 0</inkml:trace>
  <inkml:trace contextRef="#ctx0" brushRef="#br0" timeOffset="260064">28965 7023 24575,'0'38'0,"0"1"0,4 0 0,1 1 0,-4 2 0,0-2 0,9 12 0,-10-36 0</inkml:trace>
  <inkml:trace contextRef="#ctx0" brushRef="#br0" timeOffset="260247">29034 7666 24575,'0'0'0</inkml:trace>
  <inkml:trace contextRef="#ctx0" brushRef="#br0" timeOffset="261447">26904 6425 8191,'0'20'0,"0"7"5063,0 9-5063,0 18 0,0-21 0,0 4 415,3 3 0,1 5 0,1 3-415,1-1 0,1 2 0,1 2 0,-1 2-305,-1-2 0,-1 3 0,1 0 1,0 0-1,1-1 305,4 5 0,2-1 0,0-1 0,-3-1 0,-5-3 0,-2 0 0,0-2 0,3-6 2149,8 10 1,1-3-2150,-8 8 0,-1 0 0,3-15 0,1-1 0,0-1 0,1-4 0,10 3 1468,7-29-1468,5-7 5680,11-5-5680,-4-4 0,5-2 0,14 0 0,6-2-1271,-17 2 0,5-2 0,0 0 0,0-1 1271,-6 1 0,0-1 0,0 0 0,4 0 0,5 2 0,3-1 0,2 1 0,0 0 0,-2 1-625,-7 0 1,-3 1 0,1 0 0,0 1 0,3 1 624,-1 2 0,2-1 0,1 2 0,0 0 0,1 1 0,-2 1-804,10 0 1,-1 2 0,0 0 0,-1 1 0,-3 2 803,3 2 0,-3 1 0,-2 2 0,0-2 0,-5 0 0,0-1 0,-2 0 0,-4 0-424,16 5 0,-5-1 424,-8 3 0,-1-3 1241,-4-11 1,-1 0-1242,5 9 0,-2-6 1254,-8-17 0,-2-7-1254,1 3 0,-5-3 0,-11-7 0,-7-2 0,0-28 0,-3 3 0,-10 5 0,0-6 0,3 8 0,0-4 0,-1-3 763,-5 1 1,-2-4 0,0-2 0,1-1-764,2 4 0,0-1 0,1-1 0,0 1 0,-1 1-569,-2-6 0,-1 2 0,1 1 1,0-1 568,2 2 0,1-2 0,1 3 0,-1 4 0,0 6 0,0 4 0,0-1-39,0-5 0,0-1 0,0 3 39,1-4 0,-2 3 0,-4 0 0,-2 4 0,-1 3 0,-14 21 0,-1 13 0,-21-10 641,11 14 0,-4 1-641,-13-4 0,-4 0-390,7 4 1,-1 1 0,-4 1 389,-8-2 0,-4 0 0,-1 3 0,8 1 0,0 3 0,-3 0 0,0-1 0,7-1 0,-2-1 0,-1 0 0,0 1 0,1 1-846,-2 1 1,0 2 0,0 0 0,-1 0 0,0-1 845,-3 1 0,0 0 0,-1-1 0,0 1 0,0-1-181,-1 0 1,-2 0 0,1-1-1,3 0 1,5 1 0,-6 1-1,5 0 1,2 0 0,6-4-1,1 1 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BDDED-7872-4E84-89AA-77565B23C8D5}" type="datetimeFigureOut">
              <a:rPr lang="ru-RU" smtClean="0"/>
              <a:t>06.12.2022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FFD7D-67CE-452A-B77C-23A147D67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4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._J._Ryser" TargetMode="External"/><Relationship Id="rId13" Type="http://schemas.openxmlformats.org/officeDocument/2006/relationships/hyperlink" Target="https://ru.wikipedia.org/wiki/%D0%90%D0%BB%D0%B3%D0%B5%D0%B1%D1%80%D0%B0" TargetMode="External"/><Relationship Id="rId18" Type="http://schemas.openxmlformats.org/officeDocument/2006/relationships/hyperlink" Target="https://en.wikipedia.org/wiki/Analysis_of_algorithms" TargetMode="External"/><Relationship Id="rId3" Type="http://schemas.openxmlformats.org/officeDocument/2006/relationships/hyperlink" Target="https://ru.wikipedia.org/wiki/%D0%93%D0%B5%D0%BD%D0%B5%D1%82%D0%B8%D0%BA%D0%B0" TargetMode="External"/><Relationship Id="rId7" Type="http://schemas.openxmlformats.org/officeDocument/2006/relationships/hyperlink" Target="https://ru.wikipedia.org/wiki/1666_%D0%B3%D0%BE%D0%B4" TargetMode="External"/><Relationship Id="rId12" Type="http://schemas.openxmlformats.org/officeDocument/2006/relationships/hyperlink" Target="https://ru.wikipedia.org/wiki/%D0%A4%D1%83%D0%BD%D0%B4%D0%B0%D0%BC%D0%B5%D0%BD%D1%82%D0%B0%D0%BB%D1%8C%D0%BD%D0%B0%D1%8F_%D0%BC%D0%B0%D1%82%D0%B5%D0%BC%D0%B0%D1%82%D0%B8%D0%BA%D0%B0" TargetMode="External"/><Relationship Id="rId17" Type="http://schemas.openxmlformats.org/officeDocument/2006/relationships/hyperlink" Target="https://ru.wikipedia.org/wiki/%D0%A2%D0%B5%D0%BE%D1%80%D0%B8%D1%8F_%D0%B3%D1%80%D0%B0%D1%84%D0%BE%D0%B2" TargetMode="External"/><Relationship Id="rId2" Type="http://schemas.openxmlformats.org/officeDocument/2006/relationships/slide" Target="../slides/slide2.xml"/><Relationship Id="rId16" Type="http://schemas.openxmlformats.org/officeDocument/2006/relationships/hyperlink" Target="https://ru.wikipedia.org/wiki/%D0%93%D0%B5%D0%BE%D0%BC%D0%B5%D1%82%D1%80%D0%B8%D1%8F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B%D0%B5%D0%B9%D0%B1%D0%BD%D0%B8%D1%86" TargetMode="External"/><Relationship Id="rId11" Type="http://schemas.openxmlformats.org/officeDocument/2006/relationships/hyperlink" Target="https://ru.wikipedia.org/wiki/%D0%94%D0%B8%D1%81%D0%BA%D1%80%D0%B5%D1%82%D0%BD%D0%B0%D1%8F_%D0%BC%D0%B0%D1%82%D0%B5%D0%BC%D0%B0%D1%82%D0%B8%D0%BA%D0%B0" TargetMode="External"/><Relationship Id="rId5" Type="http://schemas.openxmlformats.org/officeDocument/2006/relationships/hyperlink" Target="https://ru.wikipedia.org/wiki/%D0%A1%D1%82%D0%B0%D1%82%D0%B8%D1%81%D1%82%D0%B8%D1%87%D0%B5%D1%81%D0%BA%D0%B0%D1%8F_%D1%84%D0%B8%D0%B7%D0%B8%D0%BA%D0%B0" TargetMode="External"/><Relationship Id="rId15" Type="http://schemas.openxmlformats.org/officeDocument/2006/relationships/hyperlink" Target="https://ru.wikipedia.org/wiki/%D0%A2%D0%BE%D0%BF%D0%BE%D0%BB%D0%BE%D0%B3%D0%B8%D1%8F" TargetMode="External"/><Relationship Id="rId10" Type="http://schemas.openxmlformats.org/officeDocument/2006/relationships/hyperlink" Target="https://ru.wikipedia.org/wiki/%D0%A1%D1%87%D1%91%D1%82%D0%BD%D0%BE%D0%B5_%D0%BC%D0%BD%D0%BE%D0%B6%D0%B5%D1%81%D1%82%D0%B2%D0%BE" TargetMode="External"/><Relationship Id="rId4" Type="http://schemas.openxmlformats.org/officeDocument/2006/relationships/hyperlink" Target="https://ru.wikipedia.org/wiki/%D0%98%D0%BD%D1%84%D0%BE%D1%80%D0%BC%D0%B0%D1%82%D0%B8%D0%BA%D0%B0" TargetMode="External"/><Relationship Id="rId9" Type="http://schemas.openxmlformats.org/officeDocument/2006/relationships/hyperlink" Target="https://en.wikipedia.org/wiki/Leon_Mirsky" TargetMode="External"/><Relationship Id="rId14" Type="http://schemas.openxmlformats.org/officeDocument/2006/relationships/hyperlink" Target="https://ru.wikipedia.org/wiki/%D0%A2%D0%B5%D0%BE%D1%80%D0%B8%D1%8F_%D0%B2%D0%B5%D1%80%D0%BE%D1%8F%D1%82%D0%BD%D0%BE%D1%81%D1%82%D0%B5%D0%B9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6" Type="http://schemas.openxmlformats.org/officeDocument/2006/relationships/hyperlink" Target="https://ru.wikipedia.org/wiki/%D0%90%D0%B2%D1%80%D0%B0%D0%B0%D0%BC_%D0%B8%D0%B1%D0%BD_%D0%AD%D0%B7%D1%80%D0%B0" TargetMode="External"/><Relationship Id="rId21" Type="http://schemas.openxmlformats.org/officeDocument/2006/relationships/hyperlink" Target="https://en.wikipedia.org/wiki/Mah%C4%81v%C4%ABra_(mathematician)" TargetMode="External"/><Relationship Id="rId42" Type="http://schemas.openxmlformats.org/officeDocument/2006/relationships/hyperlink" Target="https://ru.wikipedia.org/wiki/%D0%93%D0%B0%D0%BB%D0%B8%D0%BB%D0%B5%D0%B9,_%D0%93%D0%B0%D0%BB%D0%B8%D0%BB%D0%B5%D0%BE" TargetMode="External"/><Relationship Id="rId47" Type="http://schemas.openxmlformats.org/officeDocument/2006/relationships/hyperlink" Target="https://ru.wikipedia.org/wiki/%D0%9B%D0%B5%D0%B9%D0%B1%D0%BD%D0%B8%D1%86,_%D0%93%D0%BE%D1%82%D1%84%D1%80%D0%B8%D0%B4_%D0%92%D0%B8%D0%BB%D1%8C%D0%B3%D0%B5%D0%BB%D1%8C%D0%BC" TargetMode="External"/><Relationship Id="rId63" Type="http://schemas.openxmlformats.org/officeDocument/2006/relationships/hyperlink" Target="https://ru.wikipedia.org/wiki/%D0%A2%D0%B5%D0%BE%D1%80%D0%B8%D1%8F_%D0%B3%D1%80%D0%B0%D1%84%D0%BE%D0%B2" TargetMode="External"/><Relationship Id="rId68" Type="http://schemas.openxmlformats.org/officeDocument/2006/relationships/hyperlink" Target="https://ru.wikipedia.org/wiki/%D0%91%D0%B5%D1%80%D0%BD%D1%83%D0%BB%D0%BB%D0%B8,_%D0%AF%D0%BA%D0%BE%D0%B1" TargetMode="External"/><Relationship Id="rId2" Type="http://schemas.openxmlformats.org/officeDocument/2006/relationships/slide" Target="../slides/slide6.xml"/><Relationship Id="rId16" Type="http://schemas.openxmlformats.org/officeDocument/2006/relationships/hyperlink" Target="https://en.wikipedia.org/wiki/Tiling_puzzle" TargetMode="External"/><Relationship Id="rId29" Type="http://schemas.openxmlformats.org/officeDocument/2006/relationships/hyperlink" Target="https://ru.wikipedia.org/wiki/%D0%9C%D0%B0%D1%82%D0%B5%D0%BC%D0%B0%D1%82%D0%B8%D0%BA" TargetMode="External"/><Relationship Id="rId11" Type="http://schemas.openxmlformats.org/officeDocument/2006/relationships/hyperlink" Target="https://ru.wikipedia.org/wiki/%D0%A5%D1%80%D0%B8%D1%81%D0%B8%D0%BF%D0%BF" TargetMode="External"/><Relationship Id="rId24" Type="http://schemas.openxmlformats.org/officeDocument/2006/relationships/hyperlink" Target="https://ru.wikipedia.org/wiki/%D0%A4%D0%B8%D0%BB%D0%BE%D1%81%D0%BE%D1%84" TargetMode="External"/><Relationship Id="rId32" Type="http://schemas.openxmlformats.org/officeDocument/2006/relationships/hyperlink" Target="https://ru.wikipedia.org/wiki/%D0%91%D0%B8%D0%BD%D0%BE%D0%BC%D0%B8%D0%B0%D0%BB%D1%8C%D0%BD%D1%8B%D0%B5_%D0%BA%D0%BE%D1%8D%D1%84%D1%84%D0%B8%D1%86%D0%B8%D0%B5%D0%BD%D1%82%D1%8B" TargetMode="External"/><Relationship Id="rId37" Type="http://schemas.openxmlformats.org/officeDocument/2006/relationships/hyperlink" Target="https://ru.wikipedia.org/wiki/%D0%92%D0%BE%D0%B7%D1%80%D0%BE%D0%B6%D0%B4%D0%B5%D0%BD%D0%B8%D0%B5" TargetMode="External"/><Relationship Id="rId40" Type="http://schemas.openxmlformats.org/officeDocument/2006/relationships/hyperlink" Target="https://ru.wikipedia.org/wiki/%D0%9A%D0%BE%D1%81%D1%82%D0%B8_(%D0%B8%D0%B3%D1%80%D0%B0)" TargetMode="External"/><Relationship Id="rId45" Type="http://schemas.openxmlformats.org/officeDocument/2006/relationships/hyperlink" Target="https://ru.wikipedia.org/wiki/%D0%91%D0%BB%D0%B5%D0%B7_%D0%9F%D0%B0%D1%81%D0%BA%D0%B0%D0%BB%D1%8C" TargetMode="External"/><Relationship Id="rId53" Type="http://schemas.openxmlformats.org/officeDocument/2006/relationships/hyperlink" Target="https://ru.wikipedia.org/wiki/1665_%D0%B3%D0%BE%D0%B4" TargetMode="External"/><Relationship Id="rId58" Type="http://schemas.openxmlformats.org/officeDocument/2006/relationships/hyperlink" Target="https://ru.wikipedia.org/wiki/%D0%A4%D0%B0%D0%BA%D1%82%D0%BE%D1%80%D0%B8%D0%B0%D0%BB" TargetMode="External"/><Relationship Id="rId66" Type="http://schemas.openxmlformats.org/officeDocument/2006/relationships/hyperlink" Target="https://ru.wikipedia.org/wiki/%D0%A0%D0%B0%D0%B7%D0%B1%D0%B8%D0%B5%D0%BD%D0%B8%D0%B5_%D1%87%D0%B8%D1%81%D0%BB%D0%B0" TargetMode="External"/><Relationship Id="rId74" Type="http://schemas.openxmlformats.org/officeDocument/2006/relationships/hyperlink" Target="https://ru.wikipedia.org/wiki/%D0%A4%D1%83%D0%BD%D0%BA%D1%86%D0%B8%D0%BE%D0%BD%D0%B0%D0%BB%D1%8C%D0%BD%D1%8B%D0%B9_%D0%B0%D0%BD%D0%B0%D0%BB%D0%B8%D0%B7" TargetMode="External"/><Relationship Id="rId5" Type="http://schemas.openxmlformats.org/officeDocument/2006/relationships/hyperlink" Target="https://ru.wikipedia.org/wiki/%D0%92%D1%80%D0%B0%D1%87" TargetMode="External"/><Relationship Id="rId61" Type="http://schemas.openxmlformats.org/officeDocument/2006/relationships/hyperlink" Target="https://ru.wikipedia.org/wiki/%D0%97%D0%B0%D0%B4%D0%B0%D1%87%D0%B0_%D0%BE_%D1%85%D0%BE%D0%B4%D0%B5_%D0%BA%D0%BE%D0%BD%D1%8F" TargetMode="External"/><Relationship Id="rId19" Type="http://schemas.openxmlformats.org/officeDocument/2006/relationships/hyperlink" Target="https://ru.wikipedia.org/wiki/%D0%95%D0%B2%D1%80%D0%BE%D0%BF%D0%B5%D0%B9%D1%81%D0%BA%D0%B0%D1%8F_%D0%BA%D1%83%D0%BB%D1%8C%D1%82%D1%83%D1%80%D0%B0" TargetMode="External"/><Relationship Id="rId14" Type="http://schemas.openxmlformats.org/officeDocument/2006/relationships/hyperlink" Target="https://ru.wikipedia.org/wiki/%D0%A1%D1%82%D0%BE%D0%BC%D0%B0%D1%85%D0%B8%D0%BE%D0%BD" TargetMode="External"/><Relationship Id="rId22" Type="http://schemas.openxmlformats.org/officeDocument/2006/relationships/hyperlink" Target="https://ru.wikipedia.org/wiki/%D0%9F%D0%B5%D1%80%D0%B5%D1%81%D1%82%D0%B0%D0%BD%D0%BE%D0%B2%D0%BA%D0%B0" TargetMode="External"/><Relationship Id="rId27" Type="http://schemas.openxmlformats.org/officeDocument/2006/relationships/hyperlink" Target="https://ru.wikipedia.org/wiki/%D0%91%D0%B8%D0%BD%D0%BE%D0%BC%D0%B8%D0%B0%D0%BB%D1%8C%D0%BD%D1%8B%D0%B9_%D0%BA%D0%BE%D1%8D%D1%84%D1%84%D0%B8%D1%86%D0%B8%D0%B5%D0%BD%D1%82" TargetMode="External"/><Relationship Id="rId30" Type="http://schemas.openxmlformats.org/officeDocument/2006/relationships/hyperlink" Target="https://ru.wikipedia.org/wiki/%D0%9B%D0%B5%D0%B2%D0%B8_%D0%B1%D0%B5%D0%BD_%D0%93%D0%B5%D1%80%D1%88%D0%BE%D0%BC" TargetMode="External"/><Relationship Id="rId35" Type="http://schemas.openxmlformats.org/officeDocument/2006/relationships/hyperlink" Target="https://ru.wikipedia.org/wiki/%D0%93%D0%B0%D0%BC%D0%B8%D0%BB%D1%8C%D1%82%D0%BE%D0%BD%D0%BE%D0%B2_%D1%86%D0%B8%D0%BA%D0%BB" TargetMode="External"/><Relationship Id="rId43" Type="http://schemas.openxmlformats.org/officeDocument/2006/relationships/hyperlink" Target="https://ru.wikipedia.org/wiki/%D0%A2%D0%B5%D0%BE%D1%80%D0%B8%D1%8F_%D0%B2%D0%B5%D1%80%D0%BE%D1%8F%D1%82%D0%BD%D0%BE%D1%81%D1%82%D0%B5%D0%B9" TargetMode="External"/><Relationship Id="rId48" Type="http://schemas.openxmlformats.org/officeDocument/2006/relationships/hyperlink" Target="https://ru.wikipedia.org/wiki/1666_%D0%B3%D0%BE%D0%B4" TargetMode="External"/><Relationship Id="rId56" Type="http://schemas.openxmlformats.org/officeDocument/2006/relationships/hyperlink" Target="https://ru.wikipedia.org/wiki/%D0%9C%D1%83%D0%B0%D0%B2%D1%80,_%D0%90%D0%B1%D1%80%D0%B0%D1%85%D0%B0%D0%BC_%D0%B4%D0%B5" TargetMode="External"/><Relationship Id="rId64" Type="http://schemas.openxmlformats.org/officeDocument/2006/relationships/hyperlink" Target="https://ru.wikipedia.org/wiki/%D0%93%D1%80%D0%B5%D0%BA%D0%BE-%D0%BB%D0%B0%D1%82%D0%B8%D0%BD%D1%81%D0%BA%D0%B8%D0%B9_%D0%BA%D0%B2%D0%B0%D0%B4%D1%80%D0%B0%D1%82" TargetMode="External"/><Relationship Id="rId69" Type="http://schemas.openxmlformats.org/officeDocument/2006/relationships/hyperlink" Target="https://ru.wikipedia.org/wiki/%D0%A1%D0%B8%D0%BB%D1%8C%D0%B2%D0%B5%D1%81%D1%82%D1%80,_%D0%94%D0%B6%D0%B5%D0%B9%D0%BC%D1%81_%D0%94%D0%B6%D0%BE%D0%B7%D0%B5%D1%84" TargetMode="External"/><Relationship Id="rId8" Type="http://schemas.openxmlformats.org/officeDocument/2006/relationships/hyperlink" Target="https://ru.wikipedia.org/wiki/%D0%94%D1%80%D0%B5%D0%B2%D0%BD%D1%8F%D1%8F_%D0%93%D1%80%D0%B5%D1%86%D0%B8%D1%8F" TargetMode="External"/><Relationship Id="rId51" Type="http://schemas.openxmlformats.org/officeDocument/2006/relationships/hyperlink" Target="https://ru.wikipedia.org/wiki/1713" TargetMode="External"/><Relationship Id="rId72" Type="http://schemas.openxmlformats.org/officeDocument/2006/relationships/hyperlink" Target="https://ru.wikipedia.org/wiki/%D0%90%D0%BB%D0%B3%D0%B5%D0%B1%D1%80%D0%B0%D0%B8%D1%87%D0%B5%D1%81%D0%BA%D0%B0%D1%8F_%D0%BA%D0%BE%D0%BC%D0%B1%D0%B8%D0%BD%D0%B0%D1%82%D0%BE%D1%80%D0%B8%D0%BA%D0%B0" TargetMode="External"/><Relationship Id="rId3" Type="http://schemas.openxmlformats.org/officeDocument/2006/relationships/hyperlink" Target="https://ru.wikipedia.org/wiki/%D0%94%D1%80%D0%B5%D0%B2%D0%BD%D0%B8%D0%B9_%D0%BC%D0%B8%D1%80" TargetMode="External"/><Relationship Id="rId12" Type="http://schemas.openxmlformats.org/officeDocument/2006/relationships/hyperlink" Target="https://ru.wikipedia.org/wiki/%D0%93%D0%B8%D0%BF%D0%BF%D0%B0%D1%80%D1%85" TargetMode="External"/><Relationship Id="rId17" Type="http://schemas.openxmlformats.org/officeDocument/2006/relationships/hyperlink" Target="https://ru.wikipedia.org/wiki/%D0%A2%D1%80%D0%B5%D1%83%D0%B3%D0%BE%D0%BB%D1%8C%D0%BD%D0%B8%D0%BA_%D0%9F%D0%B0%D1%81%D0%BA%D0%B0%D0%BB%D1%8F" TargetMode="External"/><Relationship Id="rId25" Type="http://schemas.openxmlformats.org/officeDocument/2006/relationships/hyperlink" Target="https://ru.wikipedia.org/wiki/%D0%90%D1%81%D1%82%D1%80%D0%BE%D0%BD%D0%BE%D0%BC" TargetMode="External"/><Relationship Id="rId33" Type="http://schemas.openxmlformats.org/officeDocument/2006/relationships/hyperlink" Target="https://en.wikipedia.org/wiki/England_in_the_Middle_Ages" TargetMode="External"/><Relationship Id="rId38" Type="http://schemas.openxmlformats.org/officeDocument/2006/relationships/hyperlink" Target="https://ru.wikipedia.org/wiki/%D0%9D%D0%B0%D1%83%D0%BA%D0%B0" TargetMode="External"/><Relationship Id="rId46" Type="http://schemas.openxmlformats.org/officeDocument/2006/relationships/hyperlink" Target="https://ru.wikipedia.org/wiki/%D0%9A%D1%80%D0%B8%D0%BF%D1%82%D0%BE%D0%B3%D1%80%D0%B0%D1%84%D0%B8%D1%8F" TargetMode="External"/><Relationship Id="rId59" Type="http://schemas.openxmlformats.org/officeDocument/2006/relationships/hyperlink" Target="https://ru.wikipedia.org/wiki/%D0%9A%D0%BE%D0%BC%D0%B1%D0%B8%D0%BD%D0%B0%D1%82%D0%BE%D1%80%D0%B8%D0%BA%D0%B0#cite_note-O'Connor-2" TargetMode="External"/><Relationship Id="rId67" Type="http://schemas.openxmlformats.org/officeDocument/2006/relationships/hyperlink" Target="https://ru.wikipedia.org/wiki/%D0%9D%D1%8C%D1%8E%D1%82%D0%BE%D0%BD,_%D0%98%D1%81%D0%B0%D0%B0%D0%BA" TargetMode="External"/><Relationship Id="rId20" Type="http://schemas.openxmlformats.org/officeDocument/2006/relationships/hyperlink" Target="https://ru.wikipedia.org/wiki/%D0%98%D0%BD%D0%B4%D0%B8%D1%8F" TargetMode="External"/><Relationship Id="rId41" Type="http://schemas.openxmlformats.org/officeDocument/2006/relationships/hyperlink" Target="https://ru.wikipedia.org/wiki/%D0%A2%D0%B0%D1%80%D1%82%D0%B0%D0%BB%D1%8C%D1%8F,_%D0%9D%D0%B8%D0%BA%D0%BA%D0%BE%D0%BB%D0%BE" TargetMode="External"/><Relationship Id="rId54" Type="http://schemas.openxmlformats.org/officeDocument/2006/relationships/hyperlink" Target="https://ru.wikipedia.org/wiki/%D0%A0%D0%B0%D0%B7%D0%BC%D0%B5%D1%89%D0%B5%D0%BD%D0%B8%D0%B5" TargetMode="External"/><Relationship Id="rId62" Type="http://schemas.openxmlformats.org/officeDocument/2006/relationships/hyperlink" Target="https://ru.wikipedia.org/wiki/%D0%97%D0%B0%D0%B4%D0%B0%D1%87%D0%B0_%D0%BE_%D1%81%D0%B5%D0%BC%D0%B8_%D0%BC%D0%BE%D1%81%D1%82%D0%B0%D1%85" TargetMode="External"/><Relationship Id="rId70" Type="http://schemas.openxmlformats.org/officeDocument/2006/relationships/hyperlink" Target="https://en.wikipedia.org/wiki/Percy_Alexander_MacMahon" TargetMode="External"/><Relationship Id="rId75" Type="http://schemas.openxmlformats.org/officeDocument/2006/relationships/hyperlink" Target="https://ru.wikipedia.org/wiki/%D0%A2%D0%B5%D0%BE%D1%80%D0%B8%D1%8F_%D1%87%D0%B8%D1%81%D0%B5%D0%BB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A1%D1%83%D1%88%D1%80%D1%83%D1%82%D0%B0" TargetMode="External"/><Relationship Id="rId15" Type="http://schemas.openxmlformats.org/officeDocument/2006/relationships/hyperlink" Target="https://ru.wikipedia.org/wiki/%D0%90%D1%80%D1%85%D0%B8%D0%BC%D0%B5%D0%B4" TargetMode="External"/><Relationship Id="rId23" Type="http://schemas.openxmlformats.org/officeDocument/2006/relationships/hyperlink" Target="https://ru.wikipedia.org/wiki/%D0%A1%D0%BE%D1%87%D0%B5%D1%82%D0%B0%D0%BD%D0%B8%D0%B5" TargetMode="External"/><Relationship Id="rId28" Type="http://schemas.openxmlformats.org/officeDocument/2006/relationships/hyperlink" Target="https://ru.wikipedia.org/wiki/%D0%A2%D0%B0%D0%BB%D0%BC%D1%83%D0%B4" TargetMode="External"/><Relationship Id="rId36" Type="http://schemas.openxmlformats.org/officeDocument/2006/relationships/hyperlink" Target="https://ru.wikipedia.org/wiki/%D0%93%D1%80%D0%B0%D1%84_%D0%9A%D1%8D%D0%BB%D0%B8" TargetMode="External"/><Relationship Id="rId49" Type="http://schemas.openxmlformats.org/officeDocument/2006/relationships/hyperlink" Target="https://ru.wikipedia.org/wiki/%D0%9A%D0%BE%D0%BC%D0%B1%D0%B8%D0%BD%D0%B0%D1%82%D0%BE%D1%80%D0%B8%D0%BA%D0%B0#cite_note-_727cf1a189ac8c99-1" TargetMode="External"/><Relationship Id="rId57" Type="http://schemas.openxmlformats.org/officeDocument/2006/relationships/hyperlink" Target="https://ru.wikipedia.org/wiki/%D0%A1%D1%82%D0%B8%D1%80%D0%BB%D0%B8%D0%BD%D0%B3,_%D0%94%D0%B6%D0%B5%D0%B9%D0%BC%D1%81" TargetMode="External"/><Relationship Id="rId10" Type="http://schemas.openxmlformats.org/officeDocument/2006/relationships/hyperlink" Target="https://ru.wikipedia.org/wiki/%D0%9F%D0%BB%D1%83%D1%82%D0%B0%D1%80%D1%85" TargetMode="External"/><Relationship Id="rId31" Type="http://schemas.openxmlformats.org/officeDocument/2006/relationships/hyperlink" Target="https://ru.wikipedia.org/wiki/%D0%9F%D0%B0%D1%81%D0%BA%D0%B0%D0%BB%D1%8C,_%D0%91%D0%BB%D0%B5%D0%B7" TargetMode="External"/><Relationship Id="rId44" Type="http://schemas.openxmlformats.org/officeDocument/2006/relationships/hyperlink" Target="https://ru.wikipedia.org/wiki/%D0%A4%D0%B5%D1%80%D0%BC%D0%B0,_%D0%9F%D1%8C%D0%B5%D1%80" TargetMode="External"/><Relationship Id="rId52" Type="http://schemas.openxmlformats.org/officeDocument/2006/relationships/hyperlink" Target="https://ru.wikipedia.org/wiki/1653" TargetMode="External"/><Relationship Id="rId60" Type="http://schemas.openxmlformats.org/officeDocument/2006/relationships/hyperlink" Target="https://ru.wikipedia.org/wiki/%D0%AD%D0%B9%D0%BB%D0%B5%D1%80,_%D0%9B%D0%B5%D0%BE%D0%BD%D0%B0%D1%80%D0%B4" TargetMode="External"/><Relationship Id="rId65" Type="http://schemas.openxmlformats.org/officeDocument/2006/relationships/hyperlink" Target="https://ru.wikipedia.org/wiki/%D0%A7%D0%B8%D1%81%D0%BB%D0%B0_%D0%AD%D0%B9%D0%BB%D0%B5%D1%80%D0%B0_I_%D1%80%D0%BE%D0%B4%D0%B0" TargetMode="External"/><Relationship Id="rId73" Type="http://schemas.openxmlformats.org/officeDocument/2006/relationships/hyperlink" Target="https://ru.wikipedia.org/wiki/%D0%A2%D0%B5%D0%BE%D1%80%D0%B5%D0%BC%D0%B0_%D0%BE_%D1%87%D0%B5%D1%82%D1%8B%D1%80%D1%91%D1%85_%D0%BA%D1%80%D0%B0%D1%81%D0%BA%D0%B0%D1%85" TargetMode="External"/><Relationship Id="rId4" Type="http://schemas.openxmlformats.org/officeDocument/2006/relationships/hyperlink" Target="https://en.wikipedia.org/wiki/Timeline_of_Indian_history" TargetMode="External"/><Relationship Id="rId9" Type="http://schemas.openxmlformats.org/officeDocument/2006/relationships/hyperlink" Target="https://en.wikipedia.org/wiki/Historian" TargetMode="External"/><Relationship Id="rId13" Type="http://schemas.openxmlformats.org/officeDocument/2006/relationships/hyperlink" Target="https://ru.wikipedia.org/wiki/%D0%A7%D0%B8%D1%81%D0%BB%D0%B0_%D0%A8%D1%80%D1%91%D0%B4%D0%B5%D1%80%D0%B0_%E2%80%94_%D0%93%D0%B8%D0%BF%D0%BF%D0%B0%D1%80%D1%85%D0%B0" TargetMode="External"/><Relationship Id="rId18" Type="http://schemas.openxmlformats.org/officeDocument/2006/relationships/hyperlink" Target="https://ru.wikipedia.org/wiki/%D0%A1%D1%80%D0%B5%D0%B4%D0%BD%D0%B8%D0%B5_%D0%B2%D0%B5%D0%BA%D0%B0" TargetMode="External"/><Relationship Id="rId39" Type="http://schemas.openxmlformats.org/officeDocument/2006/relationships/hyperlink" Target="https://ru.wikipedia.org/wiki/%D0%9A%D0%B0%D1%80%D0%B4%D0%B0%D0%BD%D0%BE,_%D0%94%D0%B6%D0%B5%D1%80%D0%BE%D0%BB%D0%B0%D0%BC%D0%BE" TargetMode="External"/><Relationship Id="rId34" Type="http://schemas.openxmlformats.org/officeDocument/2006/relationships/hyperlink" Target="https://en.wikipedia.org/wiki/Campanology" TargetMode="External"/><Relationship Id="rId50" Type="http://schemas.openxmlformats.org/officeDocument/2006/relationships/hyperlink" Target="https://ru.wikipedia.org/wiki/%D0%AF%D0%BA%D0%BE%D0%B1_%D0%91%D0%B5%D1%80%D0%BD%D1%83%D0%BB%D0%BB%D0%B8" TargetMode="External"/><Relationship Id="rId55" Type="http://schemas.openxmlformats.org/officeDocument/2006/relationships/hyperlink" Target="https://ru.wikipedia.org/wiki/%D0%9C%D0%B0%D1%82%D0%B5%D0%BC%D0%B0%D1%82%D0%B8%D1%87%D0%B5%D1%81%D0%BA%D0%B8%D0%B9_%D0%B0%D0%BD%D0%B0%D0%BB%D0%B8%D0%B7" TargetMode="External"/><Relationship Id="rId7" Type="http://schemas.openxmlformats.org/officeDocument/2006/relationships/hyperlink" Target="https://ru.wikipedia.org/wiki/%D0%A1%D1%83%D1%88%D1%80%D1%83%D1%82%D0%B0-%D1%81%D0%B0%D0%BC%D1%85%D0%B8%D1%82%D0%B0" TargetMode="External"/><Relationship Id="rId71" Type="http://schemas.openxmlformats.org/officeDocument/2006/relationships/hyperlink" Target="https://ru.wikipedia.org/wiki/%D0%9F%D0%B5%D1%80%D0%B5%D1%87%D0%B8%D1%81%D0%BB%D0%B8%D1%82%D0%B5%D0%BB%D1%8C%D0%BD%D0%B0%D1%8F_%D0%BA%D0%BE%D0%BC%D0%B1%D0%B8%D0%BD%D0%B0%D1%82%D0%BE%D1%80%D0%B8%D0%BA%D0%B0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Комбинато́рика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— это область математики, прежде всего связанная с подсчетом, как средство и цель получения результатов, так и с определением свойств конечных структур. Она тесно связана со многими другими областями математики — алгеброй, геометрией, теорией вероятностей и применяется в различных областях знаний (например,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Генетика"/>
              </a:rPr>
              <a:t>генетике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Информатика"/>
              </a:rPr>
              <a:t>информатике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Статистическая физика"/>
              </a:rPr>
              <a:t>статистической физике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Термин «комбинаторика» был введён в математический обиход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Лейбниц"/>
              </a:rPr>
              <a:t>Лейбницем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1666 год"/>
              </a:rPr>
              <a:t>1666 году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опубликовал свой труд «Рассуждения о комбинаторном искусстве».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Полный охват комбинаторики не является общепризнанным. Согласно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en:H. J. Ryser"/>
              </a:rPr>
              <a:t>Х. Дж. Райзеру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определение предмета трудно, потому что она пересекает много математических разделов. Поскольку область может быть описана типами задач, которые она решает, комбинаторика связана с:</a:t>
            </a:r>
          </a:p>
          <a:p>
            <a:r>
              <a:rPr lang="ru-R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перечислением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(подсчет) определенных структур, иногда упоминаемых аранжировками или конфигурациями в самом общем смысле, связанными с конечными системами;</a:t>
            </a:r>
          </a:p>
          <a:p>
            <a:r>
              <a:rPr lang="ru-R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существованием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таких структур, которые удовлетворяют определенным заданным критериям;</a:t>
            </a:r>
          </a:p>
          <a:p>
            <a:r>
              <a:rPr lang="ru-R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построением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таких структур; возможно, несколькими способами;</a:t>
            </a:r>
          </a:p>
          <a:p>
            <a:r>
              <a:rPr lang="ru-R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оптимизацией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поиском «наилучшей» структуры или решения из нескольких возможных, будь то «наибольшая», «наименьшая» или удовлетворяющая какому-либо другому </a:t>
            </a:r>
            <a:r>
              <a:rPr lang="ru-R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критерию оптимальности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en:Leon Mirsky"/>
              </a:rPr>
              <a:t>Леон Мирский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сказал: «Комбинаторика — это ряд взаимосвязанных исследований, которые имеют что-то общее и все же сильно расходятся в своих целях, методах и степени согласованности, которой они достигли». Одним из способов определения комбинаторики является, возможно, описание её разделов с их проблемами и методами. Именно такой подход используется ниже. Однако, существуют также чисто исторические причины включения или исключения некоторых тем в комбинаторику. Хотя в первую очередь речь идет о конечных системах, в некоторых комбинаторных вопросах и методах система может быть расширена до бесконечности (в частности,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Счётное множество"/>
              </a:rPr>
              <a:t>по счету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но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Дискретная математика"/>
              </a:rPr>
              <a:t>дискретно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установлена.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Комбинаторика хорошо известна широким охватом задач, которые она решает. Комбинаторные задачи возникают во многих областях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Фундаментальная математика"/>
              </a:rPr>
              <a:t>фундаментальной математики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особенно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Алгебра"/>
              </a:rPr>
              <a:t>алгебре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 tooltip="Теория вероятностей"/>
              </a:rPr>
              <a:t>теории вероятностей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 tooltip="Топология"/>
              </a:rPr>
              <a:t>топологии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 tooltip="Геометрия"/>
              </a:rPr>
              <a:t>геометрии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во многих областях ее приложений. Многие комбинаторные вопросы исторически рассматривались изолированно, давая специальное решение возникающей задачи в некотором математическом контексте. Однако, в конце ХХ века были разработаны мощные и общетеоретические методы, сделавшие комбинаторику самостоятельным разделом математики. Одной из старейших и наиболее изученной частью комбинаторики является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 tooltip="Теория графов"/>
              </a:rPr>
              <a:t>теория графов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сама по себе имеет многочисленные естественные связи с другими областями. Комбинаторика часто используется в информатике для получения формул и оценок при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8" tooltip="en:Analysis of algorithms"/>
              </a:rPr>
              <a:t>анализе алгоритмов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499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основные правила комбинаторики. Пусть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множе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объектов, где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некоторыи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объект при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= 1, ..., n.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совокуп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ность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студентов в аудитории,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студент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совокупности. |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A|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значает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количество объектов в множестве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называется мощностью множества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 сложения. Пусть есть два множества объектов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= {b1,...,bm},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тогда количество способов выбрать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+ m.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1.1. Пусть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состоит из десяти цифр, а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33 букв русского алфавита. Тогда в силу правила сложения мы можем взять одну цифру или одну букву 43 способами.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 умножения. Пусть есть два множества объектов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= {b1, ..., bm},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тогда количество способов выбрать сперва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затем выбрать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· m.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правило умножения более подробно, а именно, для множеств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= {b1, ..., bm}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перечислим все последовательные способы вы- бора: </a:t>
            </a:r>
            <a:endParaRPr lang="ru-RU" dirty="0"/>
          </a:p>
          <a:p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a1b1, a1b2, ... a1bm, a2b1, a2b2, ... a2bm, ...</a:t>
            </a:r>
            <a:b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anb1, anb2, ... anbm.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Непосредственным пересчетом убеждаемся, что в этом наборе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· m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элементов. Пример 1.2. Посчитаем количество автомобильных номеров. Сколько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бильных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номеров можно составить, если зафиксировать номер региона? Мы будем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рассматривать именно номера вида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a1, b2, b3, b4, a5, a6),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буква из набора в 12 штук,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bj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цифра из набора {0,1,...,9},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= 1,5,6, j = 2, 3, 4.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Тогда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= {A, B, C, ..., X}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мощностью |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A1| = 12,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= {0, 1, 2, ..., 9},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ненте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b3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A3 = {0, 1, 2, ..., 9},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b4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A4 = {0, 1, 2, ..., 9},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a5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A5 = A1,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a6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A6 = A1.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Используя правило умножения получим, что количество автомобильных номеров равно 12 · 10 · 10 · 10 · 12 · 12. 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2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основные правила комбинаторики. Пусть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множе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объектов, где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некоторыи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объект при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= 1, ..., n.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совокуп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ность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студентов в аудитории,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–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студент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совокупности. |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A|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значает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количество объектов в множестве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называется мощностью множества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 сложения. Пусть есть два множества объектов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= {b1,...,bm},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тогда количество способов выбрать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+ m.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1.1. Пусть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состоит из десяти цифр, а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33 букв русского алфавита. Тогда в силу правила сложения мы можем взять одну цифру или одну букву 43 способами.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 умножения. Пусть есть два множества объектов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= {b1, ..., bm},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тогда количество способов выбрать сперва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затем выбрать один объект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· m.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правило умножения более подробно, а именно, для множеств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= {b1, ..., bm}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перечислим все последовательные способы вы- бора: </a:t>
            </a:r>
            <a:endParaRPr lang="ru-RU" dirty="0"/>
          </a:p>
          <a:p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a1b1, a1b2, ... a1bm, a2b1, a2b2, ... a2bm, ...</a:t>
            </a:r>
            <a:b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anb1, anb2, ... anbm.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Непосредственным пересчетом убеждаемся, что в этом наборе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· m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элементов. Пример 1.2. Посчитаем количество автомобильных номеров. Сколько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бильных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номеров можно составить, если зафиксировать номер региона? Мы будем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рассматривать именно номера вида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a1, b2, b3, b4, a5, a6), </a:t>
            </a:r>
            <a:endParaRPr lang="en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буква из набора в 12 штук,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bj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цифра из набора {0,1,...,9},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= 1,5,6, j = 2, 3, 4.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Тогда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= {A, B, C, ..., X}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мощностью |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A1| = 12,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= {0, 1, 2, ..., 9},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ненте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b3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A3 = {0, 1, 2, ..., 9},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b4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A4 = {0, 1, 2, ..., 9},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a5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A5 = A1,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a6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чает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A6 = A1.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Используя правило умножения получим, что количество автомобильных номеров равно 12 · 10 · 10 · 10 · 12 · 12. 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164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 Дирихле. Пусть есть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ящиков и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+ 1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кролик. Если рассадить всех кроликов по этим ящикам, то обязательно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найдется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ящик в котором не меньше двух кроликов.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1.3. Рассмотрим утверждение: ”Дан квадрат на плоскости со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сторонои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2. В этом квадрате произвольным образов выбирают 5 точек. Тогда, всегда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найдутся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точки среди этих 5, расстояние между которыми не больше чем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√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2“. Докажем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утверждение. См. рисунок 1.1. Если мы хотим здесь применить принцип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рихле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мы должны полагать, что ”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кролики“это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точки, этих ”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кроликов“пять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и,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следовательно, ”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ящиков“четыре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Этими ”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ящиками“являются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клетки (со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сторонои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единица) на которые мы разбиваем наш квадрат, см. рисунок. В силу принципа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Дирихле хотя бы 2 точки попадут в одну клетку. Расстояние между этими точками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может превышать длину диагонали клетки, которая равна Пифагора.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7F718-348F-EB43-BAE2-462387BE038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029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комбинаторные понятия и перечислительные результаты появились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Древний мир"/>
              </a:rPr>
              <a:t>древнем мире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веке до нашей эры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en:Timeline of Indian history"/>
              </a:rPr>
              <a:t>древнеиндийский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Врач"/>
              </a:rPr>
              <a:t>врач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Сушрута"/>
              </a:rPr>
              <a:t>Сушрута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утверждает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"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Сушрута-самхита"/>
              </a:rPr>
              <a:t>Сушрута-самхите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что 63 комбинации могут быть составлены из 6 различных вкусов, взятых по одному, по два и т. д., таким образом вычисляя 2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–1 всех возможных вариантов.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Древняя Греция"/>
              </a:rPr>
              <a:t>Древнегреческий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en:Historian"/>
              </a:rPr>
              <a:t>историк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Плутарх"/>
              </a:rPr>
              <a:t>Плутарх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обсуждает спор между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Хрисипп"/>
              </a:rPr>
              <a:t>Хрисиппом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III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 до н. э.) 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Гиппарх"/>
              </a:rPr>
              <a:t>Гиппархом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II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 до н. э.) относительно довольно деликатной проблемы перечисления, которая была продемонстрирована позже и связана с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Числа Шрёдера — Гиппарха"/>
              </a:rPr>
              <a:t>числами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Числа Шрёдера — Гиппарха"/>
              </a:rPr>
              <a:t>Шрёдера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Числа Шрёдера — Гиппарха"/>
              </a:rPr>
              <a:t>–Гиппарха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 tooltip="Стомахион"/>
              </a:rPr>
              <a:t>Стомахионе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 tooltip="Архимед"/>
              </a:rPr>
              <a:t>Архимед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III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 до н. э.) рассматривает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 tooltip="en:Tiling puzzle"/>
              </a:rPr>
              <a:t>мозаичные головоломки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 tooltip="Треугольник Паскаля"/>
              </a:rPr>
              <a:t>Треугольник Паскаля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8" tooltip="Средние века"/>
              </a:rPr>
              <a:t>Средние века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комбинаторика продолжала изучаться, в основном за пределами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9" tooltip="Европейская культура"/>
              </a:rPr>
              <a:t>европейской цивилизации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0" tooltip="Индия"/>
              </a:rPr>
              <a:t>Индийский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математик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 tooltip="en:Mahāvīra (mathematician)"/>
              </a:rPr>
              <a:t>Махавира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(около 850 г.) представил формулы для числа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 tooltip="Перестановка"/>
              </a:rPr>
              <a:t>перестановок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 tooltip="Сочетание"/>
              </a:rPr>
              <a:t>комбинаций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эти формулы, возможно, были знакомы индийским математикам еще в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веке н. э.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 tooltip="Философ"/>
              </a:rPr>
              <a:t>Философ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5" tooltip="Астроном"/>
              </a:rPr>
              <a:t>астроном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Рабби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6" tooltip="Авраам ибн Эзра"/>
              </a:rPr>
              <a:t>Авраам ибн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6" tooltip="Авраам ибн Эзра"/>
              </a:rPr>
              <a:t>Эзра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1140) установил симметрию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7" tooltip="Биномиальный коэффициент"/>
              </a:rPr>
              <a:t>биномиальных коэффициентов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замкнутая формула была получена позже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8" tooltip="Талмуд"/>
              </a:rPr>
              <a:t>талмудистом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9" tooltip="Математик"/>
              </a:rPr>
              <a:t>математиком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0" tooltip="Леви бен Гершом"/>
              </a:rPr>
              <a:t>Леви Бен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0" tooltip="Леви бен Гершом"/>
              </a:rPr>
              <a:t>Гершом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(более известным как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Герсонид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 1321 году.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1" tooltip="Паскаль, Блез"/>
              </a:rPr>
              <a:t>Блез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1" tooltip="Паскаль, Блез"/>
              </a:rPr>
              <a:t> Паскаль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много занимался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2" tooltip="Биномиальные коэффициенты"/>
              </a:rPr>
              <a:t>биномиальными коэффициентами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открыл простой способ их вычисления: «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 tooltip="Треугольник Паскаля"/>
              </a:rPr>
              <a:t>треугольник Паскаля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Хотя этот способ был уже известен на Востоке (примерно с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века) и он назывался арифметическим треугольником. Паскаль, в отличие от предшественников, строго изложил и доказал свойства этого треугольника. Арифметический треугольник представляет собой графическую диаграмму, показывающую отношения между биномиальными коэффициентами. Позже,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3" tooltip="en:England in the Middle Ages"/>
              </a:rPr>
              <a:t>средневековой Англии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4" tooltip="en:Campanology"/>
              </a:rPr>
              <a:t>кампанология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предоставила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примеры того, что теперь известно как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5" tooltip="Гамильтонов цикл"/>
              </a:rPr>
              <a:t>Гамильтоновы циклы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6" tooltip="Граф Кэли"/>
              </a:rPr>
              <a:t>графах Кэли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перестановках.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эпоху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7" tooltip="Возрождение"/>
              </a:rPr>
              <a:t>Возрождения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наряду с остальной математикой 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8" tooltip="Наука"/>
              </a:rPr>
              <a:t>науками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комбинаторика пережила возрождение.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9" tooltip="Кардано, Джероламо"/>
              </a:rPr>
              <a:t>Джероламо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9" tooltip="Кардано, Джероламо"/>
              </a:rPr>
              <a:t> Кардано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написал математическое исследование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0" tooltip="Кости (игра)"/>
              </a:rPr>
              <a:t>игры в кости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опубликованное посмертно. Теорией этой игры занимались также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1" tooltip="Тарталья, Никколо"/>
              </a:rPr>
              <a:t>Тарталья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2" tooltip="Галилей, Галилео"/>
              </a:rPr>
              <a:t>Галилей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историю зарождавшейся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3" tooltip="Теория вероятностей"/>
              </a:rPr>
              <a:t>теории вероятностей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вошла переписка заядлого игрока Шевалье де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Мерэ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4" tooltip="Ферма, Пьер"/>
              </a:rPr>
              <a:t>Пьером Ферма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5" tooltip="Блез Паскаль"/>
              </a:rPr>
              <a:t>Блезом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5" tooltip="Блез Паскаль"/>
              </a:rPr>
              <a:t> Паскалем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были затронуты несколько тонких комбинаторных вопросов. Помимо азартных игр, комбинаторные методы использовались (и продолжают использоваться)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6" tooltip="Криптография"/>
              </a:rPr>
              <a:t>криптографии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как для разработки шифров, так и для их взлома.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Наряду с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7" tooltip="Лейбниц, Готфрид Вильгельм"/>
              </a:rPr>
              <a:t>Лейбницем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он считается основоположником современной комбинаторики. Сам термин «комбинаторика» придумал Лейбниц, который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8" tooltip="1666 год"/>
              </a:rPr>
              <a:t>1666 году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(ему было тогда 20 лет) опубликовал книгу «Рассуждения о комбинаторном искусстве». Правда, термин «комбинаторика» Лейбниц понимал чрезмерно широко, включая в него всю конечную математику и даже логику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9"/>
              </a:rPr>
              <a:t>[1]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Ученик Лейбница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0" tooltip="Якоб Бернулли"/>
              </a:rPr>
              <a:t>Якоб Бернулли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один из основателей теории вероятностей, изложил в своей книге «Искусство предположений» (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1" tooltip="1713"/>
              </a:rPr>
              <a:t>1713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множество сведений по комбинаторике.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же период формируется терминология новой науки. Термин «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 tooltip="Сочетание"/>
              </a:rPr>
              <a:t>сочетание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e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combination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впервые встречается у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1" tooltip="Паскаль, Блез"/>
              </a:rPr>
              <a:t>Паскаля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2" tooltip="1653"/>
              </a:rPr>
              <a:t>1653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опубликован в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3" tooltip="1665 год"/>
              </a:rPr>
              <a:t>1665 году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Термин «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 tooltip="Перестановка"/>
              </a:rPr>
              <a:t>перестановка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e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permutation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употребил в указанной книге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0" tooltip="Якоб Бернулли"/>
              </a:rPr>
              <a:t>Якоб Бернулли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(хотя эпизодически он встречался и раньше). Бернулли использовал и термин «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4" tooltip="Размещение"/>
              </a:rPr>
              <a:t>размещение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e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arrangement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появления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5" tooltip="Математический анализ"/>
              </a:rPr>
              <a:t>математического анализа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обнаружилась тесная связь комбинаторных и ряда аналитических задач.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6" tooltip="Муавр, Абрахам де"/>
              </a:rPr>
              <a:t>Абрахам де Муавр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7" tooltip="Стирлинг, Джеймс"/>
              </a:rPr>
              <a:t>Джеймс Стирлинг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нашли формулы для аппроксимации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8" tooltip="Факториал"/>
              </a:rPr>
              <a:t>факториала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9"/>
              </a:rPr>
              <a:t>[2]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Окончательно комбинаторика как самостоятельный раздел математики оформилась в трудах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0" tooltip="Эйлер, Леонард"/>
              </a:rPr>
              <a:t>Эйлера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 детально рассмотрел, например, следующие проблемы: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1" tooltip="Задача о ходе коня"/>
              </a:rPr>
              <a:t>задача о ходе коня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2" tooltip="Задача о семи мостах"/>
              </a:rPr>
              <a:t>задача о семи мостах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которой началась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3" tooltip="Теория графов"/>
              </a:rPr>
              <a:t>теория графов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построение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4" tooltip="Греко-латинский квадрат"/>
              </a:rPr>
              <a:t>греко-латинских квадратов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5" tooltip="Числа Эйлера I рода"/>
              </a:rPr>
              <a:t>обобщённые перестановки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Кроме перестановок и сочетаний, Эйлер изучал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6" tooltip="Разбиение числа"/>
              </a:rPr>
              <a:t>разбиения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сочетания и размещения с условиями. Их работы (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1" tooltip="Паскаль, Блез"/>
              </a:rPr>
              <a:t>Паскаля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7" tooltip="Ньютон, Исаак"/>
              </a:rPr>
              <a:t>Ньютона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8" tooltip="Бернулли, Якоб"/>
              </a:rPr>
              <a:t>Якоба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8" tooltip="Бернулли, Якоб"/>
              </a:rPr>
              <a:t>Бернулли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0" tooltip="Эйлер, Леонард"/>
              </a:rPr>
              <a:t>Эйлера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стали фундаментальными в развивающейся этой области. В наше время работы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9" tooltip="Сильвестр, Джеймс Джозеф"/>
              </a:rPr>
              <a:t>Дж. Дж. Сильвестра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(конец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XIX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века) 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0" tooltip="en:Percy Alexander MacMahon"/>
              </a:rPr>
              <a:t>Перси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0" tooltip="en:Percy Alexander MacMahon"/>
              </a:rPr>
              <a:t>Макмэхона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(начало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века) помогли заложить основы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1" tooltip="Перечислительная комбинаторика"/>
              </a:rPr>
              <a:t>перечислительной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2" tooltip="Алгебраическая комбинаторика"/>
              </a:rPr>
              <a:t>алгебраической комбинаторики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3" tooltip="Теория графов"/>
              </a:rPr>
              <a:t>Теория графов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также пользовалась большим интересом в это время, особенно в связи с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3" tooltip="Теорема о четырёх красках"/>
              </a:rPr>
              <a:t>теоремой о четырех красках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 второй половине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века комбинаторика пережила бурный рост, что привело к созданию десятков новых журналов и конференций по данной тематике. Частично этот рост был стимулирован новыми связями и приложениями в других областях, начиная от алгебры и заканчивая вероятностью, от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4" tooltip="Функциональный анализ"/>
              </a:rPr>
              <a:t>функционального анализа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до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5" tooltip="Теория чисел"/>
              </a:rPr>
              <a:t>теории чисел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т. д. Эти связи стирают границы между комбинаторикой и частями математики, и теоретической информатикой, но в то же время приводят к частичной фрагментации этой области.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697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Пусть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{a1, ..., an}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множество объектов, число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􏰂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(k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 быть нулем). Как можно извлечь из множества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ровно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объектов? Можно 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 извлекать эти объекты последовательно без возвращения, один за другим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раз; </a:t>
            </a:r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 извлекать с возвращением, а именно, извлечь один объект из множества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вернуть обратно, извлечь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объект, вернуть его обратно и т.д.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раз. В этом случае мы получим слова, буквами которых являются наши объекты. Например, так мы можем получить слово ЖАБА если извлекаем 4 буквы с возвращением из русского алфавита; </a:t>
            </a:r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 извлекать без возвращения, сразу все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объектов,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кучеи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̆ без повторов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неупо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рядоченно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</a:t>
            </a:r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4)  извлекать неупорядоченно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объектов, которые могут повторятся. Примером такого извлечения будет следующая задача: пусть в магазине есть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бесконеч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количество лимонов, яблок и груш. Рассмотрим множество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лимон, яблоко, груша }. Мы хотим купить 5 фруктов. Каким числом способов мы со- берем в авоську 5 фруктов? Т.к. порядок не важен, то это число будет равно числу способов извлечь неупорядоченно 5 фруктов из </a:t>
            </a:r>
            <a:r>
              <a:rPr lang="e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{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лимон, яблоко, груша } с повторениями. 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7F718-348F-EB43-BAE2-462387BE038E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331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865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dirty="0"/>
              <a:t>Ответы С(4+30-1) 3 = 5456</a:t>
            </a:r>
          </a:p>
          <a:p>
            <a:r>
              <a:rPr lang="ru-RU" dirty="0"/>
              <a:t>4 (</a:t>
            </a:r>
            <a:r>
              <a:rPr lang="en-US" dirty="0"/>
              <a:t>k=2 N=3)</a:t>
            </a:r>
          </a:p>
          <a:p>
            <a:r>
              <a:rPr lang="en-US" dirty="0"/>
              <a:t>560 (k=4, N=13)</a:t>
            </a:r>
          </a:p>
          <a:p>
            <a:endParaRPr lang="ru-RU" dirty="0"/>
          </a:p>
        </p:txBody>
      </p:sp>
      <p:sp>
        <p:nvSpPr>
          <p:cNvPr id="512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3A08B4F-B8C9-4A84-8012-2C895A3706E1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98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Ответы: </a:t>
            </a:r>
            <a:r>
              <a:rPr lang="en-US" dirty="0"/>
              <a:t>6 180, 10 60 90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86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Ответы: </a:t>
            </a:r>
            <a:r>
              <a:rPr lang="en-US" dirty="0"/>
              <a:t>6 180, 10 60 90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60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747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659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49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50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51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52</a:t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53</a:t>
            </a:fld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54</a:t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55</a:t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58</a:t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Или </a:t>
            </a:r>
            <a:r>
              <a:rPr lang="en-US" dirty="0"/>
              <a:t>N==1</a:t>
            </a:r>
          </a:p>
          <a:p>
            <a:r>
              <a:rPr lang="ru-RU" dirty="0"/>
              <a:t>Цикл</a:t>
            </a:r>
            <a:r>
              <a:rPr lang="ru-RU" baseline="0" dirty="0"/>
              <a:t> от 0 до </a:t>
            </a:r>
            <a:r>
              <a:rPr lang="en-US" baseline="0" dirty="0"/>
              <a:t>n-1</a:t>
            </a:r>
          </a:p>
          <a:p>
            <a:r>
              <a:rPr lang="en-US" baseline="0" dirty="0"/>
              <a:t>J</a:t>
            </a:r>
            <a:r>
              <a:rPr lang="ru-RU" baseline="0" dirty="0"/>
              <a:t> обмен 0 и </a:t>
            </a:r>
            <a:r>
              <a:rPr lang="en-US" baseline="0" dirty="0"/>
              <a:t>n-1</a:t>
            </a:r>
            <a:endParaRPr lang="ru-RU" baseline="0" dirty="0"/>
          </a:p>
          <a:p>
            <a:r>
              <a:rPr lang="ru-RU" baseline="0" dirty="0"/>
              <a:t>Иначе обмен </a:t>
            </a:r>
            <a:r>
              <a:rPr lang="en-US" baseline="0" dirty="0"/>
              <a:t>I,n-1</a:t>
            </a:r>
          </a:p>
          <a:p>
            <a:r>
              <a:rPr lang="en-US" dirty="0"/>
              <a:t>http://www.cut-the-knot.org/do_you_know/AllPerm.shtml</a:t>
            </a:r>
          </a:p>
          <a:p>
            <a:r>
              <a:rPr lang="ru-RU" dirty="0"/>
              <a:t>Получается, что здесь второй обмен </a:t>
            </a:r>
            <a:r>
              <a:rPr lang="en-US" dirty="0"/>
              <a:t>i+1</a:t>
            </a:r>
            <a:r>
              <a:rPr lang="ru-RU" dirty="0"/>
              <a:t> и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61</a:t>
            </a:fld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83</a:t>
            </a:fld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См. Еще алгоритмы в лекции 6 (Липецк)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84</a:t>
            </a:fld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FFD7D-67CE-452A-B77C-23A147D67D02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4866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114</a:t>
            </a:fld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115</a:t>
            </a:fld>
            <a:endParaRPr 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116</a:t>
            </a:fld>
            <a:endParaRPr 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B3253-B10D-46C0-9BA3-792150994D81}" type="slidenum">
              <a:rPr lang="ru-RU" smtClean="0"/>
              <a:t>117</a:t>
            </a:fld>
            <a:endParaRPr lang="ru-R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325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dirty="0"/>
              <a:t>http://sdb.su/diskretka/page,8,75-metodichka-algoritmy-porozhdeniya-kombinatornyx-obektov-i-ix-ispolzovanie-pri-reshenii-zadach-vybora.html</a:t>
            </a:r>
          </a:p>
          <a:p>
            <a:endParaRPr lang="ru-RU" dirty="0"/>
          </a:p>
          <a:p>
            <a:r>
              <a:rPr lang="en-US" dirty="0"/>
              <a:t>d</a:t>
            </a:r>
            <a:r>
              <a:rPr lang="en-US"/>
              <a:t>oors.infor.ru/</a:t>
            </a:r>
            <a:r>
              <a:rPr lang="en-US" dirty="0" err="1"/>
              <a:t>allsrs</a:t>
            </a:r>
            <a:r>
              <a:rPr lang="en-US" dirty="0"/>
              <a:t>/math/gl2.html</a:t>
            </a:r>
          </a:p>
          <a:p>
            <a:endParaRPr lang="ru-RU" dirty="0"/>
          </a:p>
        </p:txBody>
      </p:sp>
      <p:sp>
        <p:nvSpPr>
          <p:cNvPr id="5325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fld id="{00E627CC-14AE-415C-AB7F-EA573CE88698}" type="slidenum">
              <a:rPr lang="ru-RU" smtClean="0"/>
              <a:t>157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74815-9B99-93CC-F3D6-C8318BB76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67F71D-CF99-B562-150D-57141498E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C6606B-E755-AFA2-9029-177134DE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2899E-1B3C-4614-8C5F-F35D212CCD18}" type="datetime1">
              <a:rPr lang="ru-RU" smtClean="0"/>
              <a:t>06.12.2022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A642AB-0261-0455-9962-F43C7CE9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8DA700-6E7B-38E6-F0FC-61939F48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00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31E42-684C-3AAB-1F95-D54364AA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13580-C720-3D22-EFCE-ECE903CF3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0B7B0D-B616-1E5B-3003-739CC85B8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42347-7FF3-48A7-9AE1-B2DC9F3955C9}" type="datetime1">
              <a:rPr lang="ru-RU" smtClean="0"/>
              <a:t>06.12.2022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69BDB-0029-26EB-9E53-E5846233A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A10EEF-C7A7-4100-56ED-F1F5E74A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5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DCEC4-0A56-CBB7-BABE-C00A3C2D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8B088A-3905-D2D8-1D51-5E337FCB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EE12F0-A09F-0671-FBE6-6CB3875E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F485-939D-40FE-9DBD-E264DDF5B4EA}" type="datetime1">
              <a:rPr lang="ru-RU" smtClean="0"/>
              <a:t>06.12.2022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E1F9ED-1F67-E214-72C4-59419C17C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3617D1-9D94-CD4E-727F-09C42885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35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B884A-8464-A96D-8CF2-31A2FA65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B7DDE7-27CB-45A7-E339-2A03C21ED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1C944F-30EA-74FB-43EB-70C75B2AB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FD1394-BA2D-05F7-B9FC-2565FF46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2EAE-477C-4A30-AEB1-F60A76855470}" type="datetime1">
              <a:rPr lang="ru-RU" smtClean="0"/>
              <a:t>06.12.2022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D8353A-D165-1801-D79D-D1298DB5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6D8FB4-F79E-4CF5-C29F-AA37727D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43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874BE-5C3B-2D7E-471D-CB2A95B50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F96356-76BE-5645-D0E8-513782491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969892-C6F6-C404-D18A-82EE17247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FDDD24-DF76-4AE7-24D0-CF54DC0E0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590374-EA37-21E9-7C0B-692B5B66F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E819F0-414C-59FB-DC8E-AB0D5943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30AE-4F0B-4B0B-B404-15D932FDC92B}" type="datetime1">
              <a:rPr lang="ru-RU" smtClean="0"/>
              <a:t>06.12.2022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E50161-AFBF-2720-3053-ED4E0387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F0ED546-F627-6B35-3DC5-B07EAD98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2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E60E7-2D57-0560-C450-BB3AAB1C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CCBE2E-FFCF-68DF-9124-CEB76D82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EE2E-A09B-4F20-9114-A25728F87F42}" type="datetime1">
              <a:rPr lang="ru-RU" smtClean="0"/>
              <a:t>06.12.2022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00AFA3-2117-C02F-A831-943C63C5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2E0015-F161-9B35-F862-DC840643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02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513D453-BCED-F3DC-38AD-19B2C26A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D386-4100-4685-B997-FF62569C80AE}" type="datetime1">
              <a:rPr lang="ru-RU" smtClean="0"/>
              <a:t>06.12.2022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8D2EA7-11F6-7699-AF2D-24883372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CB6476-F32E-3B70-1F5D-41D5F757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40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20409-74CE-5C6F-BD91-B6245B10E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67C63-A62E-3EC7-98ED-EFD4D3386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88F4A6-3019-4F16-C19F-9307C5A5C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353E8B-26A9-1A0B-FE2D-076893B8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BE54-7A21-415A-A016-089E58F17666}" type="datetime1">
              <a:rPr lang="ru-RU" smtClean="0"/>
              <a:t>06.12.2022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AAE4AB-BF95-9C75-A3A8-E1F8744F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9BF6F4-DAE0-DE72-14AE-48D47A71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33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7BABF-6163-14CC-BF05-48CAA9D8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3BB9B2-ADAA-1B1D-1352-EF0DBB164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0358D6-19E6-6C9E-8D91-437DFD384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765C35-F4A2-3C30-C171-47B81AF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6D3AC-6984-4639-843C-2C374AE42E4A}" type="datetime1">
              <a:rPr lang="ru-RU" smtClean="0"/>
              <a:t>06.12.2022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31DC33-19D2-FF0B-9532-FE4F8A01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88B265-62F2-4ABE-E279-EF76F82DD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5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468B5-A133-63B0-AC3A-79DCA36C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13489D-CA61-48D4-C1FC-97C9AAFB4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2DB389-0B10-B51E-B4CD-E3CD9050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25F6-A270-49D2-A89A-FE2082338022}" type="datetime1">
              <a:rPr lang="ru-RU" smtClean="0"/>
              <a:t>06.12.2022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82FAFC-8187-3BAB-6B52-0D639187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06B3DB-4632-45B0-7A26-504FC21F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70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E0BDB6-CA5A-9BB0-E509-C1667783C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6793D7-CA03-215C-EF0F-00E7B9521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2A8ADF-B2B9-B9FE-8D19-D3A19B26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356CB-0461-40DE-948C-414CC1644A4B}" type="datetime1">
              <a:rPr lang="ru-RU" smtClean="0"/>
              <a:t>06.12.2022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C27072-1C15-5305-55A4-294E20EB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6A7A2D-AC6B-995F-E3B9-7E06EFC8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46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EA0B3-9F7D-68F8-BD45-C6AE4A1DB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EACA9A-E320-5FA1-3D16-B04C202DB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BC8B51-0067-A885-36CA-CC9B46A5C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2C693-D4E8-4408-8CE5-E2C2F0E86DA9}" type="datetime1">
              <a:rPr lang="ru-RU" smtClean="0"/>
              <a:t>06.12.2022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20421-BD93-B0A2-0C67-DE930A83A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61F4D6-9F4F-AE22-36A0-3C0A9001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5FA0D-C7B2-48E2-96F8-FFEB6C1A0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03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29.jpeg"/><Relationship Id="rId7" Type="http://schemas.openxmlformats.org/officeDocument/2006/relationships/image" Target="../media/image3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4.wmf"/><Relationship Id="rId5" Type="http://schemas.openxmlformats.org/officeDocument/2006/relationships/image" Target="../media/image31.jpe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30.jpeg"/><Relationship Id="rId9" Type="http://schemas.openxmlformats.org/officeDocument/2006/relationships/image" Target="../media/image33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260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7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gif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87BF7-E851-2C18-1FDF-1957A5757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80" y="2321243"/>
            <a:ext cx="9144000" cy="2387600"/>
          </a:xfrm>
        </p:spPr>
        <p:txBody>
          <a:bodyPr>
            <a:noAutofit/>
          </a:bodyPr>
          <a:lstStyle/>
          <a:p>
            <a:r>
              <a:rPr lang="ru-RU" sz="3600" dirty="0"/>
              <a:t>Генерация перестановок, сочетаний, размещений без повторений. Генерация перестановок, сочетаний, размещений с повторениями. Генерация комбинаций и разбиений</a:t>
            </a:r>
          </a:p>
        </p:txBody>
      </p:sp>
    </p:spTree>
    <p:extLst>
      <p:ext uri="{BB962C8B-B14F-4D97-AF65-F5344CB8AC3E}">
        <p14:creationId xmlns:p14="http://schemas.microsoft.com/office/powerpoint/2010/main" val="170951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B08488-D441-A363-41AE-C8A64F466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025"/>
            <a:ext cx="10515600" cy="1325563"/>
          </a:xfrm>
        </p:spPr>
        <p:txBody>
          <a:bodyPr/>
          <a:lstStyle/>
          <a:p>
            <a:r>
              <a:rPr lang="ru-RU" dirty="0"/>
              <a:t>Комбинаторика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45208-A742-1123-60C7-138170046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652588"/>
            <a:ext cx="11480800" cy="52054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Комбинаторика</a:t>
            </a:r>
            <a:r>
              <a:rPr lang="ru-RU" dirty="0"/>
              <a:t>  — это область математики, прежде всего связанная с подсчетом, как средство и цель получения результатов, так и с определением свойств конечных структур. 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Треугольник Паскаля, бином Ньютона</a:t>
            </a:r>
          </a:p>
          <a:p>
            <a:r>
              <a:rPr lang="ru-RU" dirty="0"/>
              <a:t>Правило сложения, правило умножения</a:t>
            </a:r>
            <a:endParaRPr lang="en-US" dirty="0"/>
          </a:p>
          <a:p>
            <a:r>
              <a:rPr lang="ru-RU" dirty="0"/>
              <a:t>Комбинаторные тождества</a:t>
            </a:r>
          </a:p>
          <a:p>
            <a:r>
              <a:rPr lang="ru-RU" dirty="0"/>
              <a:t>Сочетания</a:t>
            </a:r>
          </a:p>
          <a:p>
            <a:r>
              <a:rPr lang="ru-RU" dirty="0"/>
              <a:t>Размещения</a:t>
            </a:r>
          </a:p>
          <a:p>
            <a:r>
              <a:rPr lang="ru-RU" dirty="0"/>
              <a:t>Перестановки</a:t>
            </a:r>
          </a:p>
          <a:p>
            <a:r>
              <a:rPr lang="ru-RU" dirty="0"/>
              <a:t>Разбиения</a:t>
            </a:r>
          </a:p>
          <a:p>
            <a:r>
              <a:rPr lang="ru-RU" dirty="0"/>
              <a:t>Битовые последовательности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5B7BFF-BD43-7856-BAAF-5BEA358A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8FC6EE-F82E-6B47-7916-AEDC33B54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20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7B5E8-5EBB-E41B-BEE5-3CE0D944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сложения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DD32BEE-99E4-F09C-3866-D8C303F7D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9713"/>
                <a:ext cx="10515600" cy="18319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Пусть есть два множества объектов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и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тогда количество способов выбрать один объект из А или один объект из В равно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+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m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DD32BEE-99E4-F09C-3866-D8C303F7D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9713"/>
                <a:ext cx="10515600" cy="1831975"/>
              </a:xfrm>
              <a:blipFill>
                <a:blip r:embed="rId3"/>
                <a:stretch>
                  <a:fillRect l="-1217" t="-5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F1223B0-43F9-0275-7B95-BA04338E213E}"/>
              </a:ext>
            </a:extLst>
          </p:cNvPr>
          <p:cNvSpPr txBox="1"/>
          <p:nvPr/>
        </p:nvSpPr>
        <p:spPr>
          <a:xfrm>
            <a:off x="273050" y="2835276"/>
            <a:ext cx="116459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</a:rPr>
              <a:t>Пример</a:t>
            </a:r>
            <a:endParaRPr lang="en-US" sz="2400" b="1" dirty="0">
              <a:solidFill>
                <a:srgbClr val="000000"/>
              </a:solidFill>
            </a:endParaRP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В меню столовой колледжа 2 вида холодных закусок, 5 вариантов первых блюд и 7 вариантов вторых. Сколькими способами можно выбрать ОДНО БЛЮДО?</a:t>
            </a:r>
          </a:p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</a:rPr>
              <a:t>Решение</a:t>
            </a:r>
            <a:endParaRPr lang="en-US" sz="2400" b="1" dirty="0">
              <a:solidFill>
                <a:srgbClr val="000000"/>
              </a:solidFill>
            </a:endParaRP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В задаче рассматриваются три группы: холодные закуски, первые и вторые блюда. Сколько элементов в группах? Закуску можно </a:t>
            </a:r>
            <a:r>
              <a:rPr lang="ru-RU" sz="2400" b="0" i="0" dirty="0" err="1">
                <a:solidFill>
                  <a:srgbClr val="000000"/>
                </a:solidFill>
                <a:effectLst/>
              </a:rPr>
              <a:t>выбрать_2</a:t>
            </a:r>
            <a:r>
              <a:rPr lang="ru-RU" sz="2400" b="0" i="0" dirty="0">
                <a:solidFill>
                  <a:srgbClr val="000000"/>
                </a:solidFill>
                <a:effectLst/>
              </a:rPr>
              <a:t> способами; первое блюдо выбрать 5 способами; второе блюдо можно выбрать 7 способами. Видим, что в группах нет одинаковых элементов.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Применим закон сложения: 2+5+7=14.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Ответ: блюдо можно выбрать 14 способами.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8A629F-C39E-FCD0-CF27-BD85908A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B41B04B-4D7E-AEC5-8990-BD495CAB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ECD9DBA3-3EB9-EC56-4E2C-213A4DA17E26}"/>
                  </a:ext>
                </a:extLst>
              </p14:cNvPr>
              <p14:cNvContentPartPr/>
              <p14:nvPr/>
            </p14:nvContentPartPr>
            <p14:xfrm>
              <a:off x="267480" y="2939040"/>
              <a:ext cx="11036880" cy="91836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ECD9DBA3-3EB9-EC56-4E2C-213A4DA17E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120" y="2929680"/>
                <a:ext cx="11055600" cy="9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4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7C1F1-4BB2-D382-2ADB-D09B2773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умножения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D964264-AE6A-6C94-1403-17F05B9F19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9300" y="1457325"/>
                <a:ext cx="10515600" cy="1325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Пусть есть два множества объектов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и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тогда количество способов выбрать сперва один объект из А, а затем выбрать один объект из В равно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m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D964264-AE6A-6C94-1403-17F05B9F19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9300" y="1457325"/>
                <a:ext cx="10515600" cy="1325563"/>
              </a:xfrm>
              <a:blipFill>
                <a:blip r:embed="rId3"/>
                <a:stretch>
                  <a:fillRect l="-1217" t="-7339" r="-1681" b="-68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B112AB9-0418-36CA-AAC7-08682AB45C87}"/>
              </a:ext>
            </a:extLst>
          </p:cNvPr>
          <p:cNvSpPr txBox="1"/>
          <p:nvPr/>
        </p:nvSpPr>
        <p:spPr>
          <a:xfrm>
            <a:off x="355600" y="2815352"/>
            <a:ext cx="114935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</a:rPr>
              <a:t>Пример</a:t>
            </a:r>
            <a:endParaRPr lang="en-US" sz="2400" b="1" dirty="0">
              <a:solidFill>
                <a:srgbClr val="000000"/>
              </a:solidFill>
            </a:endParaRP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На витрине кафе представлено 15 вариантов десертов. Ребята из них выбирают 3 десерта. Выясните, сколькими различными способами можно выбрать 3 десерта?</a:t>
            </a:r>
          </a:p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</a:rPr>
              <a:t>Решение</a:t>
            </a:r>
            <a:endParaRPr lang="en-US" sz="2400" b="1" dirty="0">
              <a:solidFill>
                <a:srgbClr val="000000"/>
              </a:solidFill>
            </a:endParaRP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Сначала ребята могут выбрать любой из всех 25 десертов. Когда первый выбор сделан, для следующего остаётся 15-1=14 вариантов выбора десерта. 1-й десерт выбирают 15 способами, 2 -й десерт выбираем 14 способами. Используем правило произведения: 2 десерта выбираем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15 14=210 (способами).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</a:rPr>
              <a:t>Ответ: Ребята могут выбрать десерт 210 различными способами.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FC7F0E5F-F037-809E-7F88-624381AC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59EBF54-FCC4-65CD-4804-FB09FD75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B2989A7D-EFD7-EFA4-696B-98E7E0021F01}"/>
                  </a:ext>
                </a:extLst>
              </p14:cNvPr>
              <p14:cNvContentPartPr/>
              <p14:nvPr/>
            </p14:nvContentPartPr>
            <p14:xfrm>
              <a:off x="241560" y="2614320"/>
              <a:ext cx="8012160" cy="392148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B2989A7D-EFD7-EFA4-696B-98E7E0021F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200" y="2604960"/>
                <a:ext cx="8030880" cy="394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631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2655A-3553-D342-BAFC-4D80443D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Принцип Дирихле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D905E1-5AA8-9A4B-A9E6-5B61FAC81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Пусть есть </a:t>
            </a:r>
            <a:r>
              <a:rPr lang="en-US" b="0" i="0" dirty="0">
                <a:solidFill>
                  <a:srgbClr val="000000"/>
                </a:solidFill>
                <a:effectLst/>
                <a:latin typeface="YS Text"/>
              </a:rPr>
              <a:t>n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 ящиков и </a:t>
            </a:r>
            <a:r>
              <a:rPr lang="en-US" dirty="0">
                <a:solidFill>
                  <a:srgbClr val="000000"/>
                </a:solidFill>
                <a:latin typeface="YS Text"/>
              </a:rPr>
              <a:t>n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+1 кролик. Если рассадить всех кроликов по этим ящикам, то обязательно найдется ящик в котором не меньше</a:t>
            </a:r>
            <a:r>
              <a:rPr lang="en-US" dirty="0">
                <a:solidFill>
                  <a:srgbClr val="000000"/>
                </a:solidFill>
                <a:latin typeface="YS Text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двух кроликов.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5D917C-AE25-D04F-986F-113201A7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5543F1-51D4-1C40-A412-90FE5030E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2677319"/>
            <a:ext cx="3236149" cy="330438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9D458F-DDF0-72D8-A11C-8EC208B1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10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344D3-2A7F-5693-D040-7EB3BC46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Треугольник Паскаля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033FF01-B4F7-124E-9465-C93CEDA471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1982247"/>
            <a:ext cx="4241800" cy="392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7E65F5E-2274-4B90-0445-0ED3FB98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08CE4C9-C414-7AA3-10DB-FCFF06FE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6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9AD0E738-4EB6-FC76-628A-7E5859C2C47F}"/>
                  </a:ext>
                </a:extLst>
              </p14:cNvPr>
              <p14:cNvContentPartPr/>
              <p14:nvPr/>
            </p14:nvContentPartPr>
            <p14:xfrm>
              <a:off x="4824720" y="3472920"/>
              <a:ext cx="2245320" cy="168912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9AD0E738-4EB6-FC76-628A-7E5859C2C4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5360" y="3463560"/>
                <a:ext cx="2264040" cy="170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E53C0-D4D9-8943-AC11-0E361449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Бином Ньютона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1F3360-CD60-184F-A32D-8C0743167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степеней сумм мы можем расписать формулы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Каким образом мы можем получить общую формулу для коэффициентов в разложении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0" dirty="0"/>
                  <a:t>?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1F3360-CD60-184F-A32D-8C0743167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270238-B1AF-9C41-A928-2825FA8F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E06369-7A69-ED48-8288-3C1F3931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7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36AB9B7A-3475-B8ED-9C41-3A9C694D20A6}"/>
                  </a:ext>
                </a:extLst>
              </p14:cNvPr>
              <p14:cNvContentPartPr/>
              <p14:nvPr/>
            </p14:nvContentPartPr>
            <p14:xfrm>
              <a:off x="766800" y="3978720"/>
              <a:ext cx="39240" cy="58932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6AB9B7A-3475-B8ED-9C41-3A9C694D20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440" y="3969360"/>
                <a:ext cx="57960" cy="60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402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E7D1C-8019-4E4F-BF4D-56BEFE09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Бином Ньютона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4C013AF-1599-B54A-BD34-917F5FCD6A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Доказательство</a:t>
                </a:r>
                <a:endParaRPr lang="en-US" b="1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Очевидно,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… (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и из каждой скобки мы должны взять или х или у. Пусть из к скобок взяли х, тогда из 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 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скобок взяли у. Когда перемножим эти переменные, получим слагаемое вида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 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Сколько таких слагаемых будет? А ровно столько сколько раз мы возьмем конкретные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скобок (из которых возьмем х)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возможных. Это можно сделать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числом способов. Получаем, что в разложение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входит слагаемое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при конкретном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 Суммируя по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получим требуемое.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4C013AF-1599-B54A-BD34-917F5FCD6A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r="-1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11B127-4910-5F41-8CEE-AE200CDA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C17BC-A6BB-127B-3F1F-B2FC6D89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8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AC9430C-9120-C706-B32D-28C297DDADE1}"/>
                  </a:ext>
                </a:extLst>
              </p14:cNvPr>
              <p14:cNvContentPartPr/>
              <p14:nvPr/>
            </p14:nvContentPartPr>
            <p14:xfrm>
              <a:off x="879840" y="2039400"/>
              <a:ext cx="10563840" cy="357012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AC9430C-9120-C706-B32D-28C297DDAD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0480" y="2030040"/>
                <a:ext cx="10582560" cy="358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4630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CB157-2C2F-DF4C-A863-05764413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Бином Ньютона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17CC81E-FDC0-2747-80BA-04EF6EBCCD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buNone/>
                </a:pPr>
                <a:r>
                  <a:rPr lang="ru-RU" b="1" dirty="0">
                    <a:solidFill>
                      <a:srgbClr val="000000"/>
                    </a:solidFill>
                  </a:rPr>
                  <a:t>Пример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</a:rPr>
                  <a:t>Напишите разложение выражения по формуле бинома Ньютона.</a:t>
                </a: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</a:rPr>
                  <a:t>Решение</a:t>
                </a:r>
                <a:endParaRPr lang="en-US" b="1" i="0" dirty="0">
                  <a:solidFill>
                    <a:srgbClr val="000000"/>
                  </a:solidFill>
                  <a:effectLst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</a:rPr>
                  <a:t>Смотрим на строку треугольника Паскаля, соответствующую пятой степени. Биномиальными коэффициентами будут числа 1, 5, 10, 10, 5, 1. Таким образом, имеем 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+10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+10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ru-RU" b="0" i="0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17CC81E-FDC0-2747-80BA-04EF6EBCC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281150-9674-3448-83C7-055FCB76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82FB20-9DAA-3EB6-7A8A-F8C3569D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9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3966F08E-DF3D-6924-5B00-373661988371}"/>
                  </a:ext>
                </a:extLst>
              </p14:cNvPr>
              <p14:cNvContentPartPr/>
              <p14:nvPr/>
            </p14:nvContentPartPr>
            <p14:xfrm>
              <a:off x="1892520" y="4870800"/>
              <a:ext cx="5091120" cy="44784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966F08E-DF3D-6924-5B00-3736619883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3160" y="4861440"/>
                <a:ext cx="5109840" cy="4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813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30591-4B6C-1B4F-A0C1-EFE4B595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Бином Ньютона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0E517ED-E79B-854B-86A1-108127F205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</a:rPr>
                  <a:t>Пример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</a:rPr>
                  <a:t>Найдите коэффициент бинома Ньютона для шестого члена разложения выражения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ru-RU" b="0" i="0" dirty="0">
                  <a:solidFill>
                    <a:srgbClr val="000000"/>
                  </a:solidFill>
                  <a:effectLst/>
                </a:endParaRP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</a:rPr>
                  <a:t>Решение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</a:rPr>
                  <a:t>В нашем примере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</a:rPr>
                  <a:t>=10, k=6-1=5. Таким образом, мы можем вычислить требуемый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</a:rPr>
                  <a:t>биномиальный коэффициент:</a:t>
                </a:r>
                <a:endParaRPr lang="en-US" b="0" i="0" dirty="0">
                  <a:solidFill>
                    <a:srgbClr val="000000"/>
                  </a:solidFill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10!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5!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10−5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10!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5!5!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=252</m:t>
                      </m:r>
                    </m:oMath>
                  </m:oMathPara>
                </a14:m>
                <a:endParaRPr lang="ru-RU" b="0" i="0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0E517ED-E79B-854B-86A1-108127F20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C7EEFB-9072-FD41-9139-65D7E99B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8D0C5-86FE-D655-0986-EFFDD5C6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10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A9375AD-85C0-8F39-7C1A-99A23919C262}"/>
                  </a:ext>
                </a:extLst>
              </p14:cNvPr>
              <p14:cNvContentPartPr/>
              <p14:nvPr/>
            </p14:nvContentPartPr>
            <p14:xfrm>
              <a:off x="4942440" y="2610000"/>
              <a:ext cx="4431600" cy="301860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A9375AD-85C0-8F39-7C1A-99A23919C2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3080" y="2600640"/>
                <a:ext cx="4450320" cy="303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9628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C386D-BB38-AB45-83DB-8250B24E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Бином Ньютона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3EE440-3185-664A-95DC-B7D2CF6A8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218757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Пример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Доказать, что значение выражения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+28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где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натуральное число, делится на 16 без остатка.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3EE440-3185-664A-95DC-B7D2CF6A8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2187574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13C72A2-07A7-6448-A6BC-67C00DF7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8A9DB3-BBD0-DCBD-08D2-7359D510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517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C386D-BB38-AB45-83DB-8250B24E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Бином Ньютона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3EE440-3185-664A-95DC-B7D2CF6A8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2187574"/>
                <a:ext cx="10515600" cy="435133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Пример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Доказать, что значение выражения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+28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где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натуральное число, делится на 16 без остатка. </a:t>
                </a: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Решение</a:t>
                </a:r>
              </a:p>
              <a:p>
                <a:pPr marL="0" indent="0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Представим первое слагаемое выражения как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4+1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и воспользуемся формулой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бинома Ньютона: 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+28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4+1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+28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1∙4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4∙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+28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+1+28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−1=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+32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=16(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Полученное произведение доказывает делимость исходного выражения на 16.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3EE440-3185-664A-95DC-B7D2CF6A8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2187574"/>
                <a:ext cx="10515600" cy="4351338"/>
              </a:xfrm>
              <a:blipFill>
                <a:blip r:embed="rId2"/>
                <a:stretch>
                  <a:fillRect l="-965" t="-2616" r="-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13C72A2-07A7-6448-A6BC-67C00DF7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8A9DB3-BBD0-DCBD-08D2-7359D510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12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1ED8BDE8-6B7D-A292-99B7-0FFFE7D599E4}"/>
                  </a:ext>
                </a:extLst>
              </p14:cNvPr>
              <p14:cNvContentPartPr/>
              <p14:nvPr/>
            </p14:nvContentPartPr>
            <p14:xfrm>
              <a:off x="1492200" y="1328760"/>
              <a:ext cx="9834120" cy="456300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1ED8BDE8-6B7D-A292-99B7-0FFFE7D599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2840" y="1319400"/>
                <a:ext cx="9852840" cy="458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42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32B35-F68B-FC4E-A3CC-54D398E0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Комбинаторные тождества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91469F2-D83F-5E4B-A70C-80D184059B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Доказательство</a:t>
                </a:r>
                <a:endParaRPr lang="en-US" b="1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Расписав по формуле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правую и левую часть рассматриваемого равенства, получим верное тождество.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91469F2-D83F-5E4B-A70C-80D184059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FE8652-5837-8846-AA06-005B55DF8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08BC37-BC78-13C7-7B48-44943E4A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13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D3D9ED0-8CE6-6031-0F17-55CD124C614C}"/>
                  </a:ext>
                </a:extLst>
              </p14:cNvPr>
              <p14:cNvContentPartPr/>
              <p14:nvPr/>
            </p14:nvContentPartPr>
            <p14:xfrm>
              <a:off x="6336000" y="1755720"/>
              <a:ext cx="3417480" cy="236088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D3D9ED0-8CE6-6031-0F17-55CD124C61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6640" y="1746360"/>
                <a:ext cx="3436200" cy="23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9233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48D2A0-C1A9-8A43-BAFE-F4D91C3A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Комбинаторные тождества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27B6FF5-90A8-9C4D-97D1-F65ACDCD8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00275"/>
              </a:xfrm>
            </p:spPr>
            <p:txBody>
              <a:bodyPr>
                <a:normAutofit lnSpcReduction="10000"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US" sz="2400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sz="2400" b="1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Доказательство</a:t>
                </a:r>
                <a:endParaRPr lang="en-US" sz="2400" b="1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sz="2400" b="0" i="0" dirty="0">
                    <a:solidFill>
                      <a:srgbClr val="000000"/>
                    </a:solidFill>
                    <a:effectLst/>
                    <a:latin typeface="YS Text"/>
                  </a:rPr>
                  <a:t>Нарисуем треугольник Паскаля (это бесконечная таблица коэффициентов, имеющая треугольную форму. В этом треугольнике на вершине и по бокам стоят единицы. Каждое число равно сумме двух расположенных над ним чисел. Строки треугольника симметричны относительно вертикальной оси.)</a:t>
                </a:r>
                <a:endParaRPr lang="en-US" sz="2400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27B6FF5-90A8-9C4D-97D1-F65ACDCD8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00275"/>
              </a:xfrm>
              <a:blipFill>
                <a:blip r:embed="rId2"/>
                <a:stretch>
                  <a:fillRect l="-928" b="-44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74ABB8-3C5D-B44F-8940-00EA323A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913703E1-2E67-D262-C004-5624EFAE8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83964"/>
              </p:ext>
            </p:extLst>
          </p:nvPr>
        </p:nvGraphicFramePr>
        <p:xfrm>
          <a:off x="3720000" y="3895125"/>
          <a:ext cx="4752000" cy="259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51541948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8699619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4689476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142242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74064778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2159661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7520083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15959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5449174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2209949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4659262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03543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38413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838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6819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79584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802804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81553E7-9C7E-C95F-0515-FC08FAC0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777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AA88F-13C7-5549-B797-EA637E92B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Комбинаторные тождества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D0C6EE-877C-EE44-9A07-839FEC449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1"/>
            <a:ext cx="10515600" cy="47498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Бесконечная таблица биномиальных коэффициентов, имеющая треугольную форму, выгляди следующим образом:</a:t>
            </a:r>
          </a:p>
          <a:p>
            <a:pPr marL="0" indent="0" algn="l">
              <a:buNone/>
            </a:pPr>
            <a:endParaRPr lang="ru-RU" b="0" i="0" dirty="0">
              <a:solidFill>
                <a:srgbClr val="000000"/>
              </a:solidFill>
              <a:effectLst/>
              <a:latin typeface="YS Text"/>
            </a:endParaRPr>
          </a:p>
          <a:p>
            <a:pPr marL="0" indent="0" algn="l">
              <a:buNone/>
            </a:pPr>
            <a:endParaRPr lang="ru-RU" b="0" i="0" dirty="0">
              <a:solidFill>
                <a:srgbClr val="000000"/>
              </a:solidFill>
              <a:effectLst/>
              <a:latin typeface="YS Text"/>
            </a:endParaRPr>
          </a:p>
          <a:p>
            <a:pPr marL="0" indent="0" algn="l">
              <a:buNone/>
            </a:pPr>
            <a:endParaRPr lang="ru-RU" b="0" i="0" dirty="0">
              <a:solidFill>
                <a:srgbClr val="000000"/>
              </a:solidFill>
              <a:effectLst/>
              <a:latin typeface="YS Text"/>
            </a:endParaRPr>
          </a:p>
          <a:p>
            <a:pPr marL="0" indent="0" algn="l">
              <a:buNone/>
            </a:pPr>
            <a:endParaRPr lang="ru-RU" b="0" i="0" dirty="0">
              <a:solidFill>
                <a:srgbClr val="000000"/>
              </a:solidFill>
              <a:effectLst/>
              <a:latin typeface="YS Text"/>
            </a:endParaRPr>
          </a:p>
          <a:p>
            <a:pPr marL="0" indent="0" algn="l">
              <a:buNone/>
            </a:pPr>
            <a:endParaRPr lang="ru-RU" b="0" i="0" dirty="0">
              <a:solidFill>
                <a:srgbClr val="000000"/>
              </a:solidFill>
              <a:effectLst/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Обоснование совпадения этих двух таблиц основано на тождестве 2, которое мы сейчас должны доказать.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4EE335-F5F5-2649-9118-A796EFB9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7">
                <a:extLst>
                  <a:ext uri="{FF2B5EF4-FFF2-40B4-BE49-F238E27FC236}">
                    <a16:creationId xmlns:a16="http://schemas.microsoft.com/office/drawing/2014/main" id="{2AFB1DB4-7A7F-7F5A-09CF-7E038DAF23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5396671"/>
                  </p:ext>
                </p:extLst>
              </p:nvPr>
            </p:nvGraphicFramePr>
            <p:xfrm>
              <a:off x="3808900" y="2459526"/>
              <a:ext cx="4752000" cy="2160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5154194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78699619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24689476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21422420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406477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72159661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8752008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15959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35449174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220994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846592622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503543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138413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2838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368198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1795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7">
                <a:extLst>
                  <a:ext uri="{FF2B5EF4-FFF2-40B4-BE49-F238E27FC236}">
                    <a16:creationId xmlns:a16="http://schemas.microsoft.com/office/drawing/2014/main" id="{2AFB1DB4-7A7F-7F5A-09CF-7E038DAF23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5396671"/>
                  </p:ext>
                </p:extLst>
              </p:nvPr>
            </p:nvGraphicFramePr>
            <p:xfrm>
              <a:off x="3808900" y="2459526"/>
              <a:ext cx="4752000" cy="2160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5154194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78699619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24689476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21422420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406477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72159661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8752008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15959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35449174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2209949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846592622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r="-5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503543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0000" r="-6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100000" r="-4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138413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200000" r="-7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200000" r="-5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0000" t="-200000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2838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300000" r="-8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300000" r="-6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300000" r="-4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0000" t="-300000" r="-2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368198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00000" r="-9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000" t="-400000" r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400000" r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0000" t="-400000" r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0000" t="-4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17958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23B87B-1E3E-027F-366F-723F9703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965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AA88F-13C7-5549-B797-EA637E92B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Комбинаторные тождества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ED0C6EE-877C-EE44-9A07-839FEC449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Рассмотрим правую часть требуемого равенства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ED0C6EE-877C-EE44-9A07-839FEC449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4EE335-F5F5-2649-9118-A796EFB9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B6A19A-8E6B-8C26-12A3-D72F6DD6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16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6139E7AC-5BEA-AE45-EE07-B5A7453EF102}"/>
                  </a:ext>
                </a:extLst>
              </p14:cNvPr>
              <p14:cNvContentPartPr/>
              <p14:nvPr/>
            </p14:nvContentPartPr>
            <p14:xfrm>
              <a:off x="2609640" y="1975680"/>
              <a:ext cx="6824160" cy="271692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6139E7AC-5BEA-AE45-EE07-B5A7453EF1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0280" y="1966320"/>
                <a:ext cx="6842880" cy="273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3105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4EF14-E798-5942-BD9C-266FE149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Комбинаторные тождества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DD0F8E4-DE80-FD41-A5BA-51950F09F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b="1" dirty="0"/>
                  <a:t>Доказательство</a:t>
                </a:r>
              </a:p>
              <a:p>
                <a:pPr marL="0" indent="0">
                  <a:buNone/>
                </a:pPr>
                <a:r>
                  <a:rPr lang="ru-RU" dirty="0"/>
                  <a:t>Используя бином Ньютона, получим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DD0F8E4-DE80-FD41-A5BA-51950F09F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CCED90-15FC-A648-A7A5-BBC08877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57B0AD-EAD2-DFE1-DA3F-18A7E7BE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17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0CECEF8B-9A46-878F-3619-ADB107EC5256}"/>
                  </a:ext>
                </a:extLst>
              </p14:cNvPr>
              <p14:cNvContentPartPr/>
              <p14:nvPr/>
            </p14:nvContentPartPr>
            <p14:xfrm>
              <a:off x="4059360" y="2111760"/>
              <a:ext cx="3819600" cy="264528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0CECEF8B-9A46-878F-3619-ADB107EC52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0000" y="2102400"/>
                <a:ext cx="3838320" cy="26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01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CC809-2281-1F4D-9EBA-2ACB1C09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Комбинаторные тождества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203507-B179-F24C-94C1-57CDA6275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84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Доказательство</a:t>
                </a:r>
              </a:p>
              <a:p>
                <a:pPr marL="0" indent="0">
                  <a:buNone/>
                </a:pPr>
                <a:r>
                  <a:rPr lang="ru-RU" dirty="0"/>
                  <a:t>Просуммируем квадраты значений в строках треугольника Паскаля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203507-B179-F24C-94C1-57CDA6275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84375"/>
              </a:xfrm>
              <a:blipFill>
                <a:blip r:embed="rId2"/>
                <a:stretch>
                  <a:fillRect l="-1217" r="-290" b="-3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EB3560-F9EF-6141-9280-DC023805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7">
                <a:extLst>
                  <a:ext uri="{FF2B5EF4-FFF2-40B4-BE49-F238E27FC236}">
                    <a16:creationId xmlns:a16="http://schemas.microsoft.com/office/drawing/2014/main" id="{45049621-1C90-B324-9BA3-283F47E28B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0679757"/>
                  </p:ext>
                </p:extLst>
              </p:nvPr>
            </p:nvGraphicFramePr>
            <p:xfrm>
              <a:off x="2868000" y="3944937"/>
              <a:ext cx="7920000" cy="2160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5154194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78699619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24689476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21422420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406477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72159661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8752008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15959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35449174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22099496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2846592622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1=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503543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138413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2838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368198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70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1795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7">
                <a:extLst>
                  <a:ext uri="{FF2B5EF4-FFF2-40B4-BE49-F238E27FC236}">
                    <a16:creationId xmlns:a16="http://schemas.microsoft.com/office/drawing/2014/main" id="{45049621-1C90-B324-9BA3-283F47E28B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0679757"/>
                  </p:ext>
                </p:extLst>
              </p:nvPr>
            </p:nvGraphicFramePr>
            <p:xfrm>
              <a:off x="2868000" y="3944937"/>
              <a:ext cx="7920000" cy="2160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000">
                      <a:extLst>
                        <a:ext uri="{9D8B030D-6E8A-4147-A177-3AD203B41FA5}">
                          <a16:colId xmlns:a16="http://schemas.microsoft.com/office/drawing/2014/main" val="25154194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78699619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24689476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21422420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74064778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72159661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8752008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15959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35449174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22099496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2846592622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966" b="-4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503543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966" t="-100000" b="-3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138413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966" t="-200000" b="-2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2838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966" t="-300000" b="-1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368198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966" t="-400000" b="-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17958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EFC462D-F57F-5085-F493-240ED1B5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646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F6F91-6393-774C-AADD-1A8022A0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Полиномиальная формула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14D752-3EA1-A346-8C23-CC9E9D0F3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397000"/>
                <a:ext cx="11569700" cy="50958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l">
                  <a:buNone/>
                </a:pPr>
                <a:r>
                  <a:rPr lang="ru-RU" b="1" dirty="0">
                    <a:solidFill>
                      <a:srgbClr val="000000"/>
                    </a:solidFill>
                    <a:latin typeface="YS Text"/>
                  </a:rPr>
                  <a:t>Пример</a:t>
                </a:r>
                <a:endParaRPr lang="en-US" b="1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Рассмотрим слово КОМБИНАТОРИКА и будем переставлять буквы в этом слове. Сколько математических слов в этом случае получится? </a:t>
                </a: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Решение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Перечислим все буквы указанного слова: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K - 2, О - 2, M - 1, Б - 1, И - 2, Н - 1, А - 2, Т - 1, Р - 1,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и представим, что мы набираем эти буквы в пустой вектор длины 13.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Сперва выберем 2 места для буквы К, это можно сделать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числом способов. Затем выберем 2 места для буквы О, это можно сделать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числом способов. Дальнейший выбор мест для букв мы производим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числом способов. Тогда общее действие состоящее в создании слова может быть выполнено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числом способов. Расписав число сочетаний по формуле, получим верный отве</a:t>
                </a:r>
                <a:r>
                  <a:rPr lang="ru-RU" dirty="0">
                    <a:solidFill>
                      <a:srgbClr val="000000"/>
                    </a:solidFill>
                    <a:latin typeface="YS Text"/>
                  </a:rPr>
                  <a:t>т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13!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2!2!2!</m:t>
                        </m:r>
                      </m:den>
                    </m:f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14D752-3EA1-A346-8C23-CC9E9D0F3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397000"/>
                <a:ext cx="11569700" cy="5095875"/>
              </a:xfrm>
              <a:blipFill>
                <a:blip r:embed="rId2"/>
                <a:stretch>
                  <a:fillRect l="-949" t="-2990" r="-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DF405B-2630-A546-B36C-B3C39AB4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890EF3-BE45-CF1A-37A9-BDC98A43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19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D47D729-7355-6E60-90B0-2EB08E42336A}"/>
                  </a:ext>
                </a:extLst>
              </p14:cNvPr>
              <p14:cNvContentPartPr/>
              <p14:nvPr/>
            </p14:nvContentPartPr>
            <p14:xfrm>
              <a:off x="411840" y="3563640"/>
              <a:ext cx="10146960" cy="250560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D47D729-7355-6E60-90B0-2EB08E4233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480" y="3554280"/>
                <a:ext cx="10165680" cy="252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8573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BA599-0820-504D-83F3-FC3C4626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Полиномиальная формула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3EAADE-BB73-7E4F-B815-E24FFA3C60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Пусть у нас есть набор символов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где объектов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штук, объектов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штук, и число 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количество способов упорядочить наши 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объе</m:t>
                      </m:r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ктов и называется </m:t>
                      </m:r>
                    </m:oMath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полиномиальный коэффициент. </m:t>
                      </m:r>
                    </m:oMath>
                  </m:oMathPara>
                </a14:m>
                <a:endParaRPr lang="ru-RU" sz="2400" b="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Рассуждая как в задаче со словом КОМБИНАТОРИКА получим, что верна </m:t>
                      </m:r>
                    </m:oMath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следущая теорема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−…−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2400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3EAADE-BB73-7E4F-B815-E24FFA3C6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4A56A5-0209-BE4F-A69A-86FB7CEB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239416-591B-0108-5C94-0AE277E9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30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74304-8D3F-1B4F-B48A-CDDBBEC0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D5F646-84A4-0D47-9008-AD727E90D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Пример 1: Сколько слов можно составить, переставив буквы в слове «математика»?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Решение: «математика» - 10 букв ( 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повт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. м=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2,а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=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3,т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=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2,е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=и=к=1), =1),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Ответ: 151200 слов.</a:t>
            </a:r>
          </a:p>
          <a:p>
            <a:pPr marL="0" indent="0" algn="l">
              <a:buNone/>
            </a:pPr>
            <a:endParaRPr lang="ru-RU" dirty="0">
              <a:solidFill>
                <a:srgbClr val="000000"/>
              </a:solidFill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Пример 2: Сколько различных четырёхзначных чисел можно составить из цифр 0, 1, 2, 3, и 4, причём в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каждом числе цифры должны быть разные?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Решение: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P5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 -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P4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 = 5! - 4! = 120 - 24 = 96.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Ответ: 96 чисел.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EF232D-21D9-014F-8183-80E3FF5C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FECAF9-25BA-749F-33AC-32216BEF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924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8A795-B95E-4B48-B547-A22E913B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Формула включений и исключений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2A33409-554D-0141-AAA7-217E4B78C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397000"/>
                <a:ext cx="11417300" cy="4622799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Пример</a:t>
                </a:r>
              </a:p>
              <a:p>
                <a:pPr marL="0" indent="0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Пусть у нас есть 50 человек, среди которых кто-то может знать английский, кто-то французский и кто-то немецкий язык (могут быть люди которые знают сразу три языка, могут быть те кто знают только один язык). Обозначим через N(а) - количество людей знающих английский язык (возможно, они знают и еще какой-то язык, помимо английского), N(ф) - количество людей знающих французский язык, N(н) - количество людей знающих немецкий язык. Так же, пусть нам известны 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а,ф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), 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а,н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 и 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ф,н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 количества людей знающих пару языков, и известно количество людей знающих все три языка сразу - 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а,ф,н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). Как посчитать количество людей, которые не знают ни один из указанных языков? </a:t>
                </a:r>
              </a:p>
              <a:p>
                <a:pPr marL="0" indent="0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Решение</a:t>
                </a:r>
              </a:p>
              <a:p>
                <a:pPr marL="0" indent="0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Использовать формулу включений исключений.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−…−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>
                  <a:buNone/>
                </a:pP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Ответ: 50-N(a)-N(ф)-N(н)+N(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а,ф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)+N(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а,н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)+N(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ф,н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)-N(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а,ф,н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2A33409-554D-0141-AAA7-217E4B78C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397000"/>
                <a:ext cx="11417300" cy="4622799"/>
              </a:xfrm>
              <a:blipFill>
                <a:blip r:embed="rId2"/>
                <a:stretch>
                  <a:fillRect l="-694" t="-2770" r="-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C8978F-CB56-D34B-AC82-A0579A08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22737F-A38C-2B92-CC05-E7E93132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22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CCFD18D2-91C0-EFAF-7209-8693D196CB2A}"/>
                  </a:ext>
                </a:extLst>
              </p14:cNvPr>
              <p14:cNvContentPartPr/>
              <p14:nvPr/>
            </p14:nvContentPartPr>
            <p14:xfrm>
              <a:off x="834480" y="2039400"/>
              <a:ext cx="10154880" cy="45633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CCFD18D2-91C0-EFAF-7209-8693D196CB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120" y="2030040"/>
                <a:ext cx="10173600" cy="458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2425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99FE3-D9BB-BA46-9C99-C95E3AED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3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Сочетания, размещения и перестановки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0A78D74-F501-134B-AAFE-DF9B844F7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l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 число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-размещений без повторений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обозначается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2) число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-размещений с повторениями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обозначается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acc>
                  </m:oMath>
                </a14:m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3) число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-сочетаний без повторений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обозначается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(читается ,,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цэ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из п по к“, это обозначение придумал Паскаль в 17 веке, но сейчас в англоязычном мире принято обозначение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4) число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-сочетаний с повторениями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обозначается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acc>
                  </m:oMath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5) </a:t>
                </a:r>
                <a:r>
                  <a:rPr lang="ru-RU" dirty="0">
                    <a:solidFill>
                      <a:srgbClr val="000000"/>
                    </a:solidFill>
                    <a:latin typeface="YS Text"/>
                  </a:rPr>
                  <a:t>число перестановок без повторений длиной 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n </a:t>
                </a:r>
                <a:r>
                  <a:rPr lang="ru-RU" dirty="0">
                    <a:solidFill>
                      <a:srgbClr val="000000"/>
                    </a:solidFill>
                    <a:latin typeface="YS Text"/>
                  </a:rPr>
                  <a:t>обозначают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000000"/>
                  </a:solidFill>
                  <a:latin typeface="YS Tex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0A78D74-F501-134B-AAFE-DF9B844F7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73915C-5BED-CA4D-A5A0-92D83541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CE2AF78-F0D1-50A7-65B6-DF3F59F8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324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5ADE1-9D71-ED9A-0B78-5A9BABA9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Размещения с повторениями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66EEA226-21B6-CC1E-C055-F1D1D7F5E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628801"/>
            <a:ext cx="8642350" cy="1089529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indent="0">
              <a:buNone/>
              <a:defRPr/>
            </a:pPr>
            <a:r>
              <a:rPr lang="ru-RU" sz="1800" dirty="0">
                <a:latin typeface="Segoe UI" pitchFamily="34" charset="0"/>
              </a:rPr>
              <a:t>Даны предметы </a:t>
            </a:r>
            <a:r>
              <a:rPr lang="en-US" sz="1800" i="1" dirty="0">
                <a:latin typeface="Segoe UI" pitchFamily="34" charset="0"/>
              </a:rPr>
              <a:t>N</a:t>
            </a:r>
            <a:r>
              <a:rPr lang="ru-RU" sz="1800" dirty="0">
                <a:latin typeface="Segoe UI" pitchFamily="34" charset="0"/>
              </a:rPr>
              <a:t> типов. Из них составляют расстановки длины </a:t>
            </a:r>
            <a:r>
              <a:rPr lang="en-US" sz="1800" i="1" dirty="0">
                <a:latin typeface="Segoe UI" pitchFamily="34" charset="0"/>
              </a:rPr>
              <a:t>k</a:t>
            </a:r>
            <a:r>
              <a:rPr lang="ru-RU" sz="1800" dirty="0">
                <a:latin typeface="Segoe UI" pitchFamily="34" charset="0"/>
              </a:rPr>
              <a:t>. В расстановки могут входить предметы одного типа. Две расстановки считаются различными, если они отличаются или типом входящих в них предметов, или порядком предметов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1C425-0244-8BBA-B33F-B32A55EE1D86}"/>
              </a:ext>
            </a:extLst>
          </p:cNvPr>
          <p:cNvSpPr txBox="1"/>
          <p:nvPr/>
        </p:nvSpPr>
        <p:spPr>
          <a:xfrm>
            <a:off x="1775520" y="3356993"/>
            <a:ext cx="8640960" cy="120032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i="1" dirty="0">
                <a:latin typeface="Segoe UI" pitchFamily="34" charset="0"/>
              </a:rPr>
              <a:t>Пример</a:t>
            </a:r>
            <a:r>
              <a:rPr lang="ru-RU" dirty="0">
                <a:latin typeface="Segoe UI" pitchFamily="34" charset="0"/>
              </a:rPr>
              <a:t>: машинное слово состоит из </a:t>
            </a:r>
            <a:r>
              <a:rPr lang="en-US" i="1" dirty="0">
                <a:latin typeface="Segoe UI" pitchFamily="34" charset="0"/>
              </a:rPr>
              <a:t>k</a:t>
            </a:r>
            <a:r>
              <a:rPr lang="en-US" dirty="0">
                <a:latin typeface="Segoe UI" pitchFamily="34" charset="0"/>
              </a:rPr>
              <a:t>=</a:t>
            </a:r>
            <a:r>
              <a:rPr lang="ru-RU" dirty="0">
                <a:latin typeface="Segoe UI" pitchFamily="34" charset="0"/>
              </a:rPr>
              <a:t>16 бит. В каждом бите можно записать</a:t>
            </a:r>
            <a:r>
              <a:rPr lang="en-US" dirty="0">
                <a:latin typeface="Segoe UI" pitchFamily="34" charset="0"/>
              </a:rPr>
              <a:t> </a:t>
            </a:r>
            <a:r>
              <a:rPr lang="ru-RU" dirty="0">
                <a:latin typeface="Segoe UI" pitchFamily="34" charset="0"/>
              </a:rPr>
              <a:t>одно из </a:t>
            </a:r>
            <a:r>
              <a:rPr lang="en-US" i="1" dirty="0">
                <a:latin typeface="Segoe UI" pitchFamily="34" charset="0"/>
              </a:rPr>
              <a:t>N</a:t>
            </a:r>
            <a:r>
              <a:rPr lang="en-US" dirty="0">
                <a:latin typeface="Segoe UI" pitchFamily="34" charset="0"/>
              </a:rPr>
              <a:t>=2 </a:t>
            </a:r>
            <a:r>
              <a:rPr lang="ru-RU" dirty="0">
                <a:latin typeface="Segoe UI" pitchFamily="34" charset="0"/>
              </a:rPr>
              <a:t>значений 0 или 1. Сколько различных комбинаций 1 и 0 может быть записано в слове?</a:t>
            </a:r>
          </a:p>
          <a:p>
            <a:r>
              <a:rPr lang="ru-RU" i="1" dirty="0">
                <a:latin typeface="Segoe UI" pitchFamily="34" charset="0"/>
              </a:rPr>
              <a:t>Ответ</a:t>
            </a:r>
            <a:r>
              <a:rPr lang="ru-RU" dirty="0">
                <a:latin typeface="Segoe UI" pitchFamily="34" charset="0"/>
              </a:rPr>
              <a:t>: 2</a:t>
            </a:r>
            <a:r>
              <a:rPr lang="ru-RU" baseline="30000" dirty="0">
                <a:latin typeface="Segoe UI" pitchFamily="34" charset="0"/>
              </a:rPr>
              <a:t>16</a:t>
            </a:r>
            <a:r>
              <a:rPr lang="ru-RU" dirty="0">
                <a:latin typeface="Segoe UI" pitchFamily="34" charset="0"/>
              </a:rPr>
              <a:t> = 65536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C3158-2196-529E-4026-C1C8295DB04E}"/>
              </a:ext>
            </a:extLst>
          </p:cNvPr>
          <p:cNvSpPr txBox="1"/>
          <p:nvPr/>
        </p:nvSpPr>
        <p:spPr>
          <a:xfrm>
            <a:off x="1775520" y="4941168"/>
            <a:ext cx="792088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>
                <a:latin typeface="Segoe UI" pitchFamily="34" charset="0"/>
              </a:rPr>
              <a:t>Общее </a:t>
            </a:r>
            <a:r>
              <a:rPr lang="ru-RU" i="1" dirty="0">
                <a:latin typeface="Segoe UI" pitchFamily="34" charset="0"/>
              </a:rPr>
              <a:t>количество размещений с повторениями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74FA80-2A4D-0C24-76EE-13D272A52E0A}"/>
                  </a:ext>
                </a:extLst>
              </p:cNvPr>
              <p:cNvSpPr txBox="1"/>
              <p:nvPr/>
            </p:nvSpPr>
            <p:spPr>
              <a:xfrm>
                <a:off x="5080883" y="5494448"/>
                <a:ext cx="1584176" cy="3763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bSup>
                        </m:e>
                      </m:acc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</a:rPr>
                            <m:t>𝑵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74FA80-2A4D-0C24-76EE-13D272A52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883" y="5494448"/>
                <a:ext cx="1584176" cy="3763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8B0F284-E938-706B-8726-45E859F0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D417B2-212C-14C7-CBCE-28BAD271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24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13C64031-DE21-0478-747B-AFE777E40600}"/>
                  </a:ext>
                </a:extLst>
              </p14:cNvPr>
              <p14:cNvContentPartPr/>
              <p14:nvPr/>
            </p14:nvContentPartPr>
            <p14:xfrm>
              <a:off x="5270400" y="5405400"/>
              <a:ext cx="5056200" cy="51264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13C64031-DE21-0478-747B-AFE777E406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1040" y="5396040"/>
                <a:ext cx="5074920" cy="53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2595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7799D-E592-844D-B3A7-2508B2CC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Теорема о количестве размещений с повторениями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48E53E9-7458-8948-9DB7-2E92CA5B3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Доказательство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Возьмем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}. Мы хотим выбирать объект из этого множества и возвращать обратно и так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раз. Это действие можно представить как последовательный выбор объектов по одному из множеств</a:t>
                </a:r>
              </a:p>
              <a:p>
                <a:pPr marL="0" indent="0" algn="l">
                  <a:buNone/>
                </a:pP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= 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an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}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A2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= 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an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}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= 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an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}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В силу правила умножения мы получим количество способов выбрать к объектов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равным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∙…∙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48E53E9-7458-8948-9DB7-2E92CA5B3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BAEE6A-EEDB-234E-A5FF-5B603B1D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02DCB6-D562-F880-F27B-378C0DDD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365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58D65-A59A-B0C8-78D5-138A92A0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Размещения без повторений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66407D43-5F6D-663D-6C5A-041C37BEF6E5}"/>
              </a:ext>
            </a:extLst>
          </p:cNvPr>
          <p:cNvSpPr txBox="1">
            <a:spLocks/>
          </p:cNvSpPr>
          <p:nvPr/>
        </p:nvSpPr>
        <p:spPr>
          <a:xfrm>
            <a:off x="303182" y="1389714"/>
            <a:ext cx="8786874" cy="164352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latin typeface="Segoe UI" panose="020B0502040204020203" pitchFamily="34" charset="0"/>
              </a:rPr>
              <a:t>Пусть имеется множество </a:t>
            </a:r>
            <a:r>
              <a:rPr lang="en-US" i="1" dirty="0">
                <a:latin typeface="Segoe UI" panose="020B0502040204020203" pitchFamily="34" charset="0"/>
              </a:rPr>
              <a:t>S</a:t>
            </a:r>
            <a:r>
              <a:rPr lang="ru-RU" dirty="0">
                <a:latin typeface="Segoe UI" panose="020B0502040204020203" pitchFamily="34" charset="0"/>
              </a:rPr>
              <a:t> из </a:t>
            </a:r>
            <a:r>
              <a:rPr lang="en-US" i="1" dirty="0">
                <a:latin typeface="Segoe UI" panose="020B0502040204020203" pitchFamily="34" charset="0"/>
              </a:rPr>
              <a:t>N</a:t>
            </a:r>
            <a:r>
              <a:rPr lang="ru-RU" dirty="0">
                <a:latin typeface="Segoe UI" panose="020B0502040204020203" pitchFamily="34" charset="0"/>
              </a:rPr>
              <a:t> элементов, и задано </a:t>
            </a:r>
            <a:r>
              <a:rPr lang="en-US" i="1" dirty="0">
                <a:latin typeface="Segoe UI" panose="020B0502040204020203" pitchFamily="34" charset="0"/>
              </a:rPr>
              <a:t>M</a:t>
            </a:r>
            <a:r>
              <a:rPr lang="en-US" dirty="0">
                <a:latin typeface="Segoe UI" panose="020B0502040204020203" pitchFamily="34" charset="0"/>
              </a:rPr>
              <a:t>&lt;=</a:t>
            </a:r>
            <a:r>
              <a:rPr lang="en-US" i="1" dirty="0">
                <a:latin typeface="Segoe UI" panose="020B0502040204020203" pitchFamily="34" charset="0"/>
              </a:rPr>
              <a:t>N</a:t>
            </a:r>
            <a:r>
              <a:rPr lang="en-US" dirty="0">
                <a:latin typeface="Segoe UI" panose="020B0502040204020203" pitchFamily="34" charset="0"/>
              </a:rPr>
              <a:t>. </a:t>
            </a:r>
            <a:r>
              <a:rPr lang="ru-RU" b="1" i="1" dirty="0">
                <a:latin typeface="Segoe UI" panose="020B0502040204020203" pitchFamily="34" charset="0"/>
              </a:rPr>
              <a:t>Размещением без повторений из </a:t>
            </a:r>
            <a:r>
              <a:rPr lang="en-US" b="1" i="1" dirty="0">
                <a:latin typeface="Segoe UI" panose="020B0502040204020203" pitchFamily="34" charset="0"/>
              </a:rPr>
              <a:t>N</a:t>
            </a:r>
            <a:r>
              <a:rPr lang="ru-RU" b="1" i="1" dirty="0">
                <a:latin typeface="Segoe UI" panose="020B0502040204020203" pitchFamily="34" charset="0"/>
              </a:rPr>
              <a:t> по </a:t>
            </a:r>
            <a:r>
              <a:rPr lang="en-US" b="1" i="1" dirty="0">
                <a:latin typeface="Segoe UI" panose="020B0502040204020203" pitchFamily="34" charset="0"/>
              </a:rPr>
              <a:t>M</a:t>
            </a:r>
            <a:r>
              <a:rPr lang="ru-RU" b="1" i="1" dirty="0">
                <a:latin typeface="Segoe UI" panose="020B0502040204020203" pitchFamily="34" charset="0"/>
              </a:rPr>
              <a:t> </a:t>
            </a:r>
            <a:r>
              <a:rPr lang="ru-RU" dirty="0">
                <a:latin typeface="Segoe UI" panose="020B0502040204020203" pitchFamily="34" charset="0"/>
              </a:rPr>
              <a:t>называют последовательность длины </a:t>
            </a:r>
            <a:r>
              <a:rPr lang="en-US" i="1" dirty="0">
                <a:latin typeface="Segoe UI" panose="020B0502040204020203" pitchFamily="34" charset="0"/>
              </a:rPr>
              <a:t>M</a:t>
            </a:r>
            <a:r>
              <a:rPr lang="ru-RU" dirty="0">
                <a:latin typeface="Segoe UI" panose="020B0502040204020203" pitchFamily="34" charset="0"/>
              </a:rPr>
              <a:t>, составленную из различных элементов </a:t>
            </a:r>
            <a:r>
              <a:rPr lang="en-US" i="1" dirty="0">
                <a:latin typeface="Segoe UI" panose="020B0502040204020203" pitchFamily="34" charset="0"/>
              </a:rPr>
              <a:t>S</a:t>
            </a:r>
            <a:r>
              <a:rPr lang="ru-RU" dirty="0">
                <a:latin typeface="Segoe UI" panose="020B0502040204020203" pitchFamily="34" charset="0"/>
              </a:rPr>
              <a:t>.</a:t>
            </a:r>
            <a:endParaRPr lang="ru-RU" i="1" dirty="0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A2CC0E94-CCC9-87DB-2840-5045C6F5284D}"/>
              </a:ext>
            </a:extLst>
          </p:cNvPr>
          <p:cNvSpPr txBox="1"/>
          <p:nvPr/>
        </p:nvSpPr>
        <p:spPr bwMode="auto">
          <a:xfrm>
            <a:off x="538777" y="3186262"/>
            <a:ext cx="6273165" cy="10147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ru-RU" sz="2000" b="0" i="1" dirty="0">
                <a:latin typeface="Segoe UI" panose="020B0502040204020203" pitchFamily="34" charset="0"/>
              </a:rPr>
              <a:t>Пример</a:t>
            </a:r>
            <a:r>
              <a:rPr lang="ru-RU" sz="2000" b="0" dirty="0">
                <a:latin typeface="Segoe UI" panose="020B0502040204020203" pitchFamily="34" charset="0"/>
              </a:rPr>
              <a:t> 1: В чемпионате участвуют 10 команд. Сколько способов размещения команд на пьедестале (1 золото, 1 серебро, 1 бронза)?</a:t>
            </a:r>
          </a:p>
        </p:txBody>
      </p:sp>
      <p:sp>
        <p:nvSpPr>
          <p:cNvPr id="6" name="Содержимое 2">
            <a:extLst>
              <a:ext uri="{FF2B5EF4-FFF2-40B4-BE49-F238E27FC236}">
                <a16:creationId xmlns:a16="http://schemas.microsoft.com/office/drawing/2014/main" id="{3F440BCF-9E67-B554-FE41-414CB973A448}"/>
              </a:ext>
            </a:extLst>
          </p:cNvPr>
          <p:cNvSpPr txBox="1"/>
          <p:nvPr/>
        </p:nvSpPr>
        <p:spPr bwMode="auto">
          <a:xfrm>
            <a:off x="538776" y="4468253"/>
            <a:ext cx="6273165" cy="70675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ru-RU" sz="2000" b="0" i="1" dirty="0">
                <a:latin typeface="Segoe UI" panose="020B0502040204020203" pitchFamily="34" charset="0"/>
              </a:rPr>
              <a:t>Пример</a:t>
            </a:r>
            <a:r>
              <a:rPr lang="ru-RU" sz="2000" b="0" dirty="0">
                <a:latin typeface="Segoe UI" panose="020B0502040204020203" pitchFamily="34" charset="0"/>
              </a:rPr>
              <a:t> 2: В классе 23 ученика. Сколько способов выбора старосты, </a:t>
            </a:r>
            <a:r>
              <a:rPr lang="ru-RU" sz="2000" b="0" dirty="0" err="1">
                <a:latin typeface="Segoe UI" panose="020B0502040204020203" pitchFamily="34" charset="0"/>
              </a:rPr>
              <a:t>культорга</a:t>
            </a:r>
            <a:r>
              <a:rPr lang="ru-RU" sz="2000" b="0" dirty="0">
                <a:latin typeface="Segoe UI" panose="020B0502040204020203" pitchFamily="34" charset="0"/>
              </a:rPr>
              <a:t>, </a:t>
            </a:r>
            <a:r>
              <a:rPr lang="ru-RU" sz="2000" b="0" dirty="0" err="1">
                <a:latin typeface="Segoe UI" panose="020B0502040204020203" pitchFamily="34" charset="0"/>
              </a:rPr>
              <a:t>спортсектора</a:t>
            </a:r>
            <a:r>
              <a:rPr lang="ru-RU" sz="2000" b="0" dirty="0">
                <a:latin typeface="Segoe UI" panose="020B0502040204020203" pitchFamily="34" charset="0"/>
              </a:rPr>
              <a:t>?</a:t>
            </a:r>
          </a:p>
        </p:txBody>
      </p:sp>
      <p:pic>
        <p:nvPicPr>
          <p:cNvPr id="7" name="Picture 2" descr="http://zoj-blog.ru/wp-content/uploads/2011/03/pobediteli.jpg">
            <a:extLst>
              <a:ext uri="{FF2B5EF4-FFF2-40B4-BE49-F238E27FC236}">
                <a16:creationId xmlns:a16="http://schemas.microsoft.com/office/drawing/2014/main" id="{47FAD415-E09A-F11A-EB6B-6E7CA2FF3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37766" y="2534986"/>
            <a:ext cx="2462034" cy="2462034"/>
          </a:xfrm>
          <a:prstGeom prst="rect">
            <a:avLst/>
          </a:prstGeom>
          <a:noFill/>
        </p:spPr>
      </p:pic>
      <p:sp>
        <p:nvSpPr>
          <p:cNvPr id="10" name="Содержимое 2">
            <a:extLst>
              <a:ext uri="{FF2B5EF4-FFF2-40B4-BE49-F238E27FC236}">
                <a16:creationId xmlns:a16="http://schemas.microsoft.com/office/drawing/2014/main" id="{45CF4B77-4DCF-F8B3-5172-5279BD5D254E}"/>
              </a:ext>
            </a:extLst>
          </p:cNvPr>
          <p:cNvSpPr txBox="1"/>
          <p:nvPr/>
        </p:nvSpPr>
        <p:spPr bwMode="auto">
          <a:xfrm>
            <a:off x="9646072" y="7406498"/>
            <a:ext cx="5472608" cy="11387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ru-RU" sz="2000" b="1" i="1" dirty="0">
                <a:latin typeface="Segoe UI" panose="020B0502040204020203" pitchFamily="34" charset="0"/>
              </a:rPr>
              <a:t>Пример</a:t>
            </a:r>
            <a:r>
              <a:rPr lang="ru-RU" sz="2000" dirty="0">
                <a:latin typeface="Segoe UI" panose="020B0502040204020203" pitchFamily="34" charset="0"/>
              </a:rPr>
              <a:t>: </a:t>
            </a:r>
            <a:r>
              <a:rPr lang="en-US" sz="2000" i="1" dirty="0">
                <a:latin typeface="Segoe UI" panose="020B0502040204020203" pitchFamily="34" charset="0"/>
              </a:rPr>
              <a:t>N</a:t>
            </a:r>
            <a:r>
              <a:rPr lang="ru-RU" sz="2000" i="1" dirty="0">
                <a:latin typeface="Segoe UI" panose="020B0502040204020203" pitchFamily="34" charset="0"/>
              </a:rPr>
              <a:t> </a:t>
            </a:r>
            <a:r>
              <a:rPr lang="en-US" sz="2000" dirty="0">
                <a:latin typeface="Segoe UI" panose="020B0502040204020203" pitchFamily="34" charset="0"/>
              </a:rPr>
              <a:t>=</a:t>
            </a:r>
            <a:r>
              <a:rPr lang="ru-RU" sz="2000" dirty="0">
                <a:latin typeface="Segoe UI" panose="020B0502040204020203" pitchFamily="34" charset="0"/>
              </a:rPr>
              <a:t> </a:t>
            </a:r>
            <a:r>
              <a:rPr lang="en-US" sz="2000" dirty="0">
                <a:latin typeface="Segoe UI" panose="020B0502040204020203" pitchFamily="34" charset="0"/>
              </a:rPr>
              <a:t>4, </a:t>
            </a:r>
            <a:r>
              <a:rPr lang="en-US" sz="2000" i="1" dirty="0">
                <a:latin typeface="Segoe UI" panose="020B0502040204020203" pitchFamily="34" charset="0"/>
              </a:rPr>
              <a:t>M</a:t>
            </a:r>
            <a:r>
              <a:rPr lang="ru-RU" sz="2000" i="1" dirty="0">
                <a:latin typeface="Segoe UI" panose="020B0502040204020203" pitchFamily="34" charset="0"/>
              </a:rPr>
              <a:t> </a:t>
            </a:r>
            <a:r>
              <a:rPr lang="en-US" sz="2000" dirty="0">
                <a:latin typeface="Segoe UI" panose="020B0502040204020203" pitchFamily="34" charset="0"/>
              </a:rPr>
              <a:t>=</a:t>
            </a:r>
            <a:r>
              <a:rPr lang="ru-RU" sz="2000" dirty="0">
                <a:latin typeface="Segoe UI" panose="020B0502040204020203" pitchFamily="34" charset="0"/>
              </a:rPr>
              <a:t> </a:t>
            </a:r>
            <a:r>
              <a:rPr lang="en-US" sz="2000" dirty="0">
                <a:latin typeface="Segoe UI" panose="020B0502040204020203" pitchFamily="34" charset="0"/>
              </a:rPr>
              <a:t>2, </a:t>
            </a:r>
            <a:r>
              <a:rPr lang="en-US" sz="2000" i="1" dirty="0">
                <a:latin typeface="Segoe UI" panose="020B0502040204020203" pitchFamily="34" charset="0"/>
              </a:rPr>
              <a:t>S</a:t>
            </a:r>
            <a:r>
              <a:rPr lang="ru-RU" sz="2000" i="1" dirty="0">
                <a:latin typeface="Segoe UI" panose="020B0502040204020203" pitchFamily="34" charset="0"/>
              </a:rPr>
              <a:t> </a:t>
            </a:r>
            <a:r>
              <a:rPr lang="en-US" sz="2000" dirty="0">
                <a:latin typeface="Segoe UI" panose="020B0502040204020203" pitchFamily="34" charset="0"/>
              </a:rPr>
              <a:t>=</a:t>
            </a:r>
            <a:r>
              <a:rPr lang="ru-RU" sz="2000" dirty="0">
                <a:latin typeface="Segoe UI" panose="020B0502040204020203" pitchFamily="34" charset="0"/>
              </a:rPr>
              <a:t> </a:t>
            </a:r>
            <a:r>
              <a:rPr lang="en-US" sz="2000" dirty="0">
                <a:latin typeface="Segoe UI" panose="020B0502040204020203" pitchFamily="34" charset="0"/>
              </a:rPr>
              <a:t>{</a:t>
            </a:r>
            <a:r>
              <a:rPr lang="en-US" sz="2000" i="1" dirty="0">
                <a:latin typeface="Segoe UI" panose="020B0502040204020203" pitchFamily="34" charset="0"/>
              </a:rPr>
              <a:t>a</a:t>
            </a:r>
            <a:r>
              <a:rPr lang="en-US" sz="2000" dirty="0">
                <a:latin typeface="Segoe UI" panose="020B0502040204020203" pitchFamily="34" charset="0"/>
              </a:rPr>
              <a:t>,</a:t>
            </a:r>
            <a:r>
              <a:rPr lang="ru-RU" sz="2000" dirty="0">
                <a:latin typeface="Segoe UI" panose="020B0502040204020203" pitchFamily="34" charset="0"/>
              </a:rPr>
              <a:t> </a:t>
            </a:r>
            <a:r>
              <a:rPr lang="en-US" sz="2000" i="1" dirty="0">
                <a:latin typeface="Segoe UI" panose="020B0502040204020203" pitchFamily="34" charset="0"/>
              </a:rPr>
              <a:t>b</a:t>
            </a:r>
            <a:r>
              <a:rPr lang="en-US" sz="2000" dirty="0">
                <a:latin typeface="Segoe UI" panose="020B0502040204020203" pitchFamily="34" charset="0"/>
              </a:rPr>
              <a:t>,</a:t>
            </a:r>
            <a:r>
              <a:rPr lang="ru-RU" sz="2000" dirty="0">
                <a:latin typeface="Segoe UI" panose="020B0502040204020203" pitchFamily="34" charset="0"/>
              </a:rPr>
              <a:t> </a:t>
            </a:r>
            <a:r>
              <a:rPr lang="en-US" sz="2000" i="1" dirty="0">
                <a:latin typeface="Segoe UI" panose="020B0502040204020203" pitchFamily="34" charset="0"/>
              </a:rPr>
              <a:t>c</a:t>
            </a:r>
            <a:r>
              <a:rPr lang="en-US" sz="2000" dirty="0">
                <a:latin typeface="Segoe UI" panose="020B0502040204020203" pitchFamily="34" charset="0"/>
              </a:rPr>
              <a:t>,</a:t>
            </a:r>
            <a:r>
              <a:rPr lang="ru-RU" sz="2000" dirty="0">
                <a:latin typeface="Segoe UI" panose="020B0502040204020203" pitchFamily="34" charset="0"/>
              </a:rPr>
              <a:t> </a:t>
            </a:r>
            <a:r>
              <a:rPr lang="en-US" sz="2000" i="1" dirty="0">
                <a:latin typeface="Segoe UI" panose="020B0502040204020203" pitchFamily="34" charset="0"/>
              </a:rPr>
              <a:t>d</a:t>
            </a:r>
            <a:r>
              <a:rPr lang="en-US" sz="2000" dirty="0">
                <a:latin typeface="Segoe UI" panose="020B0502040204020203" pitchFamily="34" charset="0"/>
              </a:rPr>
              <a:t>}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000" i="1" dirty="0" err="1">
                <a:solidFill>
                  <a:srgbClr val="0070C0"/>
                </a:solidFill>
                <a:latin typeface="Segoe UI" panose="020B0502040204020203" pitchFamily="34" charset="0"/>
              </a:rPr>
              <a:t>ab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</a:t>
            </a:r>
            <a:r>
              <a:rPr lang="ru-RU" sz="2000" dirty="0">
                <a:solidFill>
                  <a:srgbClr val="0070C0"/>
                </a:solidFill>
                <a:latin typeface="Segoe UI" panose="020B0502040204020203" pitchFamily="34" charset="0"/>
              </a:rPr>
              <a:t> </a:t>
            </a:r>
            <a:r>
              <a:rPr lang="en-US" sz="2000" i="1" dirty="0">
                <a:solidFill>
                  <a:srgbClr val="0070C0"/>
                </a:solidFill>
                <a:latin typeface="Segoe UI" panose="020B0502040204020203" pitchFamily="34" charset="0"/>
              </a:rPr>
              <a:t>ac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>
                <a:solidFill>
                  <a:srgbClr val="0070C0"/>
                </a:solidFill>
                <a:latin typeface="Segoe UI" panose="020B0502040204020203" pitchFamily="34" charset="0"/>
              </a:rPr>
              <a:t>ad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 err="1">
                <a:solidFill>
                  <a:srgbClr val="0070C0"/>
                </a:solidFill>
                <a:latin typeface="Segoe UI" panose="020B0502040204020203" pitchFamily="34" charset="0"/>
              </a:rPr>
              <a:t>ba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 err="1">
                <a:solidFill>
                  <a:srgbClr val="0070C0"/>
                </a:solidFill>
                <a:latin typeface="Segoe UI" panose="020B0502040204020203" pitchFamily="34" charset="0"/>
              </a:rPr>
              <a:t>bc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 err="1">
                <a:solidFill>
                  <a:srgbClr val="0070C0"/>
                </a:solidFill>
                <a:latin typeface="Segoe UI" panose="020B0502040204020203" pitchFamily="34" charset="0"/>
              </a:rPr>
              <a:t>bd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>
                <a:solidFill>
                  <a:srgbClr val="0070C0"/>
                </a:solidFill>
                <a:latin typeface="Segoe UI" panose="020B0502040204020203" pitchFamily="34" charset="0"/>
              </a:rPr>
              <a:t>ca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 err="1">
                <a:solidFill>
                  <a:srgbClr val="0070C0"/>
                </a:solidFill>
                <a:latin typeface="Segoe UI" panose="020B0502040204020203" pitchFamily="34" charset="0"/>
              </a:rPr>
              <a:t>cb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 err="1">
                <a:solidFill>
                  <a:srgbClr val="0070C0"/>
                </a:solidFill>
                <a:latin typeface="Segoe UI" panose="020B0502040204020203" pitchFamily="34" charset="0"/>
              </a:rPr>
              <a:t>cd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 err="1">
                <a:solidFill>
                  <a:srgbClr val="0070C0"/>
                </a:solidFill>
                <a:latin typeface="Segoe UI" panose="020B0502040204020203" pitchFamily="34" charset="0"/>
              </a:rPr>
              <a:t>da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>
                <a:solidFill>
                  <a:srgbClr val="0070C0"/>
                </a:solidFill>
                <a:latin typeface="Segoe UI" panose="020B0502040204020203" pitchFamily="34" charset="0"/>
              </a:rPr>
              <a:t>db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</a:rPr>
              <a:t>, </a:t>
            </a:r>
            <a:r>
              <a:rPr lang="en-US" sz="2000" i="1" dirty="0">
                <a:solidFill>
                  <a:srgbClr val="0070C0"/>
                </a:solidFill>
                <a:latin typeface="Segoe UI" panose="020B0502040204020203" pitchFamily="34" charset="0"/>
              </a:rPr>
              <a:t>dc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Segoe UI" panose="020B0502040204020203" pitchFamily="34" charset="0"/>
              </a:rPr>
              <a:t>Количество размещений 4*3 = 12</a:t>
            </a:r>
            <a:endParaRPr lang="en-US" sz="2000" dirty="0">
              <a:latin typeface="Segoe UI" panose="020B0502040204020203" pitchFamily="34" charset="0"/>
            </a:endParaRPr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B677633C-79E5-4324-E38D-FCD4E3B0D9C8}"/>
              </a:ext>
            </a:extLst>
          </p:cNvPr>
          <p:cNvSpPr txBox="1"/>
          <p:nvPr/>
        </p:nvSpPr>
        <p:spPr bwMode="auto">
          <a:xfrm>
            <a:off x="538776" y="5784989"/>
            <a:ext cx="8713788" cy="70788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Каждый элемент можно использовать только один раз, но не требуется использовать все элементы.</a:t>
            </a:r>
          </a:p>
        </p:txBody>
      </p:sp>
      <p:sp>
        <p:nvSpPr>
          <p:cNvPr id="13" name="Нижний колонтитул 10">
            <a:extLst>
              <a:ext uri="{FF2B5EF4-FFF2-40B4-BE49-F238E27FC236}">
                <a16:creationId xmlns:a16="http://schemas.microsoft.com/office/drawing/2014/main" id="{BA45557A-0480-E7BF-C0E0-A5AE6FC8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98275" y="8629915"/>
            <a:ext cx="4756150" cy="333375"/>
          </a:xfrm>
        </p:spPr>
        <p:txBody>
          <a:bodyPr/>
          <a:lstStyle/>
          <a:p>
            <a:pPr>
              <a:defRPr/>
            </a:pPr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14" name="Номер слайда 11">
            <a:extLst>
              <a:ext uri="{FF2B5EF4-FFF2-40B4-BE49-F238E27FC236}">
                <a16:creationId xmlns:a16="http://schemas.microsoft.com/office/drawing/2014/main" id="{D4914229-3B57-178E-8BAB-A718E2CE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11588" y="8629915"/>
            <a:ext cx="658812" cy="333375"/>
          </a:xfrm>
        </p:spPr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5296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D2EEA-D4EB-7643-8BB5-E20406080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/>
              <a:t>Теорема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F794D6-42B8-A844-BA70-963B4A85D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Доказательство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Выберем из A = 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,…, a,} первый объект п способами, назад его не возвращаем, затем извлечем из оставшихся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- 1 объекта второй объект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- 1 способом, и т.д. вплоть до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-го объекта который мы извлечем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+ 1 числом способов. Применим правило умножения и получим, что действие состоящее в извлечении упорядочено без возвращения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можно выполнить n • (n - 1) … • (n - k + 1) числом способов.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F794D6-42B8-A844-BA70-963B4A85D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928" b="-2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034D863-AECA-A548-8735-CC6E82D5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A11AF1-092D-84FF-BD60-D7EAE86A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100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80637-3108-754A-AF83-B4BE005F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Размещения без повторений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6AF4FCC-C458-9841-AF0D-829E1CC2C0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Пример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Для прохождения практики студентов есть 14 автомобильных сервисов. Сколькими способами можно устроить трёх человек, чтобы они были в разных сервисах?</a:t>
                </a: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Решение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Требуемая выборка - размещение, т.к. порядок элементов важен. Например, если первый человек будет работать в сервисе А, второй - в В, а третий - в С. Меняя местами людей, получатся новые ситуации - новые выборки. Нужно вычислить, сколькими способами можно выбрать т элементов из п элементов, где n=14; m=3 Применяя формулу, получаем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=2184</m:t>
                      </m:r>
                    </m:oMath>
                  </m:oMathPara>
                </a14:m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Ответ: 2184 способ.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6AF4FCC-C458-9841-AF0D-829E1CC2C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r="-116" b="-26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2EB77D-E572-404A-932A-8AD47607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E63574-CC61-E28E-31DD-AF85F89B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737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72429-BED9-A2B5-9FA5-866A935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025"/>
            <a:ext cx="10515600" cy="1325563"/>
          </a:xfrm>
        </p:spPr>
        <p:txBody>
          <a:bodyPr/>
          <a:lstStyle/>
          <a:p>
            <a:r>
              <a:rPr lang="ru-RU" dirty="0"/>
              <a:t>Сочетания без повторений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2A010-93E9-1FEB-080C-DE13D47B9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265" y="3574635"/>
            <a:ext cx="8229600" cy="584775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ru-RU" altLang="ja-JP" sz="2000" i="1" dirty="0">
                <a:latin typeface="Segoe UI" panose="020B0502040204020203" pitchFamily="34" charset="0"/>
              </a:rPr>
              <a:t>Пример</a:t>
            </a:r>
            <a:r>
              <a:rPr lang="ru-RU" altLang="ja-JP" sz="2000" dirty="0">
                <a:latin typeface="Segoe UI" panose="020B0502040204020203" pitchFamily="34" charset="0"/>
              </a:rPr>
              <a:t> 1. Сколькими способами можно выбрать 2 из 3 монет (1 </a:t>
            </a:r>
            <a:r>
              <a:rPr lang="ru-RU" altLang="ja-JP" sz="2000" dirty="0" err="1">
                <a:latin typeface="Segoe UI" panose="020B0502040204020203" pitchFamily="34" charset="0"/>
              </a:rPr>
              <a:t>руб</a:t>
            </a:r>
            <a:r>
              <a:rPr lang="ru-RU" altLang="ja-JP" sz="2000" dirty="0">
                <a:latin typeface="Segoe UI" panose="020B0502040204020203" pitchFamily="34" charset="0"/>
              </a:rPr>
              <a:t>, 5 руб., 10 руб.)?</a:t>
            </a:r>
          </a:p>
        </p:txBody>
      </p:sp>
      <p:sp>
        <p:nvSpPr>
          <p:cNvPr id="6" name="Содержимое 2">
            <a:extLst>
              <a:ext uri="{FF2B5EF4-FFF2-40B4-BE49-F238E27FC236}">
                <a16:creationId xmlns:a16="http://schemas.microsoft.com/office/drawing/2014/main" id="{FE806C96-91C6-41F8-1B38-E289249ABA92}"/>
              </a:ext>
            </a:extLst>
          </p:cNvPr>
          <p:cNvSpPr txBox="1"/>
          <p:nvPr/>
        </p:nvSpPr>
        <p:spPr bwMode="auto">
          <a:xfrm>
            <a:off x="128265" y="4306451"/>
            <a:ext cx="8424863" cy="10156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ru-RU" altLang="ja-JP" sz="2000" b="0" i="1" dirty="0">
                <a:latin typeface="Segoe UI" panose="020B0502040204020203" pitchFamily="34" charset="0"/>
              </a:rPr>
              <a:t>Пример</a:t>
            </a:r>
            <a:r>
              <a:rPr lang="ru-RU" sz="2000" b="0" dirty="0">
                <a:latin typeface="Segoe UI" panose="020B0502040204020203" pitchFamily="34" charset="0"/>
              </a:rPr>
              <a:t> 2: В чемпионате участвуют 10 команд. Три команды-победители участвуют в Европейских соревнованиях. Сколько вариантов команд - победителей?</a:t>
            </a:r>
          </a:p>
        </p:txBody>
      </p:sp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D5C5C5F3-216A-4613-FC57-EAB06F2E90FB}"/>
              </a:ext>
            </a:extLst>
          </p:cNvPr>
          <p:cNvSpPr txBox="1"/>
          <p:nvPr/>
        </p:nvSpPr>
        <p:spPr bwMode="auto">
          <a:xfrm>
            <a:off x="128264" y="5515312"/>
            <a:ext cx="8424863" cy="10156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ru-RU" altLang="ja-JP" sz="2000" b="0" i="1" dirty="0">
                <a:latin typeface="Segoe UI" panose="020B0502040204020203" pitchFamily="34" charset="0"/>
              </a:rPr>
              <a:t>Пример</a:t>
            </a:r>
            <a:r>
              <a:rPr lang="ru-RU" sz="2000" b="0" dirty="0">
                <a:latin typeface="Segoe UI" panose="020B0502040204020203" pitchFamily="34" charset="0"/>
              </a:rPr>
              <a:t> 3: В классе 23 ученика. Староста, </a:t>
            </a:r>
            <a:r>
              <a:rPr lang="ru-RU" sz="2000" b="0" dirty="0" err="1">
                <a:latin typeface="Segoe UI" panose="020B0502040204020203" pitchFamily="34" charset="0"/>
              </a:rPr>
              <a:t>культорг</a:t>
            </a:r>
            <a:r>
              <a:rPr lang="ru-RU" sz="2000" b="0" dirty="0">
                <a:latin typeface="Segoe UI" panose="020B0502040204020203" pitchFamily="34" charset="0"/>
              </a:rPr>
              <a:t> и </a:t>
            </a:r>
            <a:r>
              <a:rPr lang="ru-RU" sz="2000" b="0" dirty="0" err="1">
                <a:latin typeface="Segoe UI" panose="020B0502040204020203" pitchFamily="34" charset="0"/>
              </a:rPr>
              <a:t>спортсектор</a:t>
            </a:r>
            <a:r>
              <a:rPr lang="ru-RU" sz="2000" b="0" dirty="0">
                <a:latin typeface="Segoe UI" panose="020B0502040204020203" pitchFamily="34" charset="0"/>
              </a:rPr>
              <a:t> входят в Совет школы. Сколько способов выбора участников Совета школы из класса?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C0F73A9B-BA4D-B361-C47D-1F8E062BF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09100" y="3342233"/>
            <a:ext cx="2160240" cy="291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B60030-43DD-5F97-A87E-6E176C854568}"/>
              </a:ext>
            </a:extLst>
          </p:cNvPr>
          <p:cNvSpPr txBox="1"/>
          <p:nvPr/>
        </p:nvSpPr>
        <p:spPr>
          <a:xfrm>
            <a:off x="323528" y="1403241"/>
            <a:ext cx="11474772" cy="1902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altLang="ja-JP" sz="2800" b="1" i="1" dirty="0">
                <a:latin typeface="Segoe UI" panose="020B0502040204020203" pitchFamily="34" charset="0"/>
              </a:rPr>
              <a:t>Сочетанием </a:t>
            </a:r>
            <a:r>
              <a:rPr lang="ru-RU" altLang="ja-JP" sz="2800" dirty="0">
                <a:latin typeface="Segoe UI" panose="020B0502040204020203" pitchFamily="34" charset="0"/>
              </a:rPr>
              <a:t> из </a:t>
            </a:r>
            <a:r>
              <a:rPr lang="en-US" altLang="ja-JP" sz="2800" i="1" dirty="0">
                <a:latin typeface="Segoe UI" panose="020B0502040204020203" pitchFamily="34" charset="0"/>
              </a:rPr>
              <a:t>N</a:t>
            </a:r>
            <a:r>
              <a:rPr lang="ru-RU" altLang="ja-JP" sz="2800" dirty="0">
                <a:latin typeface="Segoe UI" panose="020B0502040204020203" pitchFamily="34" charset="0"/>
              </a:rPr>
              <a:t> элементов по </a:t>
            </a:r>
            <a:r>
              <a:rPr lang="en-US" altLang="ja-JP" sz="2800" i="1" dirty="0">
                <a:latin typeface="Segoe UI" panose="020B0502040204020203" pitchFamily="34" charset="0"/>
              </a:rPr>
              <a:t>M </a:t>
            </a:r>
            <a:r>
              <a:rPr lang="ru-RU" altLang="ja-JP" sz="2800" dirty="0">
                <a:latin typeface="Segoe UI" panose="020B0502040204020203" pitchFamily="34" charset="0"/>
              </a:rPr>
              <a:t>называют </a:t>
            </a:r>
            <a:r>
              <a:rPr lang="en-US" altLang="ja-JP" sz="2800" i="1" dirty="0">
                <a:latin typeface="Segoe UI" panose="020B0502040204020203" pitchFamily="34" charset="0"/>
              </a:rPr>
              <a:t>M</a:t>
            </a:r>
            <a:r>
              <a:rPr lang="en-US" altLang="ja-JP" sz="2800" dirty="0">
                <a:latin typeface="Segoe UI" panose="020B0502040204020203" pitchFamily="34" charset="0"/>
              </a:rPr>
              <a:t>-</a:t>
            </a:r>
            <a:r>
              <a:rPr lang="ru-RU" altLang="ja-JP" sz="2800" dirty="0">
                <a:latin typeface="Segoe UI" panose="020B0502040204020203" pitchFamily="34" charset="0"/>
              </a:rPr>
              <a:t>элементные подмножества какого-либо </a:t>
            </a:r>
            <a:r>
              <a:rPr lang="en-US" altLang="ja-JP" sz="2800" i="1" dirty="0">
                <a:latin typeface="Segoe UI" panose="020B0502040204020203" pitchFamily="34" charset="0"/>
              </a:rPr>
              <a:t>N</a:t>
            </a:r>
            <a:r>
              <a:rPr lang="en-US" altLang="ja-JP" sz="2800" dirty="0">
                <a:latin typeface="Segoe UI" panose="020B0502040204020203" pitchFamily="34" charset="0"/>
              </a:rPr>
              <a:t>-</a:t>
            </a:r>
            <a:r>
              <a:rPr lang="ru-RU" altLang="ja-JP" sz="2800" dirty="0">
                <a:latin typeface="Segoe UI" panose="020B0502040204020203" pitchFamily="34" charset="0"/>
              </a:rPr>
              <a:t>элементного множества. </a:t>
            </a:r>
          </a:p>
          <a:p>
            <a:pPr marR="0" lvl="0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Пример, для множества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</a:t>
            </a:r>
            <a:r>
              <a:rPr kumimoji="0" lang="ru-RU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=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{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b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сочетания из двух элементов (двухэлементные подмножества) 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{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b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}, {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}, {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}, {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b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}, {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b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}, {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}, 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Всего 4!/2!/(4-2)! = 1*2*3*4/(1*2)/(1*2)=2*3=6 сочетаний.</a:t>
            </a:r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4527B1EC-3585-2B13-9BC7-A24CB393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4FA8DFB5-428F-221A-944E-45C3BF75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71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B31D3-D38B-CC46-91BB-71F80BA6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Теорема</a:t>
            </a:r>
            <a:r>
              <a:rPr lang="en-US" dirty="0"/>
              <a:t> </a:t>
            </a:r>
            <a:r>
              <a:rPr lang="ru-RU" dirty="0"/>
              <a:t>о количестве сочетаний без повторений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E26C54D-D67D-394A-8CDD-E9A75379BF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Доказательство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Из исходного набора объектов 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an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}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образуем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штук сочетаний: первое сочетание – 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аk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}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и т.д., последнее сочетание – 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an-k+1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an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}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 k Номер последнего сочетания по определению есть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 Затем мы каждое из полученных сочетаний упорядочиваем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! числом способов и получаем размещения. Следовательно, число размещений - это с одной стороны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а с другой стороны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 По этому мы получим утверждение нашей теоремы.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E26C54D-D67D-394A-8CDD-E9A75379B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25C59C-C78E-AC45-880F-C3B1DFB0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DD1756-3D9F-AF3C-316E-6DB07FEB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137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BC368-59C6-57B3-ED6E-CC9E6954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Сочетания с повторениями</a:t>
            </a:r>
          </a:p>
        </p:txBody>
      </p:sp>
      <p:sp>
        <p:nvSpPr>
          <p:cNvPr id="9" name="Прямоугольник 4">
            <a:extLst>
              <a:ext uri="{FF2B5EF4-FFF2-40B4-BE49-F238E27FC236}">
                <a16:creationId xmlns:a16="http://schemas.microsoft.com/office/drawing/2014/main" id="{0F48B1A5-720C-7E7D-285F-6084FC224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412776"/>
            <a:ext cx="10325101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Надо купить </a:t>
            </a:r>
            <a:r>
              <a:rPr lang="en-US" sz="2000" i="1" dirty="0">
                <a:latin typeface="Segoe UI" pitchFamily="34" charset="0"/>
                <a:cs typeface="Segoe UI" pitchFamily="34" charset="0"/>
              </a:rPr>
              <a:t>N</a:t>
            </a:r>
            <a:r>
              <a:rPr lang="ru-RU" sz="2000" i="1" dirty="0">
                <a:latin typeface="Segoe UI" pitchFamily="34" charset="0"/>
                <a:cs typeface="Segoe UI" pitchFamily="34" charset="0"/>
              </a:rPr>
              <a:t>=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7 пончиков. Всего видов пончиков </a:t>
            </a:r>
            <a:r>
              <a:rPr lang="en-US" sz="2000" i="1" dirty="0">
                <a:latin typeface="Segoe UI" pitchFamily="34" charset="0"/>
                <a:cs typeface="Segoe UI" pitchFamily="34" charset="0"/>
              </a:rPr>
              <a:t>k</a:t>
            </a:r>
            <a:r>
              <a:rPr lang="ru-RU" sz="2000" i="1" dirty="0">
                <a:latin typeface="Segoe UI" pitchFamily="34" charset="0"/>
                <a:cs typeface="Segoe UI" pitchFamily="34" charset="0"/>
              </a:rPr>
              <a:t>=4. </a:t>
            </a:r>
          </a:p>
          <a:p>
            <a:r>
              <a:rPr lang="ru-RU" sz="2000" i="1" dirty="0">
                <a:latin typeface="Segoe UI" pitchFamily="34" charset="0"/>
                <a:cs typeface="Segoe UI" pitchFamily="34" charset="0"/>
              </a:rPr>
              <a:t>Сколько есть способов набрать 7 пончиков 4 видов?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Закодируем набор с помощью последовательности из нулей и единиц. 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Запишем столько единиц, сколько пончиков первого типа, затем нуль, 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затем столько единиц, сколько пончиков второго типа,  нуль, 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единицы, соответствующие пончикам третьего типа, нуль и 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единицы для пончиков четвертого типа. 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0001111111</a:t>
            </a:r>
            <a:r>
              <a:rPr lang="en-US" sz="2000" dirty="0">
                <a:latin typeface="Segoe UI" pitchFamily="34" charset="0"/>
                <a:cs typeface="Segoe UI" pitchFamily="34" charset="0"/>
              </a:rPr>
              <a:t>  00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1</a:t>
            </a:r>
            <a:r>
              <a:rPr lang="en-US" sz="2000" dirty="0">
                <a:latin typeface="Segoe UI" pitchFamily="34" charset="0"/>
                <a:cs typeface="Segoe UI" pitchFamily="34" charset="0"/>
              </a:rPr>
              <a:t>01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11111  </a:t>
            </a:r>
            <a:r>
              <a:rPr lang="en-US" sz="2000" dirty="0">
                <a:latin typeface="Segoe UI" pitchFamily="34" charset="0"/>
                <a:cs typeface="Segoe UI" pitchFamily="34" charset="0"/>
              </a:rPr>
              <a:t>00110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11111  …   1101101011 …1111111000 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Суммарное количество единиц в последовательности  7, количество нулей  </a:t>
            </a:r>
            <a:r>
              <a:rPr lang="en-US" sz="2000" i="1" dirty="0">
                <a:latin typeface="Segoe UI" pitchFamily="34" charset="0"/>
                <a:cs typeface="Segoe UI" pitchFamily="34" charset="0"/>
              </a:rPr>
              <a:t>m </a:t>
            </a:r>
            <a:r>
              <a:rPr lang="en-US" sz="2000" dirty="0">
                <a:latin typeface="Segoe UI" pitchFamily="34" charset="0"/>
                <a:cs typeface="Segoe UI" pitchFamily="34" charset="0"/>
              </a:rPr>
              <a:t>= </a:t>
            </a:r>
            <a:r>
              <a:rPr lang="en-US" sz="2000" i="1" dirty="0">
                <a:latin typeface="Segoe UI" pitchFamily="34" charset="0"/>
                <a:cs typeface="Segoe UI" pitchFamily="34" charset="0"/>
              </a:rPr>
              <a:t>k</a:t>
            </a:r>
            <a:r>
              <a:rPr lang="ru-RU" sz="2000" i="1" dirty="0">
                <a:latin typeface="Segoe UI" pitchFamily="34" charset="0"/>
                <a:cs typeface="Segoe UI" pitchFamily="34" charset="0"/>
              </a:rPr>
              <a:t> 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-1</a:t>
            </a:r>
            <a:r>
              <a:rPr lang="ru-RU" sz="2000" i="1" dirty="0">
                <a:latin typeface="Segoe UI" pitchFamily="34" charset="0"/>
                <a:cs typeface="Segoe UI" pitchFamily="34" charset="0"/>
              </a:rPr>
              <a:t> 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= 3. Длина последовательности </a:t>
            </a:r>
            <a:r>
              <a:rPr lang="en-US" sz="20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i="1" dirty="0">
                <a:latin typeface="Segoe UI" pitchFamily="34" charset="0"/>
                <a:cs typeface="Segoe UI" pitchFamily="34" charset="0"/>
              </a:rPr>
              <a:t>N</a:t>
            </a:r>
            <a:r>
              <a:rPr lang="en-US" sz="2000" dirty="0">
                <a:latin typeface="Segoe UI" pitchFamily="34" charset="0"/>
                <a:cs typeface="Segoe UI" pitchFamily="34" charset="0"/>
              </a:rPr>
              <a:t> + </a:t>
            </a:r>
            <a:r>
              <a:rPr lang="en-US" sz="2000" i="1" dirty="0">
                <a:latin typeface="Segoe UI" pitchFamily="34" charset="0"/>
                <a:cs typeface="Segoe UI" pitchFamily="34" charset="0"/>
              </a:rPr>
              <a:t>m</a:t>
            </a:r>
            <a:r>
              <a:rPr lang="en-US" sz="2000" dirty="0">
                <a:latin typeface="Segoe UI" pitchFamily="34" charset="0"/>
                <a:cs typeface="Segoe UI" pitchFamily="34" charset="0"/>
              </a:rPr>
              <a:t> = 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7 + 3 = 10</a:t>
            </a:r>
            <a:r>
              <a:rPr lang="ru-RU" sz="2000" i="1" dirty="0">
                <a:latin typeface="Segoe UI" pitchFamily="34" charset="0"/>
                <a:cs typeface="Segoe UI" pitchFamily="34" charset="0"/>
              </a:rPr>
              <a:t>. </a:t>
            </a:r>
          </a:p>
          <a:p>
            <a:r>
              <a:rPr lang="ru-RU" sz="2000" dirty="0">
                <a:latin typeface="Segoe UI" pitchFamily="34" charset="0"/>
                <a:cs typeface="Segoe UI" pitchFamily="34" charset="0"/>
              </a:rPr>
              <a:t>Количество таких последовательностей определяется количеством способов записи трех нулей на 10 местах, или </a:t>
            </a:r>
            <a:r>
              <a:rPr lang="ru-RU" sz="2000" i="1" dirty="0" err="1">
                <a:latin typeface="Segoe UI" pitchFamily="34" charset="0"/>
                <a:cs typeface="Segoe UI" pitchFamily="34" charset="0"/>
              </a:rPr>
              <a:t>С</a:t>
            </a:r>
            <a:r>
              <a:rPr lang="ru-RU" sz="2000" baseline="-25000" dirty="0" err="1">
                <a:latin typeface="Segoe UI" pitchFamily="34" charset="0"/>
                <a:cs typeface="Segoe UI" pitchFamily="34" charset="0"/>
              </a:rPr>
              <a:t>10</a:t>
            </a:r>
            <a:r>
              <a:rPr lang="ru-RU" sz="2000" baseline="30000" dirty="0" err="1">
                <a:latin typeface="Segoe UI" pitchFamily="34" charset="0"/>
                <a:cs typeface="Segoe UI" pitchFamily="34" charset="0"/>
              </a:rPr>
              <a:t>3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 = </a:t>
            </a:r>
            <a:r>
              <a:rPr lang="ru-RU" sz="2000" i="1" dirty="0" err="1">
                <a:latin typeface="Segoe UI" pitchFamily="34" charset="0"/>
                <a:cs typeface="Segoe UI" pitchFamily="34" charset="0"/>
              </a:rPr>
              <a:t>С</a:t>
            </a:r>
            <a:r>
              <a:rPr lang="ru-RU" sz="2000" baseline="-25000" dirty="0" err="1">
                <a:latin typeface="Segoe UI" pitchFamily="34" charset="0"/>
                <a:cs typeface="Segoe UI" pitchFamily="34" charset="0"/>
              </a:rPr>
              <a:t>10</a:t>
            </a:r>
            <a:r>
              <a:rPr lang="ru-RU" sz="2000" baseline="30000" dirty="0" err="1">
                <a:latin typeface="Segoe UI" pitchFamily="34" charset="0"/>
                <a:cs typeface="Segoe UI" pitchFamily="34" charset="0"/>
              </a:rPr>
              <a:t>7</a:t>
            </a:r>
            <a:r>
              <a:rPr lang="ru-RU" sz="2000" baseline="30000" dirty="0">
                <a:latin typeface="Segoe UI" pitchFamily="34" charset="0"/>
                <a:cs typeface="Segoe UI" pitchFamily="34" charset="0"/>
              </a:rPr>
              <a:t> </a:t>
            </a:r>
            <a:r>
              <a:rPr lang="ru-RU" sz="2000" dirty="0">
                <a:latin typeface="Segoe UI" pitchFamily="34" charset="0"/>
                <a:cs typeface="Segoe UI" pitchFamily="34" charset="0"/>
              </a:rPr>
              <a:t>=120.</a:t>
            </a:r>
            <a:endParaRPr lang="ru-RU" sz="2000" baseline="30000" dirty="0">
              <a:latin typeface="Segoe UI" pitchFamily="34" charset="0"/>
              <a:cs typeface="Segoe UI" pitchFamily="34" charset="0"/>
            </a:endParaRPr>
          </a:p>
          <a:p>
            <a:endParaRPr lang="ru-RU" sz="2000" i="1" dirty="0"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10" name="Picture 7" descr="http://cutlife.ru/wp-content/uploads/2011/01/ponchiki-recept-prigotovleniya.jpg">
            <a:extLst>
              <a:ext uri="{FF2B5EF4-FFF2-40B4-BE49-F238E27FC236}">
                <a16:creationId xmlns:a16="http://schemas.microsoft.com/office/drawing/2014/main" id="{4C9889FA-17A7-B8FE-A893-31D14B799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4668" t="9333"/>
          <a:stretch>
            <a:fillRect/>
          </a:stretch>
        </p:blipFill>
        <p:spPr bwMode="auto">
          <a:xfrm>
            <a:off x="9437588" y="867656"/>
            <a:ext cx="1681718" cy="108012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Содержимое 2">
                <a:extLst>
                  <a:ext uri="{FF2B5EF4-FFF2-40B4-BE49-F238E27FC236}">
                    <a16:creationId xmlns:a16="http://schemas.microsoft.com/office/drawing/2014/main" id="{4BAD5F61-6297-20A5-C4D5-2617717DCEA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52356" y="5354102"/>
                <a:ext cx="8642350" cy="121635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lang="ru-RU" sz="2000" dirty="0">
                    <a:solidFill>
                      <a:schemeClr val="tx1"/>
                    </a:solidFill>
                    <a:latin typeface="Segoe UI" pitchFamily="34" charset="0"/>
                  </a:rPr>
                  <a:t>Пример сочетаний с повторениями для </a:t>
                </a:r>
                <a:r>
                  <a:rPr lang="en-US" sz="2000" i="1" dirty="0">
                    <a:solidFill>
                      <a:schemeClr val="tx1"/>
                    </a:solidFill>
                    <a:latin typeface="Segoe UI" pitchFamily="34" charset="0"/>
                  </a:rPr>
                  <a:t>k</a:t>
                </a:r>
                <a:r>
                  <a:rPr lang="en-US" sz="2000" dirty="0">
                    <a:solidFill>
                      <a:schemeClr val="tx1"/>
                    </a:solidFill>
                    <a:latin typeface="Segoe UI" pitchFamily="34" charset="0"/>
                  </a:rPr>
                  <a:t>=3, </a:t>
                </a:r>
                <a:r>
                  <a:rPr lang="en-US" sz="2000" i="1" dirty="0">
                    <a:solidFill>
                      <a:schemeClr val="tx1"/>
                    </a:solidFill>
                    <a:latin typeface="Segoe UI" pitchFamily="34" charset="0"/>
                  </a:rPr>
                  <a:t>N</a:t>
                </a:r>
                <a:r>
                  <a:rPr lang="en-US" sz="2000" dirty="0">
                    <a:solidFill>
                      <a:schemeClr val="tx1"/>
                    </a:solidFill>
                    <a:latin typeface="Segoe UI" pitchFamily="34" charset="0"/>
                  </a:rPr>
                  <a:t>=2</a:t>
                </a:r>
                <a:r>
                  <a:rPr lang="ru-RU" sz="2000" dirty="0">
                    <a:solidFill>
                      <a:schemeClr val="tx1"/>
                    </a:solidFill>
                    <a:latin typeface="Segoe UI" pitchFamily="34" charset="0"/>
                  </a:rPr>
                  <a:t>:</a:t>
                </a:r>
              </a:p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lang="en-US" sz="2000" dirty="0">
                    <a:solidFill>
                      <a:schemeClr val="tx1"/>
                    </a:solidFill>
                    <a:latin typeface="Segoe UI" pitchFamily="34" charset="0"/>
                  </a:rPr>
                  <a:t>{1, 1}, {1, 2}, {1, 3}, {2, 2}, {2, 3}, {3, 3}</a:t>
                </a:r>
              </a:p>
              <a:p>
                <a:pPr marL="342900" indent="-342900" eaLnBrk="0" fontAlgn="base" hangingPunct="0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lang="ru-RU" sz="2000" dirty="0">
                    <a:solidFill>
                      <a:schemeClr val="tx1"/>
                    </a:solidFill>
                    <a:latin typeface="Segoe UI" pitchFamily="34" charset="0"/>
                  </a:rPr>
                  <a:t>Их количество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𝟑</m:t>
                            </m:r>
                          </m:sup>
                        </m:sSubSup>
                      </m:e>
                    </m:acc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𝟑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𝟐</m:t>
                        </m:r>
                        <m:r>
                          <a:rPr lang="en-US" sz="2000" b="1" i="1">
                            <a:latin typeface="Cambria Math"/>
                          </a:rPr>
                          <m:t>+</m:t>
                        </m:r>
                        <m:r>
                          <a:rPr lang="en-US" sz="2000" b="1" i="1">
                            <a:latin typeface="Cambria Math"/>
                          </a:rPr>
                          <m:t>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ru-RU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ru-RU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000" b="1" i="1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2" name="Содержимое 2">
                <a:extLst>
                  <a:ext uri="{FF2B5EF4-FFF2-40B4-BE49-F238E27FC236}">
                    <a16:creationId xmlns:a16="http://schemas.microsoft.com/office/drawing/2014/main" id="{4BAD5F61-6297-20A5-C4D5-2617717DC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356" y="5354102"/>
                <a:ext cx="8642350" cy="1216359"/>
              </a:xfrm>
              <a:prstGeom prst="rect">
                <a:avLst/>
              </a:prstGeom>
              <a:blipFill>
                <a:blip r:embed="rId3"/>
                <a:stretch>
                  <a:fillRect l="-776" t="-1990" b="-646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Нижний колонтитул 13">
            <a:extLst>
              <a:ext uri="{FF2B5EF4-FFF2-40B4-BE49-F238E27FC236}">
                <a16:creationId xmlns:a16="http://schemas.microsoft.com/office/drawing/2014/main" id="{BC0233A7-892E-4253-FE07-412FAA1D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A3D86A0D-9832-2E28-6A48-699A16FE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31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4568EBA8-CA4F-4132-61CE-9A8EE7EFD3D0}"/>
                  </a:ext>
                </a:extLst>
              </p14:cNvPr>
              <p14:cNvContentPartPr/>
              <p14:nvPr/>
            </p14:nvContentPartPr>
            <p14:xfrm>
              <a:off x="5248080" y="2424600"/>
              <a:ext cx="6091560" cy="127584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4568EBA8-CA4F-4132-61CE-9A8EE7EFD3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8720" y="2415240"/>
                <a:ext cx="6110280" cy="129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5843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Сочетания с повторениями</a:t>
            </a:r>
          </a:p>
        </p:txBody>
      </p:sp>
      <p:sp>
        <p:nvSpPr>
          <p:cNvPr id="3078" name="Прямоугольник 6"/>
          <p:cNvSpPr>
            <a:spLocks noChangeArrowheads="1"/>
          </p:cNvSpPr>
          <p:nvPr/>
        </p:nvSpPr>
        <p:spPr bwMode="auto">
          <a:xfrm>
            <a:off x="3556000" y="1521123"/>
            <a:ext cx="6948264" cy="92333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/>
            <a:r>
              <a:rPr lang="ru-RU" dirty="0">
                <a:latin typeface="Segoe UI" pitchFamily="34" charset="0"/>
              </a:rPr>
              <a:t>1. Четверо ребят собрали в лесу 30 белых грибов.</a:t>
            </a:r>
          </a:p>
          <a:p>
            <a:pPr marL="457200" indent="-457200"/>
            <a:r>
              <a:rPr lang="ru-RU" dirty="0">
                <a:latin typeface="Segoe UI" pitchFamily="34" charset="0"/>
              </a:rPr>
              <a:t>Сколькими способами они могут разделить их между</a:t>
            </a:r>
          </a:p>
          <a:p>
            <a:pPr marL="457200" indent="-457200"/>
            <a:r>
              <a:rPr lang="ru-RU" dirty="0">
                <a:latin typeface="Segoe UI" pitchFamily="34" charset="0"/>
              </a:rPr>
              <a:t>собой? 30 грибов, 4 мальчика, 3 разделителя</a:t>
            </a:r>
          </a:p>
        </p:txBody>
      </p:sp>
      <p:sp>
        <p:nvSpPr>
          <p:cNvPr id="8" name="Прямоугольник 6"/>
          <p:cNvSpPr>
            <a:spLocks noChangeArrowheads="1"/>
          </p:cNvSpPr>
          <p:nvPr/>
        </p:nvSpPr>
        <p:spPr bwMode="auto">
          <a:xfrm>
            <a:off x="1585020" y="5161260"/>
            <a:ext cx="7128792" cy="92333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Segoe UI" pitchFamily="34" charset="0"/>
              </a:rPr>
              <a:t>3. Сколькими способами можно выбрать 13 из 52 игральных карт, различая их только по масти? </a:t>
            </a:r>
          </a:p>
          <a:p>
            <a:r>
              <a:rPr lang="ru-RU" sz="1600" dirty="0">
                <a:latin typeface="Segoe UI" pitchFamily="34" charset="0"/>
              </a:rPr>
              <a:t>13 карт, 4 масти, 3 разделителя</a:t>
            </a:r>
          </a:p>
        </p:txBody>
      </p:sp>
      <p:sp>
        <p:nvSpPr>
          <p:cNvPr id="9" name="Прямоугольник 6"/>
          <p:cNvSpPr>
            <a:spLocks noChangeArrowheads="1"/>
          </p:cNvSpPr>
          <p:nvPr/>
        </p:nvSpPr>
        <p:spPr bwMode="auto">
          <a:xfrm>
            <a:off x="1585020" y="3308728"/>
            <a:ext cx="6912768" cy="113877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Segoe UI" pitchFamily="34" charset="0"/>
              </a:rPr>
              <a:t>2. Сколькими способами можно выбрать три рыбины из трех одинаковых щук и трех одинаковых окуней? </a:t>
            </a:r>
            <a:endParaRPr lang="en-US" dirty="0">
              <a:latin typeface="Segoe UI" pitchFamily="34" charset="0"/>
            </a:endParaRPr>
          </a:p>
          <a:p>
            <a:r>
              <a:rPr lang="ru-RU" sz="1600" dirty="0">
                <a:latin typeface="Segoe UI" pitchFamily="34" charset="0"/>
              </a:rPr>
              <a:t>Три рыбы, два вида рыб, один разделитель. </a:t>
            </a:r>
            <a:r>
              <a:rPr lang="en-US" sz="1600" dirty="0">
                <a:latin typeface="Segoe UI" pitchFamily="34" charset="0"/>
              </a:rPr>
              <a:t>0111  1011  1101   1110</a:t>
            </a:r>
            <a:endParaRPr lang="ru-RU" sz="1600" dirty="0">
              <a:latin typeface="Segoe UI" pitchFamily="34" charset="0"/>
            </a:endParaRPr>
          </a:p>
          <a:p>
            <a:r>
              <a:rPr lang="ru-RU" sz="1600" dirty="0">
                <a:latin typeface="Segoe UI" pitchFamily="34" charset="0"/>
              </a:rPr>
              <a:t>Про 3 щуки и 3 окуня сказано, чтобы было понятно, что их достаточно.</a:t>
            </a:r>
          </a:p>
        </p:txBody>
      </p:sp>
      <p:pic>
        <p:nvPicPr>
          <p:cNvPr id="3080" name="Picture 8" descr="http://www.lovim.org/wp-content/uploads/2012/03/img-LsViG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41805" y="3073029"/>
            <a:ext cx="1553369" cy="1553369"/>
          </a:xfrm>
          <a:prstGeom prst="rect">
            <a:avLst/>
          </a:prstGeom>
          <a:noFill/>
        </p:spPr>
      </p:pic>
      <p:pic>
        <p:nvPicPr>
          <p:cNvPr id="3082" name="Picture 10" descr="http://www.gribam.ru/catalog/pictures/2010-09-17_71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85020" y="1416844"/>
            <a:ext cx="1800200" cy="1350150"/>
          </a:xfrm>
          <a:prstGeom prst="rect">
            <a:avLst/>
          </a:prstGeom>
          <a:noFill/>
        </p:spPr>
      </p:pic>
      <p:pic>
        <p:nvPicPr>
          <p:cNvPr id="3084" name="Picture 12" descr="http://www.sad-dom.ru/catalog/image/00002168?size=bi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41804" y="4801220"/>
            <a:ext cx="1656184" cy="1656184"/>
          </a:xfrm>
          <a:prstGeom prst="rect">
            <a:avLst/>
          </a:prstGeom>
          <a:noFill/>
        </p:spPr>
      </p:pic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229833"/>
              </p:ext>
            </p:extLst>
          </p:nvPr>
        </p:nvGraphicFramePr>
        <p:xfrm>
          <a:off x="4176714" y="2436813"/>
          <a:ext cx="386873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2095200" imgH="355320" progId="Equation.3">
                  <p:embed/>
                </p:oleObj>
              </mc:Choice>
              <mc:Fallback>
                <p:oleObj name="Формула" r:id="rId6" imgW="2095200" imgH="355320" progId="Equation.3">
                  <p:embed/>
                  <p:pic>
                    <p:nvPicPr>
                      <p:cNvPr id="13" name="Объект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4" y="2436813"/>
                        <a:ext cx="3868737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141096"/>
              </p:ext>
            </p:extLst>
          </p:nvPr>
        </p:nvGraphicFramePr>
        <p:xfrm>
          <a:off x="3895725" y="4505325"/>
          <a:ext cx="3161687" cy="65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1714320" imgH="355320" progId="Equation.3">
                  <p:embed/>
                </p:oleObj>
              </mc:Choice>
              <mc:Fallback>
                <p:oleObj name="Формула" r:id="rId8" imgW="1714320" imgH="355320" progId="Equation.3">
                  <p:embed/>
                  <p:pic>
                    <p:nvPicPr>
                      <p:cNvPr id="14" name="Объект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4505325"/>
                        <a:ext cx="3161687" cy="6559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118729"/>
              </p:ext>
            </p:extLst>
          </p:nvPr>
        </p:nvGraphicFramePr>
        <p:xfrm>
          <a:off x="3556000" y="6145214"/>
          <a:ext cx="41163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0" imgW="2438280" imgH="355320" progId="Equation.3">
                  <p:embed/>
                </p:oleObj>
              </mc:Choice>
              <mc:Fallback>
                <p:oleObj name="Формула" r:id="rId10" imgW="2438280" imgH="355320" progId="Equation.3">
                  <p:embed/>
                  <p:pic>
                    <p:nvPicPr>
                      <p:cNvPr id="15" name="Объект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6145214"/>
                        <a:ext cx="4116388" cy="600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CE00C2C2-022D-0321-1BDC-E057599C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B99D60-D476-D531-A6D8-66635F46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575AD-0771-3D4B-8EE7-A35796D0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Теорема о числе сочетаний с повторениями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425EAA-2857-5943-85F4-1E11F54F72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ru-RU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Доказательство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Мы хотим установить взаимно однозначное соответствие между k-сочетаниями с повторениями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и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-сочетаниями без повторений из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n + k - 1 объектов.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На примере обсудим способ доказательства этой теоремы: пусть у нас есть число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= 33, русский алфавит { а, б, в, …, ю, я }, число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= 4. Возьмем 4-сочетание с повторением из алфавита, например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{ ж, а, б, а } = {а, а, б, ж },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образуем для него  </a:t>
                </a:r>
                <a:r>
                  <a:rPr lang="ru-RU" dirty="0">
                    <a:solidFill>
                      <a:srgbClr val="000000"/>
                    </a:solidFill>
                    <a:latin typeface="YS Text"/>
                  </a:rPr>
                  <a:t>«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паспорт</a:t>
                </a:r>
                <a:r>
                  <a:rPr lang="ru-RU" dirty="0">
                    <a:solidFill>
                      <a:srgbClr val="000000"/>
                    </a:solidFill>
                    <a:latin typeface="YS Text"/>
                  </a:rPr>
                  <a:t>»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вида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[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1,1,0,1,0,0,0,0.0,0,1,0,0, …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, 0]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 длина которого равна 36=33+4-1, перебирая все буквы алфавита, выписывая нули и единицы, где 1 означает, что буква есть, 0 обозначает перегородку между буквами, если буквы нет - то ничего не ставим. Отметим, что между «паспортами» и словами с повторениями есть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взаимооднозначное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соответствие, ведь по «паспорту» мы можем восстановить слово.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425EAA-2857-5943-85F4-1E11F54F72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66875E-5E38-D640-AE2A-27E95F336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7F1925-D540-690D-3FBC-E15A7670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008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575AD-0771-3D4B-8EE7-A35796D0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Теорема о числе сочетаний с повторениями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425EAA-2857-5943-85F4-1E11F54F72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ru-RU" dirty="0">
                  <a:solidFill>
                    <a:srgbClr val="000000"/>
                  </a:solidFill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dirty="0">
                    <a:solidFill>
                      <a:srgbClr val="000000"/>
                    </a:solidFill>
                    <a:latin typeface="YS Text"/>
                  </a:rPr>
                  <a:t>Доказательство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В общем случае, используя множество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{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a1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,…,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an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}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создаем 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-сочетание с повторениями и затем, создаем для него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“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паспорт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”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вида</a:t>
                </a:r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1,…,1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количество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lim>
                              </m:limLow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,0,</m:t>
                              </m:r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1,…,1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количество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lim>
                              </m:limLow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0,…,0,</m:t>
                              </m:r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ru-RU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,…, 1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количество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lim>
                              </m:limLow>
                            </m:e>
                          </m:groupChr>
                        </m:e>
                        <m:li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−1цифр</m:t>
                          </m:r>
                        </m:lim>
                      </m:limLow>
                    </m:oMath>
                  </m:oMathPara>
                </a14:m>
                <a:endParaRPr lang="en-US" b="0" i="0" dirty="0">
                  <a:solidFill>
                    <a:srgbClr val="000000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так же как мы это делали в примере.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Поскольку мы установили взаимно однозначное соответствие между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-сочетаниями с повторениями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объектов и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-сочетаниями без повторений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+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- 1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объек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- k </a:t>
                </a:r>
                <a:r>
                  <a:rPr lang="ru-RU" b="0" i="0" dirty="0" err="1">
                    <a:solidFill>
                      <a:srgbClr val="000000"/>
                    </a:solidFill>
                    <a:effectLst/>
                    <a:latin typeface="YS Text"/>
                  </a:rPr>
                  <a:t>тов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(т.е.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“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паспортами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”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), получаем, что интересующее нас  равно количеству всех таких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“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паспортов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”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Каким числом способов мы можем создать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“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паспорт</a:t>
                </a:r>
                <a:r>
                  <a:rPr lang="en-US" dirty="0">
                    <a:solidFill>
                      <a:srgbClr val="000000"/>
                    </a:solidFill>
                    <a:latin typeface="YS Text"/>
                  </a:rPr>
                  <a:t>”,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в котором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единиц и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- 1 нулей? Мы можем из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n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+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k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 - 1 позиций в векторе выбираем к позиций, на которые поставим 1, на оставшиеся места мы поставим 0. Сделать это можно числом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YS Text"/>
                  </a:rPr>
                  <a:t> </a:t>
                </a: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способов.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425EAA-2857-5943-85F4-1E11F54F72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66875E-5E38-D640-AE2A-27E95F336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58DC61-9DCD-BE78-1180-D926E7DB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0545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3D057-CD6B-D14C-89B5-2D6ECAE2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Сочетания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482699-896B-7248-A487-FE5459C98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Пример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Сколькими способами можно выбрать трёх дежурных из класса, в котором 20 человек?</a:t>
                </a:r>
              </a:p>
              <a:p>
                <a:pPr marL="0" indent="0" algn="l">
                  <a:buNone/>
                </a:pPr>
                <a:r>
                  <a:rPr lang="ru-RU" b="1" i="0" dirty="0">
                    <a:solidFill>
                      <a:srgbClr val="000000"/>
                    </a:solidFill>
                    <a:effectLst/>
                    <a:latin typeface="YS Text"/>
                  </a:rPr>
                  <a:t>Решение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=1140</m:t>
                      </m:r>
                    </m:oMath>
                  </m:oMathPara>
                </a14:m>
                <a:endParaRPr lang="ru-RU" dirty="0">
                  <a:solidFill>
                    <a:srgbClr val="000000"/>
                  </a:solidFill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rgbClr val="000000"/>
                    </a:solidFill>
                    <a:effectLst/>
                    <a:latin typeface="YS Text"/>
                  </a:rPr>
                  <a:t>Ответ: 1140 способами.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482699-896B-7248-A487-FE5459C98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3591A3-5364-4843-B523-E322632E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E59FFB-2956-0F60-BEDE-13966BE6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35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01613C48-2CDA-40F6-4803-E1CE5B98128D}"/>
                  </a:ext>
                </a:extLst>
              </p14:cNvPr>
              <p14:cNvContentPartPr/>
              <p14:nvPr/>
            </p14:nvContentPartPr>
            <p14:xfrm>
              <a:off x="5252040" y="1083960"/>
              <a:ext cx="2103840" cy="79668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01613C48-2CDA-40F6-4803-E1CE5B9812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2680" y="1074600"/>
                <a:ext cx="2122560" cy="8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54179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7341B-1936-F3EA-A31C-2097BCB9B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Перестановки без повторений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CD1F51-6B6E-5071-18CC-E687B61F9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146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altLang="ja-JP" b="1" i="1" dirty="0">
                <a:latin typeface="Segoe UI" panose="020B0502040204020203" pitchFamily="34" charset="0"/>
              </a:rPr>
              <a:t>Перестановкой</a:t>
            </a:r>
            <a:r>
              <a:rPr lang="ru-RU" altLang="ja-JP" dirty="0">
                <a:latin typeface="Segoe UI" panose="020B0502040204020203" pitchFamily="34" charset="0"/>
              </a:rPr>
              <a:t> конечного множества </a:t>
            </a:r>
            <a:r>
              <a:rPr lang="en-US" altLang="ja-JP" i="1" dirty="0">
                <a:latin typeface="Segoe UI" panose="020B0502040204020203" pitchFamily="34" charset="0"/>
              </a:rPr>
              <a:t>S</a:t>
            </a:r>
            <a:r>
              <a:rPr lang="en-US" altLang="ja-JP" dirty="0">
                <a:latin typeface="Segoe UI" panose="020B0502040204020203" pitchFamily="34" charset="0"/>
              </a:rPr>
              <a:t> </a:t>
            </a:r>
            <a:r>
              <a:rPr lang="ru-RU" altLang="ja-JP" dirty="0">
                <a:latin typeface="Segoe UI" panose="020B0502040204020203" pitchFamily="34" charset="0"/>
              </a:rPr>
              <a:t>называется упорядоченная последовательность всех его элементов, в которых каждый элемент встречается ровно один раз.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ru-RU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altLang="ja-JP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Пример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: перестановки множества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</a:t>
            </a:r>
            <a:r>
              <a:rPr kumimoji="0" lang="ru-RU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=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{</a:t>
            </a:r>
            <a:r>
              <a:rPr kumimoji="0" lang="en-US" altLang="ja-JP" sz="28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</a:t>
            </a:r>
            <a:r>
              <a:rPr kumimoji="0" lang="en-US" altLang="ja-JP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</a:t>
            </a:r>
            <a:r>
              <a:rPr kumimoji="0" lang="en-US" altLang="ja-JP" sz="28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b</a:t>
            </a:r>
            <a:r>
              <a:rPr kumimoji="0" lang="en-US" altLang="ja-JP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</a:t>
            </a:r>
            <a:r>
              <a:rPr kumimoji="0" lang="en-US" altLang="ja-JP" sz="28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}</a:t>
            </a:r>
            <a:endParaRPr kumimoji="0" lang="ru-RU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ru-RU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ja-JP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abc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acb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bac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bca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cab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,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cba</a:t>
            </a:r>
            <a:endParaRPr kumimoji="0" lang="ru-RU" altLang="ja-JP" sz="28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Всего 3! = 6 перестановок</a:t>
            </a:r>
          </a:p>
          <a:p>
            <a:pPr marL="0" indent="0">
              <a:buNone/>
            </a:pPr>
            <a:endParaRPr lang="ru-RU" altLang="ja-JP" dirty="0">
              <a:latin typeface="Segoe UI" panose="020B0502040204020203" pitchFamily="34" charset="0"/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20A245-0A0C-106C-996A-A4C5382D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1AD8E9-7902-909F-69E0-6ECDCFD5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36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5F2D5D8D-56CC-DC95-D88C-237AE1260984}"/>
                  </a:ext>
                </a:extLst>
              </p14:cNvPr>
              <p14:cNvContentPartPr/>
              <p14:nvPr/>
            </p14:nvContentPartPr>
            <p14:xfrm>
              <a:off x="8859960" y="2774160"/>
              <a:ext cx="3151080" cy="103464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5F2D5D8D-56CC-DC95-D88C-237AE12609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50600" y="2764800"/>
                <a:ext cx="3169800" cy="105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3206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7F239-C6F8-5AA2-2A36-02F18B512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Количество перестановок без повторений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8CB6FD-457F-3FF9-DA0C-B46CC05B0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altLang="ja-JP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Количество перестановок 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множества из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элементов</a:t>
            </a:r>
            <a:endParaRPr kumimoji="0" lang="ru-RU" altLang="ja-JP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=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!</a:t>
            </a:r>
            <a:endParaRPr kumimoji="0" lang="ru-RU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т.к. первый элемент можно выбрать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n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способами, второй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(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-1)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способами и т.д.</a:t>
            </a: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ja-JP" sz="2800" i="1" dirty="0">
                <a:latin typeface="Segoe UI" panose="020B0502040204020203" pitchFamily="34" charset="0"/>
              </a:rPr>
              <a:t>P</a:t>
            </a:r>
            <a:r>
              <a:rPr lang="en-US" altLang="ja-JP" sz="2800" dirty="0">
                <a:latin typeface="Segoe UI" panose="020B0502040204020203" pitchFamily="34" charset="0"/>
              </a:rPr>
              <a:t> =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(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-1) (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-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2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)</a:t>
            </a:r>
            <a:r>
              <a:rPr kumimoji="0" lang="ru-RU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…2*1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060D31-F08C-A816-C42E-21D3EBC2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7FC3A2-D936-5D27-FFCA-EA3D99EE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053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870F2-1347-FC42-B97A-753C579B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Перестановки без повторений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2EF463-3062-0343-927E-D6A361B18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00000"/>
                </a:solidFill>
                <a:effectLst/>
                <a:latin typeface="YS Text"/>
              </a:rPr>
              <a:t>Пример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В колледже для концерта подготовили 5 танцевальных композиций. В концертной программе один раз нужно представить каждую композицию. Сколько можно составить концертных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программ, если порядок важен?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00000"/>
                </a:solidFill>
                <a:effectLst/>
                <a:latin typeface="YS Text"/>
              </a:rPr>
              <a:t>Решение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Так как количество элементов во множестве неизменно и порядок элементов важен, можно сделать вывод, что нужно вычислить число перестановок: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Pn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=n!,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YS Text"/>
              </a:rPr>
              <a:t>P5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=5!=5 4 3 2 1=120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Ответ: можно составить 120 различных концертных программ.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6802DA-950E-BF4A-BEB0-FEEE247D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1BEB4-F124-438A-06E3-2F58677B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701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FDC3E-6B48-7AB2-8D9A-3B46165E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Перестановки с повторениями</a:t>
            </a:r>
          </a:p>
        </p:txBody>
      </p:sp>
      <p:sp>
        <p:nvSpPr>
          <p:cNvPr id="5" name="Прямоугольник 8">
            <a:extLst>
              <a:ext uri="{FF2B5EF4-FFF2-40B4-BE49-F238E27FC236}">
                <a16:creationId xmlns:a16="http://schemas.microsoft.com/office/drawing/2014/main" id="{2CC03B59-8527-1479-7592-140AD2869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900433"/>
            <a:ext cx="8785225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ru-RU" i="1" dirty="0">
                <a:latin typeface="Segoe UI" pitchFamily="34" charset="0"/>
              </a:rPr>
              <a:t>Примеры</a:t>
            </a:r>
          </a:p>
          <a:p>
            <a:r>
              <a:rPr lang="ru-RU" dirty="0">
                <a:latin typeface="Segoe UI" pitchFamily="34" charset="0"/>
              </a:rPr>
              <a:t>Сколько различных буквосочетаний можно получить из</a:t>
            </a:r>
            <a:r>
              <a:rPr lang="en-US" dirty="0">
                <a:latin typeface="Segoe UI" pitchFamily="34" charset="0"/>
              </a:rPr>
              <a:t> </a:t>
            </a:r>
            <a:r>
              <a:rPr lang="ru-RU" dirty="0">
                <a:latin typeface="Segoe UI" pitchFamily="34" charset="0"/>
              </a:rPr>
              <a:t>букв слова </a:t>
            </a:r>
            <a:r>
              <a:rPr lang="ru-RU" i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+mj-cs"/>
              </a:rPr>
              <a:t>отец</a:t>
            </a:r>
            <a:r>
              <a:rPr lang="ru-RU" dirty="0">
                <a:latin typeface="Segoe UI" pitchFamily="34" charset="0"/>
              </a:rPr>
              <a:t>? </a:t>
            </a:r>
            <a:r>
              <a:rPr lang="en-US" dirty="0">
                <a:latin typeface="Segoe UI" pitchFamily="34" charset="0"/>
              </a:rPr>
              <a:t>  </a:t>
            </a:r>
            <a:r>
              <a:rPr lang="ru-RU" dirty="0">
                <a:latin typeface="Segoe UI" pitchFamily="34" charset="0"/>
              </a:rPr>
              <a:t>Ответ:  4!</a:t>
            </a:r>
          </a:p>
          <a:p>
            <a:r>
              <a:rPr lang="ru-RU" dirty="0">
                <a:latin typeface="Segoe UI" pitchFamily="34" charset="0"/>
              </a:rPr>
              <a:t>Из букв слова </a:t>
            </a:r>
            <a:r>
              <a:rPr lang="ru-RU" i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+mj-cs"/>
              </a:rPr>
              <a:t>папа</a:t>
            </a:r>
            <a:r>
              <a:rPr lang="ru-RU" i="1" dirty="0">
                <a:latin typeface="Segoe UI" pitchFamily="34" charset="0"/>
              </a:rPr>
              <a:t>? </a:t>
            </a:r>
            <a:r>
              <a:rPr lang="ru-RU" dirty="0">
                <a:latin typeface="Segoe UI" pitchFamily="34" charset="0"/>
              </a:rPr>
              <a:t>Ответ:</a:t>
            </a:r>
            <a:r>
              <a:rPr lang="ru-RU" i="1" dirty="0">
                <a:latin typeface="Segoe UI" pitchFamily="34" charset="0"/>
              </a:rPr>
              <a:t> </a:t>
            </a:r>
            <a:r>
              <a:rPr lang="ru-RU" dirty="0">
                <a:latin typeface="Segoe UI" pitchFamily="34" charset="0"/>
              </a:rPr>
              <a:t>4! / Х = 4! / 2! / 2!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A3188B6-ADAD-ED84-FC5E-D82A9814E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135" y="1690688"/>
            <a:ext cx="10515600" cy="30845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800" dirty="0"/>
              <a:t>Если в перестановках участвуют одинаковые предметы, перестановок становится меньше, т.к. часть из них совпадают.</a:t>
            </a: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ru-RU" dirty="0">
                <a:latin typeface="Segoe UI" pitchFamily="34" charset="0"/>
                <a:cs typeface="Segoe UI" pitchFamily="34" charset="0"/>
              </a:rPr>
              <a:t>Имеются предметы </a:t>
            </a:r>
            <a:r>
              <a:rPr lang="en-US" i="1" dirty="0">
                <a:latin typeface="Segoe UI" pitchFamily="34" charset="0"/>
                <a:cs typeface="Segoe UI" pitchFamily="34" charset="0"/>
              </a:rPr>
              <a:t>k 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раз</a:t>
            </a:r>
            <a:r>
              <a:rPr lang="ru-RU" dirty="0">
                <a:latin typeface="Segoe UI" pitchFamily="34" charset="0"/>
                <a:cs typeface="Segoe UI" pitchFamily="34" charset="0"/>
              </a:rPr>
              <a:t>личных типов. Сколько перестановок можно сделать из </a:t>
            </a: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ru-RU" i="1" dirty="0" err="1">
                <a:latin typeface="Segoe UI" pitchFamily="34" charset="0"/>
                <a:cs typeface="Segoe UI" pitchFamily="34" charset="0"/>
              </a:rPr>
              <a:t>N</a:t>
            </a:r>
            <a:r>
              <a:rPr lang="ru-RU" i="1" baseline="-25000" dirty="0" err="1">
                <a:latin typeface="Segoe UI" pitchFamily="34" charset="0"/>
                <a:cs typeface="Segoe UI" pitchFamily="34" charset="0"/>
              </a:rPr>
              <a:t>1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 </a:t>
            </a:r>
            <a:r>
              <a:rPr lang="ru-RU" dirty="0">
                <a:latin typeface="Segoe UI" pitchFamily="34" charset="0"/>
                <a:cs typeface="Segoe UI" pitchFamily="34" charset="0"/>
              </a:rPr>
              <a:t>предметов первого типа, </a:t>
            </a: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ru-RU" i="1" dirty="0" err="1">
                <a:latin typeface="Segoe UI" pitchFamily="34" charset="0"/>
                <a:cs typeface="Segoe UI" pitchFamily="34" charset="0"/>
              </a:rPr>
              <a:t>N</a:t>
            </a:r>
            <a:r>
              <a:rPr lang="ru-RU" i="1" baseline="-25000" dirty="0" err="1">
                <a:latin typeface="Segoe UI" pitchFamily="34" charset="0"/>
                <a:cs typeface="Segoe UI" pitchFamily="34" charset="0"/>
              </a:rPr>
              <a:t>2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 </a:t>
            </a:r>
            <a:r>
              <a:rPr lang="ru-RU" dirty="0">
                <a:latin typeface="Segoe UI" pitchFamily="34" charset="0"/>
                <a:cs typeface="Segoe UI" pitchFamily="34" charset="0"/>
              </a:rPr>
              <a:t>– предметов второго типа,</a:t>
            </a: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ru-RU" dirty="0">
                <a:latin typeface="Segoe UI" pitchFamily="34" charset="0"/>
                <a:cs typeface="Segoe UI" pitchFamily="34" charset="0"/>
              </a:rPr>
              <a:t> ..., </a:t>
            </a: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ru-RU" i="1" dirty="0" err="1">
                <a:latin typeface="Segoe UI" pitchFamily="34" charset="0"/>
                <a:cs typeface="Segoe UI" pitchFamily="34" charset="0"/>
              </a:rPr>
              <a:t>N</a:t>
            </a:r>
            <a:r>
              <a:rPr lang="ru-RU" i="1" baseline="-25000" dirty="0" err="1">
                <a:latin typeface="Segoe UI" pitchFamily="34" charset="0"/>
                <a:cs typeface="Segoe UI" pitchFamily="34" charset="0"/>
              </a:rPr>
              <a:t>k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 - </a:t>
            </a:r>
            <a:r>
              <a:rPr lang="ru-RU" dirty="0">
                <a:latin typeface="Segoe UI" pitchFamily="34" charset="0"/>
                <a:cs typeface="Segoe UI" pitchFamily="34" charset="0"/>
              </a:rPr>
              <a:t>предметов 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k</a:t>
            </a:r>
            <a:r>
              <a:rPr lang="ru-RU" dirty="0">
                <a:latin typeface="Segoe UI" pitchFamily="34" charset="0"/>
                <a:cs typeface="Segoe UI" pitchFamily="34" charset="0"/>
              </a:rPr>
              <a:t>-</a:t>
            </a:r>
            <a:r>
              <a:rPr lang="ru-RU" dirty="0" err="1">
                <a:latin typeface="Segoe UI" pitchFamily="34" charset="0"/>
                <a:cs typeface="Segoe UI" pitchFamily="34" charset="0"/>
              </a:rPr>
              <a:t>гo</a:t>
            </a:r>
            <a:r>
              <a:rPr lang="ru-RU" dirty="0">
                <a:latin typeface="Segoe UI" pitchFamily="34" charset="0"/>
                <a:cs typeface="Segoe UI" pitchFamily="34" charset="0"/>
              </a:rPr>
              <a:t> типа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 </a:t>
            </a:r>
          </a:p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ru-RU" dirty="0">
                <a:latin typeface="Segoe UI" pitchFamily="34" charset="0"/>
                <a:cs typeface="Segoe UI" pitchFamily="34" charset="0"/>
              </a:rPr>
              <a:t>Всего (</a:t>
            </a:r>
            <a:r>
              <a:rPr lang="ru-RU" i="1" dirty="0" err="1">
                <a:latin typeface="Segoe UI" pitchFamily="34" charset="0"/>
                <a:cs typeface="Segoe UI" pitchFamily="34" charset="0"/>
              </a:rPr>
              <a:t>N</a:t>
            </a:r>
            <a:r>
              <a:rPr lang="ru-RU" i="1" baseline="-25000" dirty="0" err="1">
                <a:latin typeface="Segoe UI" pitchFamily="34" charset="0"/>
                <a:cs typeface="Segoe UI" pitchFamily="34" charset="0"/>
              </a:rPr>
              <a:t>1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+ </a:t>
            </a:r>
            <a:r>
              <a:rPr lang="ru-RU" i="1" dirty="0" err="1">
                <a:latin typeface="Segoe UI" pitchFamily="34" charset="0"/>
                <a:cs typeface="Segoe UI" pitchFamily="34" charset="0"/>
              </a:rPr>
              <a:t>N</a:t>
            </a:r>
            <a:r>
              <a:rPr lang="ru-RU" i="1" baseline="-25000" dirty="0" err="1">
                <a:latin typeface="Segoe UI" pitchFamily="34" charset="0"/>
                <a:cs typeface="Segoe UI" pitchFamily="34" charset="0"/>
              </a:rPr>
              <a:t>2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+…</a:t>
            </a:r>
            <a:r>
              <a:rPr lang="en-US" i="1" dirty="0">
                <a:latin typeface="Segoe UI" pitchFamily="34" charset="0"/>
                <a:cs typeface="Segoe UI" pitchFamily="34" charset="0"/>
              </a:rPr>
              <a:t>+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 </a:t>
            </a:r>
            <a:r>
              <a:rPr lang="ru-RU" i="1" dirty="0" err="1">
                <a:latin typeface="Segoe UI" pitchFamily="34" charset="0"/>
                <a:cs typeface="Segoe UI" pitchFamily="34" charset="0"/>
              </a:rPr>
              <a:t>N</a:t>
            </a:r>
            <a:r>
              <a:rPr lang="ru-RU" i="1" baseline="-25000" dirty="0" err="1">
                <a:latin typeface="Segoe UI" pitchFamily="34" charset="0"/>
                <a:cs typeface="Segoe UI" pitchFamily="34" charset="0"/>
              </a:rPr>
              <a:t>k</a:t>
            </a:r>
            <a:r>
              <a:rPr lang="ru-RU" i="1" baseline="-25000" dirty="0">
                <a:latin typeface="Segoe UI" pitchFamily="34" charset="0"/>
                <a:cs typeface="Segoe UI" pitchFamily="34" charset="0"/>
              </a:rPr>
              <a:t> </a:t>
            </a:r>
            <a:r>
              <a:rPr lang="ru-RU" i="1" dirty="0">
                <a:latin typeface="Segoe UI" pitchFamily="34" charset="0"/>
                <a:cs typeface="Segoe UI" pitchFamily="34" charset="0"/>
              </a:rPr>
              <a:t>= </a:t>
            </a:r>
            <a:r>
              <a:rPr lang="en-US" i="1" dirty="0">
                <a:latin typeface="Segoe UI" pitchFamily="34" charset="0"/>
                <a:cs typeface="Segoe UI" pitchFamily="34" charset="0"/>
              </a:rPr>
              <a:t>N</a:t>
            </a:r>
            <a:r>
              <a:rPr lang="en-US" dirty="0">
                <a:latin typeface="Segoe UI" pitchFamily="34" charset="0"/>
                <a:cs typeface="Segoe UI" pitchFamily="34" charset="0"/>
              </a:rPr>
              <a:t>)</a:t>
            </a:r>
            <a:r>
              <a:rPr lang="ru-RU" dirty="0">
                <a:latin typeface="Segoe UI" pitchFamily="34" charset="0"/>
                <a:cs typeface="Segoe UI" pitchFamily="34" charset="0"/>
              </a:rPr>
              <a:t> предметов</a:t>
            </a:r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F784D9D-B34F-625B-F7E9-E3DEDA0E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CBB4874-AF08-243D-50EE-40BC2502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39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50556716-300E-16B7-36AC-4BFC298F3A49}"/>
                  </a:ext>
                </a:extLst>
              </p14:cNvPr>
              <p14:cNvContentPartPr/>
              <p14:nvPr/>
            </p14:nvContentPartPr>
            <p14:xfrm>
              <a:off x="271440" y="2601360"/>
              <a:ext cx="11169000" cy="312084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50556716-300E-16B7-36AC-4BFC298F3A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0" y="2592000"/>
                <a:ext cx="11187720" cy="313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5874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50159-54DD-E9AC-83CA-51950341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Перестановки с повторениями</a:t>
            </a:r>
          </a:p>
        </p:txBody>
      </p:sp>
      <p:sp>
        <p:nvSpPr>
          <p:cNvPr id="4" name="Прямоугольник 8">
            <a:extLst>
              <a:ext uri="{FF2B5EF4-FFF2-40B4-BE49-F238E27FC236}">
                <a16:creationId xmlns:a16="http://schemas.microsoft.com/office/drawing/2014/main" id="{7BDBBFAA-6BA3-F1EA-037C-533202F14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013" y="1690688"/>
            <a:ext cx="8785225" cy="28931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ru-RU" i="1" dirty="0">
                <a:latin typeface="Segoe UI" pitchFamily="34" charset="0"/>
              </a:rPr>
              <a:t>Примеры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itchFamily="34" charset="0"/>
              </a:rPr>
              <a:t>1</a:t>
            </a:r>
            <a:r>
              <a:rPr lang="ru-RU" dirty="0">
                <a:latin typeface="Segoe UI" pitchFamily="34" charset="0"/>
              </a:rPr>
              <a:t>. Сколько различных буквосочетаний можно получить из</a:t>
            </a:r>
            <a:r>
              <a:rPr lang="en-US" dirty="0">
                <a:latin typeface="Segoe UI" pitchFamily="34" charset="0"/>
              </a:rPr>
              <a:t> </a:t>
            </a:r>
            <a:r>
              <a:rPr lang="ru-RU" dirty="0">
                <a:latin typeface="Segoe UI" pitchFamily="34" charset="0"/>
              </a:rPr>
              <a:t>букв слова </a:t>
            </a:r>
            <a:r>
              <a:rPr lang="ru-RU" i="1" dirty="0">
                <a:latin typeface="Segoe UI" pitchFamily="34" charset="0"/>
              </a:rPr>
              <a:t>капкан?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itchFamily="34" charset="0"/>
              </a:rPr>
              <a:t>2</a:t>
            </a:r>
            <a:r>
              <a:rPr lang="ru-RU" dirty="0">
                <a:latin typeface="Segoe UI" pitchFamily="34" charset="0"/>
              </a:rPr>
              <a:t>. Сколькими способами можно расположить в ряд 2 одинаковых яблока и 3 одинаковые груши?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itchFamily="34" charset="0"/>
              </a:rPr>
              <a:t>3</a:t>
            </a:r>
            <a:r>
              <a:rPr lang="ru-RU" dirty="0">
                <a:latin typeface="Segoe UI" pitchFamily="34" charset="0"/>
              </a:rPr>
              <a:t>. Сколько различных сообщений можно закодировать, меняя</a:t>
            </a:r>
            <a:r>
              <a:rPr lang="en-US" dirty="0">
                <a:latin typeface="Segoe UI" pitchFamily="34" charset="0"/>
              </a:rPr>
              <a:t> </a:t>
            </a:r>
            <a:r>
              <a:rPr lang="ru-RU" dirty="0">
                <a:latin typeface="Segoe UI" pitchFamily="34" charset="0"/>
              </a:rPr>
              <a:t>порядок шести флажков: 2 красных, 3 синих и 1 зеленого?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itchFamily="34" charset="0"/>
              </a:rPr>
              <a:t>4</a:t>
            </a:r>
            <a:r>
              <a:rPr lang="ru-RU" dirty="0">
                <a:latin typeface="Segoe UI" pitchFamily="34" charset="0"/>
              </a:rPr>
              <a:t>. Для выполнения работы необходимо в некотором порядке</a:t>
            </a:r>
            <a:r>
              <a:rPr lang="en-US" dirty="0">
                <a:latin typeface="Segoe UI" pitchFamily="34" charset="0"/>
              </a:rPr>
              <a:t> </a:t>
            </a:r>
            <a:r>
              <a:rPr lang="ru-RU" dirty="0">
                <a:latin typeface="Segoe UI" pitchFamily="34" charset="0"/>
              </a:rPr>
              <a:t>выполнить дважды каждое из трех действий (а, </a:t>
            </a:r>
            <a:r>
              <a:rPr lang="en-US" i="1" dirty="0">
                <a:latin typeface="Segoe UI" pitchFamily="34" charset="0"/>
              </a:rPr>
              <a:t>b</a:t>
            </a:r>
            <a:r>
              <a:rPr lang="ru-RU" i="1" dirty="0">
                <a:latin typeface="Segoe UI" pitchFamily="34" charset="0"/>
              </a:rPr>
              <a:t>, с). Напри</a:t>
            </a:r>
            <a:r>
              <a:rPr lang="ru-RU" dirty="0">
                <a:latin typeface="Segoe UI" pitchFamily="34" charset="0"/>
              </a:rPr>
              <a:t>мер: </a:t>
            </a:r>
            <a:r>
              <a:rPr lang="ru-RU" i="1" dirty="0" err="1">
                <a:latin typeface="Segoe UI" pitchFamily="34" charset="0"/>
              </a:rPr>
              <a:t>ааbbсс</a:t>
            </a:r>
            <a:r>
              <a:rPr lang="ru-RU" i="1" dirty="0">
                <a:latin typeface="Segoe UI" pitchFamily="34" charset="0"/>
              </a:rPr>
              <a:t>, </a:t>
            </a:r>
            <a:r>
              <a:rPr lang="ru-RU" i="1" dirty="0" err="1">
                <a:latin typeface="Segoe UI" pitchFamily="34" charset="0"/>
              </a:rPr>
              <a:t>cabbac</a:t>
            </a:r>
            <a:r>
              <a:rPr lang="ru-RU" i="1" dirty="0">
                <a:latin typeface="Segoe UI" pitchFamily="34" charset="0"/>
              </a:rPr>
              <a:t>. </a:t>
            </a:r>
            <a:r>
              <a:rPr lang="ru-RU" dirty="0">
                <a:latin typeface="Segoe UI" pitchFamily="34" charset="0"/>
              </a:rPr>
              <a:t>Сколько существует различных способов выполнения работы?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F0781-518E-19FA-6B88-B5260E19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2D3803-4C18-5B32-B5C0-15885BA7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40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8CC6D178-4A18-6EF1-26EC-69595DE61ECE}"/>
                  </a:ext>
                </a:extLst>
              </p14:cNvPr>
              <p14:cNvContentPartPr/>
              <p14:nvPr/>
            </p14:nvContentPartPr>
            <p14:xfrm>
              <a:off x="772920" y="2206440"/>
              <a:ext cx="10669320" cy="136872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8CC6D178-4A18-6EF1-26EC-69595DE61E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3560" y="2197080"/>
                <a:ext cx="10688040" cy="13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89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251C6-A87B-35B0-C823-2E9D0385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Количество перестановок с повторениями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523844A-9887-27E8-CD6A-76927CEA0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−…−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523844A-9887-27E8-CD6A-76927CEA0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5CAE9DB-99BA-C50C-38AD-92A672A5E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6CB5943-E602-A8B8-86BA-1DF17DC1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338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8F369-80CF-5EA9-1A52-4CDBB214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Разбиения</a:t>
            </a:r>
          </a:p>
        </p:txBody>
      </p:sp>
      <p:sp>
        <p:nvSpPr>
          <p:cNvPr id="5" name="Содержимое 8">
            <a:extLst>
              <a:ext uri="{FF2B5EF4-FFF2-40B4-BE49-F238E27FC236}">
                <a16:creationId xmlns:a16="http://schemas.microsoft.com/office/drawing/2014/main" id="{2A1E69D1-10AA-7357-7AF0-894C71DE4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9873" y="3712716"/>
            <a:ext cx="3313758" cy="298440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b="1" dirty="0">
                <a:latin typeface="Segoe UI" pitchFamily="34" charset="0"/>
              </a:rPr>
              <a:t>Пример</a:t>
            </a:r>
            <a:r>
              <a:rPr lang="ru-RU" sz="1800" dirty="0">
                <a:latin typeface="Segoe UI" pitchFamily="34" charset="0"/>
              </a:rPr>
              <a:t>: Разбиения числа 5</a:t>
            </a: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(1,1,1,1,1), </a:t>
            </a:r>
            <a:endParaRPr lang="en-US" sz="1800" dirty="0">
              <a:latin typeface="Segoe UI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(2,1,1,1), </a:t>
            </a:r>
            <a:endParaRPr lang="en-US" sz="1800" dirty="0">
              <a:latin typeface="Segoe UI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(2,2,1), </a:t>
            </a:r>
            <a:endParaRPr lang="en-US" sz="1800" dirty="0">
              <a:latin typeface="Segoe UI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(3,1,1), </a:t>
            </a:r>
            <a:endParaRPr lang="en-US" sz="1800" dirty="0">
              <a:latin typeface="Segoe UI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(3,2), </a:t>
            </a:r>
            <a:endParaRPr lang="en-US" sz="1800" dirty="0">
              <a:latin typeface="Segoe UI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(4,1), </a:t>
            </a:r>
            <a:endParaRPr lang="en-US" sz="1800" dirty="0">
              <a:latin typeface="Segoe UI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(5)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C6137-BF86-F676-2BA0-16A7BA830A07}"/>
              </a:ext>
            </a:extLst>
          </p:cNvPr>
          <p:cNvSpPr txBox="1"/>
          <p:nvPr/>
        </p:nvSpPr>
        <p:spPr>
          <a:xfrm>
            <a:off x="393700" y="1375718"/>
            <a:ext cx="1166562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400" dirty="0">
                <a:latin typeface="Segoe UI" pitchFamily="34" charset="0"/>
              </a:rPr>
              <a:t>Разбиение числа </a:t>
            </a:r>
            <a:r>
              <a:rPr lang="ru-RU" sz="2400" i="1" dirty="0">
                <a:latin typeface="Segoe UI" pitchFamily="34" charset="0"/>
              </a:rPr>
              <a:t>n</a:t>
            </a:r>
            <a:r>
              <a:rPr lang="ru-RU" sz="2400" dirty="0">
                <a:latin typeface="Segoe UI" pitchFamily="34" charset="0"/>
              </a:rPr>
              <a:t> — это представление </a:t>
            </a:r>
            <a:r>
              <a:rPr lang="ru-RU" sz="2400" i="1" dirty="0">
                <a:latin typeface="Segoe UI" pitchFamily="34" charset="0"/>
              </a:rPr>
              <a:t>n</a:t>
            </a:r>
            <a:r>
              <a:rPr lang="ru-RU" sz="2400" dirty="0">
                <a:latin typeface="Segoe UI" pitchFamily="34" charset="0"/>
              </a:rPr>
              <a:t> в виде суммы положительных целых чисел, называемых частями. Порядок следования частей не учитывается (в отличие от композиций), то есть разбиения, отличающиеся только порядком частей, считаются равными. В записи разбиения части обычно перечисляются в невозрастающем порядке. </a:t>
            </a:r>
            <a:r>
              <a:rPr lang="ru-RU" sz="2400" kern="0" dirty="0">
                <a:latin typeface="Segoe UI" pitchFamily="34" charset="0"/>
              </a:rPr>
              <a:t>При записи разбиений обязательно надо указывать, в каком порядке их записывать. </a:t>
            </a:r>
          </a:p>
          <a:p>
            <a:pPr>
              <a:spcAft>
                <a:spcPts val="600"/>
              </a:spcAft>
            </a:pPr>
            <a:r>
              <a:rPr lang="ru-RU" sz="2400" kern="0" dirty="0">
                <a:latin typeface="Segoe UI" pitchFamily="34" charset="0"/>
              </a:rPr>
              <a:t>Разбиения числа 5</a:t>
            </a:r>
            <a:r>
              <a:rPr lang="en-US" sz="2400" kern="0" dirty="0">
                <a:latin typeface="Segoe UI" pitchFamily="34" charset="0"/>
              </a:rPr>
              <a:t> </a:t>
            </a:r>
            <a:r>
              <a:rPr lang="ru-RU" sz="2400" kern="0" dirty="0">
                <a:latin typeface="Segoe UI" pitchFamily="34" charset="0"/>
              </a:rPr>
              <a:t>записаны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kern="0" dirty="0">
                <a:latin typeface="Segoe UI" pitchFamily="34" charset="0"/>
              </a:rPr>
              <a:t>в лексикографическом порядке,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kern="0" dirty="0">
                <a:latin typeface="Segoe UI" pitchFamily="34" charset="0"/>
              </a:rPr>
              <a:t>слагаемые записаны в невозрастающем порядке</a:t>
            </a:r>
          </a:p>
          <a:p>
            <a:pPr>
              <a:spcAft>
                <a:spcPts val="600"/>
              </a:spcAft>
            </a:pPr>
            <a:endParaRPr lang="ru-RU" sz="2400" dirty="0">
              <a:latin typeface="Segoe UI" pitchFamily="34" charset="0"/>
            </a:endParaRPr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27C54AA0-6A43-754C-392C-E7ED677A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09249569-931B-B895-DD96-6F9A080A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2468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CBBE9-CA71-F58D-68F7-DDA601BE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Количество разбиений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E2B5D5-5299-9629-3156-F52D0F95E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Segoe UI" pitchFamily="34" charset="0"/>
              </a:rPr>
              <a:t>Подсчитать число разбиений конечного множества предметов </a:t>
            </a:r>
            <a:r>
              <a:rPr lang="ru-RU" i="1" dirty="0">
                <a:latin typeface="Segoe UI" pitchFamily="34" charset="0"/>
              </a:rPr>
              <a:t>S, </a:t>
            </a:r>
            <a:r>
              <a:rPr lang="ru-RU" dirty="0">
                <a:latin typeface="Segoe UI" pitchFamily="34" charset="0"/>
              </a:rPr>
              <a:t>где</a:t>
            </a:r>
            <a:r>
              <a:rPr lang="ru-RU" i="1" dirty="0">
                <a:latin typeface="Segoe UI" pitchFamily="34" charset="0"/>
              </a:rPr>
              <a:t> </a:t>
            </a:r>
            <a:r>
              <a:rPr lang="ru-RU" dirty="0">
                <a:latin typeface="Segoe UI" pitchFamily="34" charset="0"/>
              </a:rPr>
              <a:t>|</a:t>
            </a:r>
            <a:r>
              <a:rPr lang="ru-RU" i="1" dirty="0">
                <a:latin typeface="Segoe UI" pitchFamily="34" charset="0"/>
              </a:rPr>
              <a:t>S</a:t>
            </a:r>
            <a:r>
              <a:rPr lang="ru-RU" dirty="0">
                <a:latin typeface="Segoe UI" pitchFamily="34" charset="0"/>
              </a:rPr>
              <a:t>|=</a:t>
            </a:r>
            <a:r>
              <a:rPr lang="ru-RU" i="1" dirty="0">
                <a:latin typeface="Segoe UI" pitchFamily="34" charset="0"/>
              </a:rPr>
              <a:t>N </a:t>
            </a:r>
            <a:r>
              <a:rPr lang="ru-RU" dirty="0">
                <a:latin typeface="Segoe UI" pitchFamily="34" charset="0"/>
              </a:rPr>
              <a:t>(количество предметов), на </a:t>
            </a:r>
            <a:r>
              <a:rPr lang="ru-RU" i="1" dirty="0">
                <a:latin typeface="Segoe UI" pitchFamily="34" charset="0"/>
              </a:rPr>
              <a:t>k </a:t>
            </a:r>
            <a:r>
              <a:rPr lang="ru-RU" dirty="0">
                <a:latin typeface="Segoe UI" pitchFamily="34" charset="0"/>
              </a:rPr>
              <a:t>различных попарно не пересекающихся подмножеств </a:t>
            </a:r>
            <a:r>
              <a:rPr lang="en-US" i="1" dirty="0">
                <a:latin typeface="Segoe UI" pitchFamily="34" charset="0"/>
              </a:rPr>
              <a:t>S </a:t>
            </a:r>
            <a:r>
              <a:rPr lang="en-US" dirty="0">
                <a:latin typeface="Segoe UI" pitchFamily="34" charset="0"/>
              </a:rPr>
              <a:t>= </a:t>
            </a:r>
            <a:r>
              <a:rPr lang="en-US" i="1" dirty="0" err="1">
                <a:latin typeface="Segoe UI" pitchFamily="34" charset="0"/>
              </a:rPr>
              <a:t>S</a:t>
            </a:r>
            <a:r>
              <a:rPr lang="en-US" baseline="-25000" dirty="0" err="1">
                <a:latin typeface="Segoe UI" pitchFamily="34" charset="0"/>
              </a:rPr>
              <a:t>1</a:t>
            </a:r>
            <a:r>
              <a:rPr lang="en-US" dirty="0" err="1">
                <a:latin typeface="Segoe UI" pitchFamily="34" charset="0"/>
                <a:sym typeface="Symbol"/>
              </a:rPr>
              <a:t></a:t>
            </a:r>
            <a:r>
              <a:rPr lang="en-US" i="1" dirty="0" err="1">
                <a:latin typeface="Segoe UI" pitchFamily="34" charset="0"/>
              </a:rPr>
              <a:t>S</a:t>
            </a:r>
            <a:r>
              <a:rPr lang="en-US" baseline="-25000" dirty="0" err="1">
                <a:latin typeface="Segoe UI" pitchFamily="34" charset="0"/>
              </a:rPr>
              <a:t>2</a:t>
            </a:r>
            <a:r>
              <a:rPr lang="en-US" dirty="0">
                <a:latin typeface="Segoe UI" pitchFamily="34" charset="0"/>
                <a:sym typeface="Symbol"/>
              </a:rPr>
              <a:t>…</a:t>
            </a:r>
            <a:r>
              <a:rPr lang="en-US" i="1" dirty="0" err="1">
                <a:latin typeface="Segoe UI" pitchFamily="34" charset="0"/>
              </a:rPr>
              <a:t>S</a:t>
            </a:r>
            <a:r>
              <a:rPr lang="en-US" i="1" baseline="-25000" dirty="0" err="1">
                <a:latin typeface="Segoe UI" pitchFamily="34" charset="0"/>
              </a:rPr>
              <a:t>k</a:t>
            </a:r>
            <a:endParaRPr lang="en-US" i="1" baseline="-25000" dirty="0">
              <a:latin typeface="Segoe UI" pitchFamily="34" charset="0"/>
            </a:endParaRPr>
          </a:p>
          <a:p>
            <a:pPr marL="0" indent="0">
              <a:buNone/>
            </a:pPr>
            <a:endParaRPr lang="en-US" i="1" baseline="-25000" dirty="0">
              <a:latin typeface="Segoe UI" pitchFamily="34" charset="0"/>
            </a:endParaRPr>
          </a:p>
          <a:p>
            <a:pPr marL="0" indent="0">
              <a:buNone/>
            </a:pPr>
            <a:endParaRPr lang="en-US" i="1" baseline="-25000" dirty="0">
              <a:latin typeface="Segoe UI" pitchFamily="34" charset="0"/>
            </a:endParaRPr>
          </a:p>
          <a:p>
            <a:pPr marL="0" indent="0">
              <a:buNone/>
            </a:pPr>
            <a:endParaRPr lang="ru-RU" i="1" baseline="-25000" dirty="0">
              <a:latin typeface="Segoe U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34758-D35A-CDE8-4E70-CFAE13F19AC6}"/>
                  </a:ext>
                </a:extLst>
              </p:cNvPr>
              <p:cNvSpPr txBox="1"/>
              <p:nvPr/>
            </p:nvSpPr>
            <p:spPr>
              <a:xfrm>
                <a:off x="1314450" y="3752334"/>
                <a:ext cx="956310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34758-D35A-CDE8-4E70-CFAE13F19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3752334"/>
                <a:ext cx="9563100" cy="18158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749669F-81A7-6EAA-B3BC-B074038A0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6404066-3A31-019A-09C1-8E0CFA42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20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09071-E313-1BCE-0F32-F770C112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Композиции</a:t>
            </a:r>
          </a:p>
        </p:txBody>
      </p:sp>
      <p:sp>
        <p:nvSpPr>
          <p:cNvPr id="20" name="Объект 19">
            <a:extLst>
              <a:ext uri="{FF2B5EF4-FFF2-40B4-BE49-F238E27FC236}">
                <a16:creationId xmlns:a16="http://schemas.microsoft.com/office/drawing/2014/main" id="{CE5E948B-8945-6081-4E4F-B4B879D96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698876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Если порядок чисел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р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i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 важен, то (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p</a:t>
            </a:r>
            <a:r>
              <a:rPr lang="ru-RU" baseline="-25000" dirty="0" err="1">
                <a:solidFill>
                  <a:schemeClr val="tx1"/>
                </a:solidFill>
                <a:latin typeface="Segoe UI" pitchFamily="34" charset="0"/>
              </a:rPr>
              <a:t>1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,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p</a:t>
            </a:r>
            <a:r>
              <a:rPr lang="ru-RU" baseline="-25000" dirty="0" err="1">
                <a:solidFill>
                  <a:schemeClr val="tx1"/>
                </a:solidFill>
                <a:latin typeface="Segoe UI" pitchFamily="34" charset="0"/>
              </a:rPr>
              <a:t>2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, …,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p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) называется </a:t>
            </a:r>
            <a:r>
              <a:rPr lang="ru-RU" b="1" i="1" dirty="0">
                <a:solidFill>
                  <a:schemeClr val="tx1"/>
                </a:solidFill>
                <a:latin typeface="Segoe UI" pitchFamily="34" charset="0"/>
              </a:rPr>
              <a:t>композицией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 </a:t>
            </a:r>
            <a:r>
              <a:rPr lang="ru-RU" b="1" i="1" dirty="0">
                <a:solidFill>
                  <a:schemeClr val="tx1"/>
                </a:solidFill>
                <a:latin typeface="Segoe UI" pitchFamily="34" charset="0"/>
              </a:rPr>
              <a:t>n.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 Поиск композиций ведется с ограничением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р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i</a:t>
            </a:r>
            <a:r>
              <a:rPr lang="ru-RU" i="1" baseline="-25000" dirty="0">
                <a:solidFill>
                  <a:schemeClr val="tx1"/>
                </a:solidFill>
                <a:latin typeface="Segoe UI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&gt; 0.</a:t>
            </a:r>
            <a:endParaRPr lang="en-US" dirty="0">
              <a:solidFill>
                <a:schemeClr val="tx1"/>
              </a:solidFill>
              <a:latin typeface="Segoe UI" pitchFamily="34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Если </a:t>
            </a:r>
            <a:r>
              <a:rPr lang="ru-RU" i="1" dirty="0">
                <a:solidFill>
                  <a:schemeClr val="tx1"/>
                </a:solidFill>
                <a:latin typeface="Segoe UI" pitchFamily="34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 фиксировано, то такие композиции называются </a:t>
            </a:r>
            <a:r>
              <a:rPr lang="ru-RU" b="1" i="1" dirty="0">
                <a:solidFill>
                  <a:schemeClr val="tx1"/>
                </a:solidFill>
                <a:latin typeface="Segoe UI" pitchFamily="34" charset="0"/>
              </a:rPr>
              <a:t>композициями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 </a:t>
            </a:r>
            <a:r>
              <a:rPr lang="en-US" b="1" i="1" dirty="0">
                <a:solidFill>
                  <a:schemeClr val="tx1"/>
                </a:solidFill>
                <a:latin typeface="Segoe UI" pitchFamily="34" charset="0"/>
              </a:rPr>
              <a:t>N</a:t>
            </a:r>
            <a:r>
              <a:rPr lang="ru-RU" b="1" i="1" dirty="0">
                <a:solidFill>
                  <a:schemeClr val="tx1"/>
                </a:solidFill>
                <a:latin typeface="Segoe UI" pitchFamily="34" charset="0"/>
              </a:rPr>
              <a:t> из k частей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.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При их поиске ограничение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р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i</a:t>
            </a:r>
            <a:r>
              <a:rPr lang="ru-RU" i="1" baseline="-25000" dirty="0">
                <a:solidFill>
                  <a:schemeClr val="tx1"/>
                </a:solidFill>
                <a:latin typeface="Segoe UI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&gt; 0 может сниматься, т.е. разрешается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р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i</a:t>
            </a:r>
            <a:r>
              <a:rPr lang="ru-RU" i="1" baseline="-25000" dirty="0">
                <a:solidFill>
                  <a:schemeClr val="tx1"/>
                </a:solidFill>
                <a:latin typeface="Segoe UI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&gt;= 0.</a:t>
            </a:r>
            <a:endParaRPr lang="en-US" dirty="0">
              <a:solidFill>
                <a:schemeClr val="tx1"/>
              </a:solidFill>
              <a:latin typeface="Segoe UI" pitchFamily="34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Если порядок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р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i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 не важен и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р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i</a:t>
            </a:r>
            <a:r>
              <a:rPr lang="ru-RU" i="1" baseline="-25000" dirty="0">
                <a:solidFill>
                  <a:schemeClr val="tx1"/>
                </a:solidFill>
                <a:latin typeface="Segoe UI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&gt; 0, то {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p</a:t>
            </a:r>
            <a:r>
              <a:rPr lang="ru-RU" baseline="-25000" dirty="0" err="1">
                <a:solidFill>
                  <a:schemeClr val="tx1"/>
                </a:solidFill>
                <a:latin typeface="Segoe UI" pitchFamily="34" charset="0"/>
              </a:rPr>
              <a:t>1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,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p</a:t>
            </a:r>
            <a:r>
              <a:rPr lang="ru-RU" baseline="-25000" dirty="0" err="1">
                <a:solidFill>
                  <a:schemeClr val="tx1"/>
                </a:solidFill>
                <a:latin typeface="Segoe UI" pitchFamily="34" charset="0"/>
              </a:rPr>
              <a:t>2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, …, </a:t>
            </a:r>
            <a:r>
              <a:rPr lang="ru-RU" i="1" dirty="0" err="1">
                <a:solidFill>
                  <a:schemeClr val="tx1"/>
                </a:solidFill>
                <a:latin typeface="Segoe UI" pitchFamily="34" charset="0"/>
              </a:rPr>
              <a:t>p</a:t>
            </a:r>
            <a:r>
              <a:rPr lang="ru-RU" i="1" baseline="-25000" dirty="0" err="1">
                <a:solidFill>
                  <a:schemeClr val="tx1"/>
                </a:solidFill>
                <a:latin typeface="Segoe UI" pitchFamily="34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Segoe UI" pitchFamily="34" charset="0"/>
              </a:rPr>
              <a:t>} является мультимножеством и называется </a:t>
            </a:r>
            <a:r>
              <a:rPr lang="ru-RU" b="1" i="1" dirty="0">
                <a:solidFill>
                  <a:schemeClr val="tx1"/>
                </a:solidFill>
                <a:latin typeface="Segoe UI" pitchFamily="34" charset="0"/>
              </a:rPr>
              <a:t>разбиением </a:t>
            </a:r>
            <a:r>
              <a:rPr lang="en-US" b="1" i="1" dirty="0">
                <a:solidFill>
                  <a:schemeClr val="tx1"/>
                </a:solidFill>
                <a:latin typeface="Segoe UI" pitchFamily="34" charset="0"/>
              </a:rPr>
              <a:t>N</a:t>
            </a:r>
            <a:r>
              <a:rPr lang="ru-RU" b="1" i="1" dirty="0">
                <a:solidFill>
                  <a:schemeClr val="tx1"/>
                </a:solidFill>
                <a:latin typeface="Segoe UI" pitchFamily="34" charset="0"/>
              </a:rPr>
              <a:t>.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endParaRPr lang="ru-RU" dirty="0">
              <a:solidFill>
                <a:schemeClr val="tx1"/>
              </a:solidFill>
              <a:latin typeface="Segoe UI" pitchFamily="34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Segoe UI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1" name="Нижний колонтитул 20">
            <a:extLst>
              <a:ext uri="{FF2B5EF4-FFF2-40B4-BE49-F238E27FC236}">
                <a16:creationId xmlns:a16="http://schemas.microsoft.com/office/drawing/2014/main" id="{642EE254-73C0-5103-6466-1ECC3F87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C0C8888C-51B5-2B92-FD78-DDB1C832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2694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95615-4B36-3F0F-4D6C-F40A9F95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Количество композиций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7649CFF-E555-018B-A092-B3CB3F9FA0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418996"/>
                <a:ext cx="10515600" cy="2710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latin typeface="Segoe UI" pitchFamily="34" charset="0"/>
                  </a:rPr>
                  <a:t>Число композиций </a:t>
                </a:r>
                <a:r>
                  <a:rPr lang="en-US" sz="2400" i="1" dirty="0">
                    <a:latin typeface="Segoe UI" pitchFamily="34" charset="0"/>
                  </a:rPr>
                  <a:t>N</a:t>
                </a:r>
                <a:r>
                  <a:rPr lang="ru-RU" sz="2400" dirty="0">
                    <a:latin typeface="Segoe UI" pitchFamily="34" charset="0"/>
                  </a:rPr>
                  <a:t> равно 2</a:t>
                </a:r>
                <a:r>
                  <a:rPr lang="en-US" sz="2400" i="1" baseline="30000" dirty="0">
                    <a:latin typeface="Segoe UI" pitchFamily="34" charset="0"/>
                  </a:rPr>
                  <a:t>N</a:t>
                </a:r>
                <a:r>
                  <a:rPr lang="ru-RU" sz="2400" baseline="30000" dirty="0">
                    <a:latin typeface="Segoe UI" pitchFamily="34" charset="0"/>
                  </a:rPr>
                  <a:t>-1</a:t>
                </a:r>
              </a:p>
              <a:p>
                <a:pPr marL="0" indent="0">
                  <a:buNone/>
                </a:pPr>
                <a:r>
                  <a:rPr lang="ru-RU" sz="2400" kern="0" dirty="0">
                    <a:latin typeface="Segoe UI" pitchFamily="34" charset="0"/>
                  </a:rPr>
                  <a:t>Число композиций </a:t>
                </a:r>
                <a:r>
                  <a:rPr lang="en-US" sz="2400" i="1" kern="0" dirty="0">
                    <a:latin typeface="Segoe UI" pitchFamily="34" charset="0"/>
                  </a:rPr>
                  <a:t>N</a:t>
                </a:r>
                <a:r>
                  <a:rPr lang="ru-RU" sz="2400" kern="0" dirty="0">
                    <a:latin typeface="Segoe UI" pitchFamily="34" charset="0"/>
                  </a:rPr>
                  <a:t> из </a:t>
                </a:r>
                <a:r>
                  <a:rPr lang="ru-RU" sz="2400" i="1" kern="0" dirty="0">
                    <a:latin typeface="Segoe UI" pitchFamily="34" charset="0"/>
                  </a:rPr>
                  <a:t>k</a:t>
                </a:r>
                <a:r>
                  <a:rPr lang="ru-RU" sz="2400" kern="0" dirty="0">
                    <a:latin typeface="Segoe UI" pitchFamily="34" charset="0"/>
                  </a:rPr>
                  <a:t> частей с ограничением </a:t>
                </a:r>
                <a:r>
                  <a:rPr lang="ru-RU" sz="2400" i="1" kern="0" dirty="0" err="1">
                    <a:latin typeface="Segoe UI" pitchFamily="34" charset="0"/>
                  </a:rPr>
                  <a:t>р</a:t>
                </a:r>
                <a:r>
                  <a:rPr lang="ru-RU" sz="2400" i="1" kern="0" baseline="-25000" dirty="0" err="1">
                    <a:latin typeface="Segoe UI" pitchFamily="34" charset="0"/>
                  </a:rPr>
                  <a:t>i</a:t>
                </a:r>
                <a:r>
                  <a:rPr lang="ru-RU" sz="2400" kern="0" dirty="0">
                    <a:latin typeface="Segoe UI" pitchFamily="34" charset="0"/>
                  </a:rPr>
                  <a:t>&gt; 0 равно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kern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ru-RU" sz="2400" kern="0" dirty="0">
                  <a:latin typeface="Segoe UI" pitchFamily="34" charset="0"/>
                </a:endParaRPr>
              </a:p>
              <a:p>
                <a:pPr marL="0" indent="0" eaLnBrk="0" hangingPunct="0">
                  <a:spcBef>
                    <a:spcPct val="20000"/>
                  </a:spcBef>
                  <a:buNone/>
                  <a:defRPr/>
                </a:pPr>
                <a:r>
                  <a:rPr lang="ru-RU" sz="2400" dirty="0">
                    <a:latin typeface="Segoe UI" pitchFamily="34" charset="0"/>
                  </a:rPr>
                  <a:t>Число композиций </a:t>
                </a:r>
                <a:r>
                  <a:rPr lang="en-US" sz="2400" i="1" dirty="0">
                    <a:latin typeface="Segoe UI" pitchFamily="34" charset="0"/>
                  </a:rPr>
                  <a:t>N</a:t>
                </a:r>
                <a:r>
                  <a:rPr lang="ru-RU" sz="2400" dirty="0">
                    <a:latin typeface="Segoe UI" pitchFamily="34" charset="0"/>
                  </a:rPr>
                  <a:t> из </a:t>
                </a:r>
                <a:r>
                  <a:rPr lang="ru-RU" sz="2400" i="1" dirty="0">
                    <a:latin typeface="Segoe UI" pitchFamily="34" charset="0"/>
                  </a:rPr>
                  <a:t>k</a:t>
                </a:r>
                <a:r>
                  <a:rPr lang="ru-RU" sz="2400" dirty="0">
                    <a:latin typeface="Segoe UI" pitchFamily="34" charset="0"/>
                  </a:rPr>
                  <a:t> частей, если </a:t>
                </a:r>
                <a:r>
                  <a:rPr lang="ru-RU" sz="2400" i="1" dirty="0" err="1">
                    <a:latin typeface="Segoe UI" pitchFamily="34" charset="0"/>
                  </a:rPr>
                  <a:t>p</a:t>
                </a:r>
                <a:r>
                  <a:rPr lang="ru-RU" sz="2400" i="1" baseline="-25000" dirty="0" err="1">
                    <a:latin typeface="Segoe UI" pitchFamily="34" charset="0"/>
                  </a:rPr>
                  <a:t>i</a:t>
                </a:r>
                <a:r>
                  <a:rPr lang="ru-RU" sz="2400" i="1" baseline="-25000" dirty="0">
                    <a:latin typeface="Segoe UI" pitchFamily="34" charset="0"/>
                  </a:rPr>
                  <a:t> </a:t>
                </a:r>
                <a:r>
                  <a:rPr lang="en-US" sz="2400" dirty="0">
                    <a:latin typeface="Segoe UI" pitchFamily="34" charset="0"/>
                  </a:rPr>
                  <a:t>&gt;=</a:t>
                </a:r>
                <a:r>
                  <a:rPr lang="ru-RU" sz="2400" dirty="0">
                    <a:latin typeface="Segoe UI" pitchFamily="34" charset="0"/>
                  </a:rPr>
                  <a:t> 0 равно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ru-RU" sz="2400" dirty="0">
                  <a:latin typeface="Segoe UI" pitchFamily="34" charset="0"/>
                </a:endParaRPr>
              </a:p>
              <a:p>
                <a:pPr marL="0" indent="0" eaLnBrk="0" hangingPunct="0">
                  <a:spcBef>
                    <a:spcPct val="20000"/>
                  </a:spcBef>
                  <a:buNone/>
                  <a:defRPr/>
                </a:pPr>
                <a:r>
                  <a:rPr lang="ru-RU" sz="2400" kern="0" dirty="0">
                    <a:latin typeface="Segoe UI" pitchFamily="34" charset="0"/>
                  </a:rPr>
                  <a:t>При </a:t>
                </a:r>
                <a:r>
                  <a:rPr lang="en-US" sz="2400" i="1" kern="0" dirty="0">
                    <a:latin typeface="Segoe UI" pitchFamily="34" charset="0"/>
                  </a:rPr>
                  <a:t>N</a:t>
                </a:r>
                <a:r>
                  <a:rPr lang="en-US" sz="2400" kern="0" dirty="0">
                    <a:latin typeface="Segoe UI" pitchFamily="34" charset="0"/>
                  </a:rPr>
                  <a:t>=4, </a:t>
                </a:r>
                <a:r>
                  <a:rPr lang="en-US" sz="2400" i="1" kern="0" dirty="0">
                    <a:latin typeface="Segoe UI" pitchFamily="34" charset="0"/>
                  </a:rPr>
                  <a:t>k</a:t>
                </a:r>
                <a:r>
                  <a:rPr lang="en-US" sz="2400" kern="0" dirty="0">
                    <a:latin typeface="Segoe UI" pitchFamily="34" charset="0"/>
                  </a:rPr>
                  <a:t>=</a:t>
                </a:r>
                <a:r>
                  <a:rPr lang="ru-RU" sz="2400" kern="0" dirty="0">
                    <a:latin typeface="Segoe UI" pitchFamily="34" charset="0"/>
                  </a:rPr>
                  <a:t>2</a:t>
                </a:r>
                <a:r>
                  <a:rPr lang="en-US" sz="2400" kern="0" dirty="0">
                    <a:latin typeface="Segoe UI" pitchFamily="34" charset="0"/>
                  </a:rPr>
                  <a:t> </a:t>
                </a:r>
                <a:r>
                  <a:rPr lang="ru-RU" sz="2400" kern="0" dirty="0">
                    <a:latin typeface="Segoe UI" pitchFamily="34" charset="0"/>
                  </a:rPr>
                  <a:t>число композиций 5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  <a:defRPr/>
                </a:pPr>
                <a:r>
                  <a:rPr lang="ru-RU" sz="2400" kern="0" dirty="0">
                    <a:latin typeface="Segoe UI" pitchFamily="34" charset="0"/>
                  </a:rPr>
                  <a:t>При </a:t>
                </a:r>
                <a:r>
                  <a:rPr lang="en-US" sz="2400" i="1" kern="0" dirty="0">
                    <a:latin typeface="Segoe UI" pitchFamily="34" charset="0"/>
                  </a:rPr>
                  <a:t>N</a:t>
                </a:r>
                <a:r>
                  <a:rPr lang="en-US" sz="2400" kern="0" dirty="0">
                    <a:latin typeface="Segoe UI" pitchFamily="34" charset="0"/>
                  </a:rPr>
                  <a:t>=4, </a:t>
                </a:r>
                <a:r>
                  <a:rPr lang="en-US" sz="2400" i="1" kern="0" dirty="0">
                    <a:latin typeface="Segoe UI" pitchFamily="34" charset="0"/>
                  </a:rPr>
                  <a:t>k</a:t>
                </a:r>
                <a:r>
                  <a:rPr lang="en-US" sz="2400" kern="0" dirty="0">
                    <a:latin typeface="Segoe UI" pitchFamily="34" charset="0"/>
                  </a:rPr>
                  <a:t>=3 </a:t>
                </a:r>
                <a:r>
                  <a:rPr lang="ru-RU" sz="2400" kern="0" dirty="0">
                    <a:latin typeface="Segoe UI" pitchFamily="34" charset="0"/>
                  </a:rPr>
                  <a:t>число композиций 15 (можно использовать 1 или 2 нуля на разных местах)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7649CFF-E555-018B-A092-B3CB3F9FA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418996"/>
                <a:ext cx="10515600" cy="2710763"/>
              </a:xfrm>
              <a:blipFill>
                <a:blip r:embed="rId2"/>
                <a:stretch>
                  <a:fillRect l="-870" t="-29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15CD4D6-DFAF-95D3-7F6A-5A45B0188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122989"/>
              </p:ext>
            </p:extLst>
          </p:nvPr>
        </p:nvGraphicFramePr>
        <p:xfrm>
          <a:off x="9362183" y="3657143"/>
          <a:ext cx="1826517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6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3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2 + 2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2 + 1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1 + 3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1 + 2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1 + 1</a:t>
                      </a:r>
                      <a:r>
                        <a:rPr lang="ru-RU" sz="1600" baseline="0" dirty="0"/>
                        <a:t> + 2</a:t>
                      </a:r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1 + 1 + 1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14A01F4-9ABC-1487-8DC0-5AFAA5B20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617538"/>
              </p:ext>
            </p:extLst>
          </p:nvPr>
        </p:nvGraphicFramePr>
        <p:xfrm>
          <a:off x="6177487" y="4484184"/>
          <a:ext cx="122413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 = 3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 = 2 + 2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 = 1 + 3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B315183-F3D2-498A-C4FB-EECDD5F63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30084"/>
              </p:ext>
            </p:extLst>
          </p:nvPr>
        </p:nvGraphicFramePr>
        <p:xfrm>
          <a:off x="3854972" y="4113344"/>
          <a:ext cx="108012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4 + 0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3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2 + 2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1 + 3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4 = 0 + 4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5D7187CE-A7D8-2CDD-3492-28DC2E32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9296C16E-82BC-6D70-0F16-E1E8F45E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2367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Композиции и разбиения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267768" y="1591312"/>
            <a:ext cx="9015164" cy="2477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b="1" i="1" dirty="0">
                <a:latin typeface="Segoe UI" pitchFamily="34" charset="0"/>
              </a:rPr>
              <a:t>Композиции и разбиения</a:t>
            </a:r>
            <a:r>
              <a:rPr lang="ru-RU" sz="1800" dirty="0">
                <a:latin typeface="Segoe UI" pitchFamily="34" charset="0"/>
              </a:rPr>
              <a:t>. Пусть стоит задача порождения разбиения положительного числа </a:t>
            </a:r>
            <a:r>
              <a:rPr lang="en-US" sz="1800" i="1" dirty="0">
                <a:latin typeface="Segoe UI" pitchFamily="34" charset="0"/>
              </a:rPr>
              <a:t>N</a:t>
            </a:r>
            <a:r>
              <a:rPr lang="ru-RU" sz="1800" dirty="0">
                <a:latin typeface="Segoe UI" pitchFamily="34" charset="0"/>
              </a:rPr>
              <a:t> в последовательность неотрицательных целых чисел {</a:t>
            </a:r>
            <a:r>
              <a:rPr lang="ru-RU" sz="1800" i="1" dirty="0" err="1">
                <a:latin typeface="Segoe UI" pitchFamily="34" charset="0"/>
              </a:rPr>
              <a:t>p</a:t>
            </a:r>
            <a:r>
              <a:rPr lang="ru-RU" sz="1800" baseline="-25000" dirty="0" err="1">
                <a:latin typeface="Segoe UI" pitchFamily="34" charset="0"/>
              </a:rPr>
              <a:t>1</a:t>
            </a:r>
            <a:r>
              <a:rPr lang="ru-RU" sz="1800" dirty="0">
                <a:latin typeface="Segoe UI" pitchFamily="34" charset="0"/>
              </a:rPr>
              <a:t>, </a:t>
            </a:r>
            <a:r>
              <a:rPr lang="ru-RU" sz="1800" i="1" dirty="0" err="1">
                <a:latin typeface="Segoe UI" pitchFamily="34" charset="0"/>
              </a:rPr>
              <a:t>p</a:t>
            </a:r>
            <a:r>
              <a:rPr lang="ru-RU" sz="1800" baseline="-25000" dirty="0" err="1">
                <a:latin typeface="Segoe UI" pitchFamily="34" charset="0"/>
              </a:rPr>
              <a:t>2</a:t>
            </a:r>
            <a:r>
              <a:rPr lang="ru-RU" sz="1800" dirty="0">
                <a:latin typeface="Segoe UI" pitchFamily="34" charset="0"/>
              </a:rPr>
              <a:t>, …, </a:t>
            </a:r>
            <a:r>
              <a:rPr lang="ru-RU" sz="1800" i="1" dirty="0" err="1">
                <a:latin typeface="Segoe UI" pitchFamily="34" charset="0"/>
              </a:rPr>
              <a:t>p</a:t>
            </a:r>
            <a:r>
              <a:rPr lang="ru-RU" sz="1800" i="1" baseline="-25000" dirty="0" err="1">
                <a:latin typeface="Segoe UI" pitchFamily="34" charset="0"/>
              </a:rPr>
              <a:t>k</a:t>
            </a:r>
            <a:r>
              <a:rPr lang="ru-RU" sz="1800" dirty="0">
                <a:latin typeface="Segoe UI" pitchFamily="34" charset="0"/>
              </a:rPr>
              <a:t>}</a:t>
            </a:r>
            <a:r>
              <a:rPr lang="ru-RU" sz="1800" i="1" dirty="0">
                <a:latin typeface="Segoe UI" pitchFamily="34" charset="0"/>
              </a:rPr>
              <a:t>,</a:t>
            </a:r>
            <a:r>
              <a:rPr lang="ru-RU" sz="1800" dirty="0">
                <a:latin typeface="Segoe UI" pitchFamily="34" charset="0"/>
              </a:rPr>
              <a:t> так что </a:t>
            </a:r>
          </a:p>
          <a:p>
            <a:pPr marL="0" indent="0" algn="ctr">
              <a:buNone/>
            </a:pPr>
            <a:r>
              <a:rPr lang="en-US" sz="1800" i="1" dirty="0">
                <a:latin typeface="Segoe UI" pitchFamily="34" charset="0"/>
              </a:rPr>
              <a:t>N</a:t>
            </a:r>
            <a:r>
              <a:rPr lang="ru-RU" sz="1800" i="1" baseline="-25000" dirty="0">
                <a:latin typeface="Segoe UI" pitchFamily="34" charset="0"/>
              </a:rPr>
              <a:t> </a:t>
            </a:r>
            <a:r>
              <a:rPr lang="ru-RU" sz="1800" dirty="0">
                <a:latin typeface="Segoe UI" pitchFamily="34" charset="0"/>
              </a:rPr>
              <a:t>= </a:t>
            </a:r>
            <a:r>
              <a:rPr lang="ru-RU" sz="1800" i="1" dirty="0" err="1">
                <a:latin typeface="Segoe UI" pitchFamily="34" charset="0"/>
              </a:rPr>
              <a:t>p</a:t>
            </a:r>
            <a:r>
              <a:rPr lang="ru-RU" sz="1800" baseline="-25000" dirty="0" err="1">
                <a:latin typeface="Segoe UI" pitchFamily="34" charset="0"/>
              </a:rPr>
              <a:t>1</a:t>
            </a:r>
            <a:r>
              <a:rPr lang="ru-RU" sz="1800" baseline="-25000" dirty="0">
                <a:latin typeface="Segoe UI" pitchFamily="34" charset="0"/>
              </a:rPr>
              <a:t> </a:t>
            </a:r>
            <a:r>
              <a:rPr lang="ru-RU" sz="1800" i="1" dirty="0">
                <a:latin typeface="Segoe UI" pitchFamily="34" charset="0"/>
              </a:rPr>
              <a:t>+ </a:t>
            </a:r>
            <a:r>
              <a:rPr lang="ru-RU" sz="1800" i="1" dirty="0" err="1">
                <a:latin typeface="Segoe UI" pitchFamily="34" charset="0"/>
              </a:rPr>
              <a:t>p</a:t>
            </a:r>
            <a:r>
              <a:rPr lang="ru-RU" sz="1800" baseline="-25000" dirty="0" err="1">
                <a:latin typeface="Segoe UI" pitchFamily="34" charset="0"/>
              </a:rPr>
              <a:t>2</a:t>
            </a:r>
            <a:r>
              <a:rPr lang="ru-RU" sz="1800" baseline="-25000" dirty="0">
                <a:latin typeface="Segoe UI" pitchFamily="34" charset="0"/>
              </a:rPr>
              <a:t> </a:t>
            </a:r>
            <a:r>
              <a:rPr lang="ru-RU" sz="1800" dirty="0">
                <a:latin typeface="Segoe UI" pitchFamily="34" charset="0"/>
              </a:rPr>
              <a:t>+ … + </a:t>
            </a:r>
            <a:r>
              <a:rPr lang="ru-RU" sz="1800" i="1" dirty="0" err="1">
                <a:latin typeface="Segoe UI" pitchFamily="34" charset="0"/>
              </a:rPr>
              <a:t>p</a:t>
            </a:r>
            <a:r>
              <a:rPr lang="ru-RU" sz="1800" i="1" baseline="-25000" dirty="0" err="1">
                <a:latin typeface="Segoe UI" pitchFamily="34" charset="0"/>
              </a:rPr>
              <a:t>k</a:t>
            </a:r>
            <a:endParaRPr lang="ru-RU" sz="1800" dirty="0">
              <a:latin typeface="Segoe UI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Segoe UI" pitchFamily="34" charset="0"/>
              </a:rPr>
              <a:t>причем на </a:t>
            </a:r>
            <a:r>
              <a:rPr lang="ru-RU" sz="1800" i="1" dirty="0" err="1">
                <a:latin typeface="Segoe UI" pitchFamily="34" charset="0"/>
              </a:rPr>
              <a:t>р</a:t>
            </a:r>
            <a:r>
              <a:rPr lang="ru-RU" sz="1800" i="1" baseline="-25000" dirty="0" err="1">
                <a:latin typeface="Segoe UI" pitchFamily="34" charset="0"/>
              </a:rPr>
              <a:t>i</a:t>
            </a:r>
            <a:r>
              <a:rPr lang="ru-RU" sz="1800" dirty="0">
                <a:latin typeface="Segoe UI" pitchFamily="34" charset="0"/>
              </a:rPr>
              <a:t> могут накладываться различные ограничения.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800" dirty="0"/>
              <a:t>Поясним различие между композициями, композициями из </a:t>
            </a:r>
            <a:r>
              <a:rPr lang="ru-RU" sz="1800" i="1" dirty="0"/>
              <a:t>k</a:t>
            </a:r>
            <a:r>
              <a:rPr lang="ru-RU" sz="1800" dirty="0"/>
              <a:t> частей и разбиениями на примере </a:t>
            </a:r>
            <a:r>
              <a:rPr lang="en-US" sz="1800" i="1" dirty="0">
                <a:solidFill>
                  <a:schemeClr val="accent6"/>
                </a:solidFill>
              </a:rPr>
              <a:t>N</a:t>
            </a:r>
            <a:r>
              <a:rPr lang="ru-RU" sz="1800" dirty="0">
                <a:solidFill>
                  <a:schemeClr val="accent6"/>
                </a:solidFill>
              </a:rPr>
              <a:t>=3,</a:t>
            </a:r>
            <a:r>
              <a:rPr lang="ru-RU" sz="1800" i="1" dirty="0">
                <a:solidFill>
                  <a:schemeClr val="accent6"/>
                </a:solidFill>
              </a:rPr>
              <a:t> </a:t>
            </a:r>
            <a:endParaRPr lang="ru-RU" sz="1800" dirty="0">
              <a:solidFill>
                <a:schemeClr val="accent6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827496"/>
              </p:ext>
            </p:extLst>
          </p:nvPr>
        </p:nvGraphicFramePr>
        <p:xfrm>
          <a:off x="1785740" y="3966251"/>
          <a:ext cx="8497192" cy="238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60"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композиции: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(3), (1,2), (2,1), (1,1,1)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композиции из двух частей </a:t>
                      </a:r>
                      <a:r>
                        <a:rPr lang="en-US" sz="1800" b="0" i="1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k</a:t>
                      </a:r>
                      <a:r>
                        <a:rPr lang="en-US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=2</a:t>
                      </a: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,</a:t>
                      </a:r>
                      <a:r>
                        <a:rPr lang="ru-RU" sz="1800" b="0" baseline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 ограничение </a:t>
                      </a:r>
                      <a:r>
                        <a:rPr lang="ru-RU" sz="1800" b="0" i="1" dirty="0" err="1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р</a:t>
                      </a:r>
                      <a:r>
                        <a:rPr lang="ru-RU" sz="1800" b="0" i="1" baseline="-25000" dirty="0" err="1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i</a:t>
                      </a:r>
                      <a:r>
                        <a:rPr lang="ru-RU" sz="1800" b="0" i="1" baseline="-2500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 </a:t>
                      </a: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&gt; 0: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(1,2), (2,1)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композиции из двух частей </a:t>
                      </a:r>
                      <a:r>
                        <a:rPr lang="en-US" sz="1800" b="0" i="1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k</a:t>
                      </a:r>
                      <a:r>
                        <a:rPr lang="en-US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=2</a:t>
                      </a: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,</a:t>
                      </a:r>
                      <a:r>
                        <a:rPr lang="ru-RU" sz="1800" b="0" baseline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 ограничение </a:t>
                      </a:r>
                      <a:r>
                        <a:rPr lang="ru-RU" sz="1800" b="0" i="1" dirty="0" err="1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р</a:t>
                      </a:r>
                      <a:r>
                        <a:rPr lang="ru-RU" sz="1800" b="0" i="1" baseline="-25000" dirty="0" err="1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i</a:t>
                      </a:r>
                      <a:r>
                        <a:rPr lang="ru-RU" sz="1800" b="0" i="1" baseline="-2500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 </a:t>
                      </a:r>
                      <a:r>
                        <a:rPr lang="en-US" sz="1800" b="0" i="0" baseline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&gt;=</a:t>
                      </a:r>
                      <a:r>
                        <a:rPr lang="ru-RU" sz="1800" b="0" i="0" baseline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 </a:t>
                      </a: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0: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(0,3), (1,2), (2,1), (3,0)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разбиения: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rgbClr val="002060"/>
                          </a:solidFill>
                          <a:latin typeface="Segoe UI" pitchFamily="34" charset="0"/>
                        </a:rPr>
                        <a:t>{3}, {1,2}, {1,1,1}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DF20F6-A502-2477-30D1-4BC6E830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A78957-AFD7-7019-24AC-7F620D03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46</a:t>
            </a:fld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dirty="0"/>
              <a:t>Количество комбинаторных объектов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703512" y="1340768"/>
          <a:ext cx="8784976" cy="542781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085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457">
                <a:tc>
                  <a:txBody>
                    <a:bodyPr/>
                    <a:lstStyle/>
                    <a:p>
                      <a:r>
                        <a:rPr lang="ru-RU" sz="1800" b="0" dirty="0">
                          <a:latin typeface="Segoe UI" pitchFamily="34" charset="0"/>
                        </a:rPr>
                        <a:t>Перестановки из </a:t>
                      </a:r>
                      <a:r>
                        <a:rPr lang="en-US" sz="1800" b="0" i="1" dirty="0">
                          <a:latin typeface="Segoe UI" pitchFamily="34" charset="0"/>
                        </a:rPr>
                        <a:t>N</a:t>
                      </a:r>
                      <a:r>
                        <a:rPr lang="ru-RU" sz="1800" b="0" dirty="0">
                          <a:latin typeface="Segoe UI" pitchFamily="34" charset="0"/>
                        </a:rPr>
                        <a:t> элементов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latin typeface="Segoe UI" pitchFamily="34" charset="0"/>
                        </a:rPr>
                        <a:t>N</a:t>
                      </a:r>
                      <a:r>
                        <a:rPr lang="en-US" sz="2000" b="0" dirty="0">
                          <a:latin typeface="Segoe UI" pitchFamily="34" charset="0"/>
                        </a:rPr>
                        <a:t>!</a:t>
                      </a:r>
                      <a:endParaRPr lang="ru-RU" sz="2000" b="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Segoe UI" pitchFamily="34" charset="0"/>
                        </a:rPr>
                        <a:t>Перестановки из </a:t>
                      </a:r>
                      <a:r>
                        <a:rPr lang="en-US" sz="1800" i="1" dirty="0">
                          <a:latin typeface="Segoe UI" pitchFamily="34" charset="0"/>
                        </a:rPr>
                        <a:t>N</a:t>
                      </a:r>
                      <a:r>
                        <a:rPr lang="ru-RU" sz="1800" dirty="0">
                          <a:latin typeface="Segoe UI" pitchFamily="34" charset="0"/>
                        </a:rPr>
                        <a:t> элементов с повторениями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Segoe UI" pitchFamily="34" charset="0"/>
                        </a:rPr>
                        <a:t>Размещения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 из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N</a:t>
                      </a:r>
                      <a:r>
                        <a:rPr lang="en-US" sz="1800" baseline="0" dirty="0">
                          <a:latin typeface="Segoe UI" pitchFamily="34" charset="0"/>
                        </a:rPr>
                        <a:t> 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элементов по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M</a:t>
                      </a:r>
                      <a:endParaRPr lang="ru-RU" sz="1800" i="1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Segoe UI" pitchFamily="34" charset="0"/>
                        </a:rPr>
                        <a:t>Размещения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 длины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k</a:t>
                      </a:r>
                      <a:r>
                        <a:rPr lang="en-US" sz="1800" baseline="0" dirty="0">
                          <a:latin typeface="Segoe UI" pitchFamily="34" charset="0"/>
                        </a:rPr>
                        <a:t> 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из элементов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N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 типов</a:t>
                      </a:r>
                      <a:r>
                        <a:rPr lang="en-US" sz="1800" baseline="0" dirty="0">
                          <a:latin typeface="Segoe UI" pitchFamily="34" charset="0"/>
                        </a:rPr>
                        <a:t> 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с повторениями</a:t>
                      </a:r>
                      <a:endParaRPr lang="ru-RU" sz="18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Segoe UI" pitchFamily="34" charset="0"/>
                        </a:rPr>
                        <a:t>Сочетания 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из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N</a:t>
                      </a:r>
                      <a:r>
                        <a:rPr lang="en-US" sz="1800" baseline="0" dirty="0">
                          <a:latin typeface="Segoe UI" pitchFamily="34" charset="0"/>
                        </a:rPr>
                        <a:t> 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элементов по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M </a:t>
                      </a:r>
                      <a:endParaRPr lang="ru-RU" sz="1800" i="1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Segoe UI" pitchFamily="34" charset="0"/>
                        </a:rPr>
                        <a:t>Сочетания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N</a:t>
                      </a:r>
                      <a:r>
                        <a:rPr lang="en-US" sz="1800" baseline="0" dirty="0">
                          <a:latin typeface="Segoe UI" pitchFamily="34" charset="0"/>
                        </a:rPr>
                        <a:t> 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элементов из элементов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k</a:t>
                      </a:r>
                      <a:r>
                        <a:rPr lang="en-US" sz="1800" baseline="0" dirty="0">
                          <a:latin typeface="Segoe UI" pitchFamily="34" charset="0"/>
                        </a:rPr>
                        <a:t> 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типов</a:t>
                      </a:r>
                      <a:r>
                        <a:rPr lang="ru-RU" sz="1800" dirty="0">
                          <a:latin typeface="Segoe UI" pitchFamily="34" charset="0"/>
                        </a:rPr>
                        <a:t> с повторениями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Segoe UI" pitchFamily="34" charset="0"/>
                        </a:rPr>
                        <a:t>Композиции </a:t>
                      </a:r>
                      <a:r>
                        <a:rPr lang="en-US" sz="1800" i="1" dirty="0">
                          <a:latin typeface="Segoe UI" pitchFamily="34" charset="0"/>
                        </a:rPr>
                        <a:t>N</a:t>
                      </a:r>
                      <a:endParaRPr lang="ru-RU" sz="1800" i="1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egoe UI" pitchFamily="34" charset="0"/>
                        </a:rPr>
                        <a:t>2</a:t>
                      </a:r>
                      <a:r>
                        <a:rPr lang="en-US" sz="2000" baseline="30000" dirty="0">
                          <a:latin typeface="Segoe UI" pitchFamily="34" charset="0"/>
                        </a:rPr>
                        <a:t>N-1</a:t>
                      </a:r>
                      <a:endParaRPr lang="ru-RU" sz="2000" baseline="30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Segoe UI" pitchFamily="34" charset="0"/>
                        </a:rPr>
                        <a:t>Композиции </a:t>
                      </a:r>
                      <a:r>
                        <a:rPr lang="en-US" sz="1800" i="1" dirty="0">
                          <a:latin typeface="Segoe UI" pitchFamily="34" charset="0"/>
                        </a:rPr>
                        <a:t>N</a:t>
                      </a:r>
                      <a:r>
                        <a:rPr lang="ru-RU" sz="1800" dirty="0">
                          <a:latin typeface="Segoe UI" pitchFamily="34" charset="0"/>
                        </a:rPr>
                        <a:t> из </a:t>
                      </a:r>
                      <a:r>
                        <a:rPr lang="ru-RU" sz="1800" i="1" dirty="0" err="1">
                          <a:latin typeface="Segoe UI" pitchFamily="34" charset="0"/>
                        </a:rPr>
                        <a:t>k</a:t>
                      </a:r>
                      <a:r>
                        <a:rPr lang="ru-RU" sz="1800" dirty="0">
                          <a:latin typeface="Segoe UI" pitchFamily="34" charset="0"/>
                        </a:rPr>
                        <a:t> частей при </a:t>
                      </a:r>
                      <a:r>
                        <a:rPr lang="ru-RU" sz="1800" i="1" dirty="0" err="1">
                          <a:latin typeface="Segoe UI" pitchFamily="34" charset="0"/>
                        </a:rPr>
                        <a:t>р</a:t>
                      </a:r>
                      <a:r>
                        <a:rPr lang="ru-RU" sz="1800" i="1" baseline="-25000" dirty="0" err="1">
                          <a:latin typeface="Segoe UI" pitchFamily="34" charset="0"/>
                        </a:rPr>
                        <a:t>i</a:t>
                      </a:r>
                      <a:r>
                        <a:rPr lang="ru-RU" sz="1800" dirty="0">
                          <a:latin typeface="Segoe UI" pitchFamily="34" charset="0"/>
                        </a:rPr>
                        <a:t>&gt;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Segoe UI" pitchFamily="34" charset="0"/>
                        </a:rPr>
                        <a:t>Композиции </a:t>
                      </a:r>
                      <a:r>
                        <a:rPr lang="en-US" sz="1800" i="1" dirty="0">
                          <a:latin typeface="Segoe UI" pitchFamily="34" charset="0"/>
                        </a:rPr>
                        <a:t>N</a:t>
                      </a:r>
                      <a:r>
                        <a:rPr lang="ru-RU" sz="1800" dirty="0">
                          <a:latin typeface="Segoe UI" pitchFamily="34" charset="0"/>
                        </a:rPr>
                        <a:t> из </a:t>
                      </a:r>
                      <a:r>
                        <a:rPr lang="ru-RU" sz="1800" i="1" dirty="0" err="1">
                          <a:latin typeface="Segoe UI" pitchFamily="34" charset="0"/>
                        </a:rPr>
                        <a:t>k</a:t>
                      </a:r>
                      <a:r>
                        <a:rPr lang="ru-RU" sz="1800" dirty="0">
                          <a:latin typeface="Segoe UI" pitchFamily="34" charset="0"/>
                        </a:rPr>
                        <a:t> частей при </a:t>
                      </a:r>
                      <a:r>
                        <a:rPr lang="ru-RU" sz="1800" i="1" dirty="0" err="1">
                          <a:latin typeface="Segoe UI" pitchFamily="34" charset="0"/>
                        </a:rPr>
                        <a:t>р</a:t>
                      </a:r>
                      <a:r>
                        <a:rPr lang="ru-RU" sz="1800" i="1" baseline="-25000" dirty="0" err="1">
                          <a:latin typeface="Segoe UI" pitchFamily="34" charset="0"/>
                        </a:rPr>
                        <a:t>i</a:t>
                      </a:r>
                      <a:r>
                        <a:rPr lang="ru-RU" sz="1800" dirty="0">
                          <a:latin typeface="Segoe UI" pitchFamily="34" charset="0"/>
                        </a:rPr>
                        <a:t>&gt;=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457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Segoe UI" pitchFamily="34" charset="0"/>
                        </a:rPr>
                        <a:t>Разбиение</a:t>
                      </a:r>
                      <a:r>
                        <a:rPr lang="ru-RU" sz="1800" baseline="0" dirty="0">
                          <a:latin typeface="Segoe UI" pitchFamily="34" charset="0"/>
                        </a:rPr>
                        <a:t> </a:t>
                      </a:r>
                      <a:r>
                        <a:rPr lang="en-US" sz="1800" i="1" baseline="0" dirty="0">
                          <a:latin typeface="Segoe UI" pitchFamily="34" charset="0"/>
                        </a:rPr>
                        <a:t>N</a:t>
                      </a:r>
                      <a:endParaRPr lang="ru-RU" sz="1800" i="1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Segoe UI" pitchFamily="34" charset="0"/>
                        </a:rPr>
                        <a:t>Ассимпт.ф-лы</a:t>
                      </a:r>
                      <a:endParaRPr lang="ru-RU" sz="2000" dirty="0">
                        <a:latin typeface="Segoe U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8760295" y="5229201"/>
          <a:ext cx="545470" cy="432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304668" imgH="241195" progId="Equation.3">
                  <p:embed/>
                </p:oleObj>
              </mc:Choice>
              <mc:Fallback>
                <p:oleObj name="Формула" r:id="rId3" imgW="304668" imgH="241195" progId="Equation.3">
                  <p:embed/>
                  <p:pic>
                    <p:nvPicPr>
                      <p:cNvPr id="798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0295" y="5229201"/>
                        <a:ext cx="545470" cy="4320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" name="Object 2"/>
          <p:cNvGraphicFramePr>
            <a:graphicFrameLocks noChangeAspect="1"/>
          </p:cNvGraphicFramePr>
          <p:nvPr/>
        </p:nvGraphicFramePr>
        <p:xfrm>
          <a:off x="8645615" y="5733256"/>
          <a:ext cx="591362" cy="47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5" imgW="418918" imgH="241195" progId="Equation.3">
                  <p:embed/>
                </p:oleObj>
              </mc:Choice>
              <mc:Fallback>
                <p:oleObj name="Формула" r:id="rId5" imgW="418918" imgH="241195" progId="Equation.3">
                  <p:embed/>
                  <p:pic>
                    <p:nvPicPr>
                      <p:cNvPr id="7987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5615" y="5733256"/>
                        <a:ext cx="591362" cy="473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2"/>
          <p:cNvGraphicFramePr>
            <a:graphicFrameLocks noChangeAspect="1"/>
          </p:cNvGraphicFramePr>
          <p:nvPr/>
        </p:nvGraphicFramePr>
        <p:xfrm>
          <a:off x="8400256" y="2420888"/>
          <a:ext cx="1296144" cy="548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7" imgW="990360" imgH="419040" progId="Equation.3">
                  <p:embed/>
                </p:oleObj>
              </mc:Choice>
              <mc:Fallback>
                <p:oleObj name="Формула" r:id="rId7" imgW="990360" imgH="419040" progId="Equation.3">
                  <p:embed/>
                  <p:pic>
                    <p:nvPicPr>
                      <p:cNvPr id="798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0256" y="2420888"/>
                        <a:ext cx="1296144" cy="5482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7968209" y="1916832"/>
          <a:ext cx="2211171" cy="488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9" imgW="1955520" imgH="431640" progId="Equation.3">
                  <p:embed/>
                </p:oleObj>
              </mc:Choice>
              <mc:Fallback>
                <p:oleObj name="Формула" r:id="rId9" imgW="1955520" imgH="431640" progId="Equation.3">
                  <p:embed/>
                  <p:pic>
                    <p:nvPicPr>
                      <p:cNvPr id="79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8209" y="1916832"/>
                        <a:ext cx="2211171" cy="4884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77423F-51C4-4F22-8FA3-C798164DDAC3}"/>
                  </a:ext>
                </a:extLst>
              </p:cNvPr>
              <p:cNvSpPr txBox="1"/>
              <p:nvPr/>
            </p:nvSpPr>
            <p:spPr>
              <a:xfrm>
                <a:off x="7865403" y="4238086"/>
                <a:ext cx="2606867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sz="2000" i="1">
                            <a:latin typeface="Cambria Math"/>
                          </a:rPr>
                          <m:t>−1</m:t>
                        </m:r>
                      </m:sup>
                    </m:sSubSup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77423F-51C4-4F22-8FA3-C798164DD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403" y="4238086"/>
                <a:ext cx="2606867" cy="376321"/>
              </a:xfrm>
              <a:prstGeom prst="rect">
                <a:avLst/>
              </a:prstGeom>
              <a:blipFill>
                <a:blip r:embed="rId12"/>
                <a:stretch>
                  <a:fillRect l="-3398"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418149-4307-44FB-B450-06A1F5AA7FAD}"/>
                  </a:ext>
                </a:extLst>
              </p:cNvPr>
              <p:cNvSpPr txBox="1"/>
              <p:nvPr/>
            </p:nvSpPr>
            <p:spPr>
              <a:xfrm>
                <a:off x="8149208" y="3016557"/>
                <a:ext cx="1584176" cy="3763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418149-4307-44FB-B450-06A1F5AA7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08" y="3016557"/>
                <a:ext cx="1584176" cy="376321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39572D-C961-491C-A132-D1306D016FE6}"/>
                  </a:ext>
                </a:extLst>
              </p:cNvPr>
              <p:cNvSpPr txBox="1"/>
              <p:nvPr/>
            </p:nvSpPr>
            <p:spPr>
              <a:xfrm>
                <a:off x="8001210" y="3573017"/>
                <a:ext cx="2335255" cy="495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39572D-C961-491C-A132-D1306D01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210" y="3573017"/>
                <a:ext cx="2335255" cy="495841"/>
              </a:xfrm>
              <a:prstGeom prst="rect">
                <a:avLst/>
              </a:prstGeom>
              <a:blipFill>
                <a:blip r:embed="rId14"/>
                <a:stretch>
                  <a:fillRect l="-1622" t="-2500" r="-1081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2A3F4466-DC67-3071-5AC9-5FB9A9CE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1F2319-AE57-A0D4-98DE-3EC3351D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8540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A1928A-BBEA-CA47-AE08-B80F6CA6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E179CA-ECD7-A76C-5201-E7DB12C95A87}"/>
              </a:ext>
            </a:extLst>
          </p:cNvPr>
          <p:cNvSpPr/>
          <p:nvPr/>
        </p:nvSpPr>
        <p:spPr>
          <a:xfrm>
            <a:off x="4953000" y="772630"/>
            <a:ext cx="2286000" cy="889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Среди выбранных элементов есть одинаковые?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9068D1-9219-CF12-29A0-5646CA7FAA5D}"/>
              </a:ext>
            </a:extLst>
          </p:cNvPr>
          <p:cNvSpPr/>
          <p:nvPr/>
        </p:nvSpPr>
        <p:spPr>
          <a:xfrm>
            <a:off x="8229600" y="1645754"/>
            <a:ext cx="3225800" cy="1362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Выбранные </a:t>
            </a:r>
            <a:r>
              <a:rPr lang="en-US" dirty="0"/>
              <a:t>m </a:t>
            </a:r>
            <a:r>
              <a:rPr lang="ru-RU" dirty="0"/>
              <a:t>элементов нужно разместить по </a:t>
            </a:r>
            <a:r>
              <a:rPr lang="en-US" dirty="0"/>
              <a:t>k </a:t>
            </a:r>
            <a:r>
              <a:rPr lang="ru-RU" dirty="0"/>
              <a:t>различным местам? (порядок имеет значение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0E5B3E0-179A-7579-B24D-405331C73C25}"/>
              </a:ext>
            </a:extLst>
          </p:cNvPr>
          <p:cNvSpPr/>
          <p:nvPr/>
        </p:nvSpPr>
        <p:spPr>
          <a:xfrm>
            <a:off x="965200" y="1645755"/>
            <a:ext cx="3225800" cy="1362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Выбранные </a:t>
            </a:r>
            <a:r>
              <a:rPr lang="en-US" dirty="0"/>
              <a:t>k </a:t>
            </a:r>
            <a:r>
              <a:rPr lang="ru-RU" dirty="0"/>
              <a:t>элементов нужно разместить по </a:t>
            </a:r>
            <a:r>
              <a:rPr lang="en-US" dirty="0"/>
              <a:t>k </a:t>
            </a:r>
            <a:r>
              <a:rPr lang="ru-RU" dirty="0"/>
              <a:t>различным местам? (порядок имеет значение)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6533911-13DF-D60A-7D04-79893E63F630}"/>
              </a:ext>
            </a:extLst>
          </p:cNvPr>
          <p:cNvSpPr/>
          <p:nvPr/>
        </p:nvSpPr>
        <p:spPr>
          <a:xfrm>
            <a:off x="1902861" y="3551384"/>
            <a:ext cx="1282700" cy="463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 = n? 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8984A3-238D-0FEE-D580-65EB0951A970}"/>
              </a:ext>
            </a:extLst>
          </p:cNvPr>
          <p:cNvSpPr/>
          <p:nvPr/>
        </p:nvSpPr>
        <p:spPr>
          <a:xfrm>
            <a:off x="9238284" y="3771763"/>
            <a:ext cx="1282700" cy="463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 = n? 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4CEA3D2-6F0E-DE01-68FC-D25324DA13CF}"/>
              </a:ext>
            </a:extLst>
          </p:cNvPr>
          <p:cNvCxnSpPr>
            <a:stCxn id="6" idx="1"/>
            <a:endCxn id="8" idx="0"/>
          </p:cNvCxnSpPr>
          <p:nvPr/>
        </p:nvCxnSpPr>
        <p:spPr>
          <a:xfrm flipH="1">
            <a:off x="2578100" y="1217130"/>
            <a:ext cx="2374900" cy="428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6F45E25-3C6F-3529-9976-5EBB3B28704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39000" y="1217130"/>
            <a:ext cx="2489200" cy="428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CA86139-40F4-1FB6-AAFB-F87324222B72}"/>
              </a:ext>
            </a:extLst>
          </p:cNvPr>
          <p:cNvCxnSpPr>
            <a:cxnSpLocks/>
            <a:stCxn id="8" idx="3"/>
            <a:endCxn id="55" idx="1"/>
          </p:cNvCxnSpPr>
          <p:nvPr/>
        </p:nvCxnSpPr>
        <p:spPr>
          <a:xfrm flipV="1">
            <a:off x="4191000" y="2191869"/>
            <a:ext cx="441186" cy="1349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4BCADFA-B9BF-453A-A43E-1406AB983CA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544211" y="3007830"/>
            <a:ext cx="33889" cy="543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4E3354A9-D4F0-6C52-214C-C4A5F4E1B29B}"/>
              </a:ext>
            </a:extLst>
          </p:cNvPr>
          <p:cNvCxnSpPr>
            <a:cxnSpLocks/>
            <a:stCxn id="9" idx="2"/>
            <a:endCxn id="89" idx="0"/>
          </p:cNvCxnSpPr>
          <p:nvPr/>
        </p:nvCxnSpPr>
        <p:spPr>
          <a:xfrm flipH="1">
            <a:off x="2541933" y="4014934"/>
            <a:ext cx="2278" cy="5885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C9DD1090-7899-B0FA-8158-A3BE9D4EE090}"/>
              </a:ext>
            </a:extLst>
          </p:cNvPr>
          <p:cNvCxnSpPr>
            <a:cxnSpLocks/>
            <a:stCxn id="9" idx="3"/>
            <a:endCxn id="59" idx="1"/>
          </p:cNvCxnSpPr>
          <p:nvPr/>
        </p:nvCxnSpPr>
        <p:spPr>
          <a:xfrm flipV="1">
            <a:off x="3185561" y="3771763"/>
            <a:ext cx="604423" cy="113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61247C0F-E348-D630-DBB2-B21819F63A11}"/>
              </a:ext>
            </a:extLst>
          </p:cNvPr>
          <p:cNvCxnSpPr>
            <a:cxnSpLocks/>
            <a:stCxn id="7" idx="1"/>
            <a:endCxn id="65" idx="0"/>
          </p:cNvCxnSpPr>
          <p:nvPr/>
        </p:nvCxnSpPr>
        <p:spPr>
          <a:xfrm flipH="1">
            <a:off x="6905178" y="2326792"/>
            <a:ext cx="1324422" cy="4111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6CC02667-E716-38A1-3121-B8111C933CA5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842500" y="3007829"/>
            <a:ext cx="37134" cy="7639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AD65F1A-069B-B538-6F51-5B7017A746AC}"/>
              </a:ext>
            </a:extLst>
          </p:cNvPr>
          <p:cNvCxnSpPr>
            <a:cxnSpLocks/>
            <a:stCxn id="10" idx="2"/>
            <a:endCxn id="97" idx="0"/>
          </p:cNvCxnSpPr>
          <p:nvPr/>
        </p:nvCxnSpPr>
        <p:spPr>
          <a:xfrm flipH="1">
            <a:off x="9842500" y="4235313"/>
            <a:ext cx="37134" cy="8197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D584E4D7-6727-C770-F6E8-4E1B5B286656}"/>
              </a:ext>
            </a:extLst>
          </p:cNvPr>
          <p:cNvCxnSpPr>
            <a:cxnSpLocks/>
            <a:stCxn id="10" idx="1"/>
            <a:endCxn id="81" idx="3"/>
          </p:cNvCxnSpPr>
          <p:nvPr/>
        </p:nvCxnSpPr>
        <p:spPr>
          <a:xfrm flipH="1">
            <a:off x="8616676" y="4003538"/>
            <a:ext cx="621608" cy="166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538A8ED-3400-F9BD-C86C-24800305E838}"/>
              </a:ext>
            </a:extLst>
          </p:cNvPr>
          <p:cNvSpPr txBox="1"/>
          <p:nvPr/>
        </p:nvSpPr>
        <p:spPr>
          <a:xfrm>
            <a:off x="1737517" y="4183006"/>
            <a:ext cx="49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5B84BE-EB25-E775-3ED2-8B42D36972EA}"/>
              </a:ext>
            </a:extLst>
          </p:cNvPr>
          <p:cNvSpPr txBox="1"/>
          <p:nvPr/>
        </p:nvSpPr>
        <p:spPr>
          <a:xfrm>
            <a:off x="8483600" y="935628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302EEC-7933-1C5B-DA06-3638001B2B42}"/>
              </a:ext>
            </a:extLst>
          </p:cNvPr>
          <p:cNvSpPr txBox="1"/>
          <p:nvPr/>
        </p:nvSpPr>
        <p:spPr>
          <a:xfrm>
            <a:off x="1898650" y="3116337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99E256-724F-4623-A7EA-A32CD67195DE}"/>
              </a:ext>
            </a:extLst>
          </p:cNvPr>
          <p:cNvSpPr txBox="1"/>
          <p:nvPr/>
        </p:nvSpPr>
        <p:spPr>
          <a:xfrm>
            <a:off x="10102850" y="3137251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69D6A7-0C23-6838-A2BB-1BD6559A6C08}"/>
              </a:ext>
            </a:extLst>
          </p:cNvPr>
          <p:cNvSpPr txBox="1"/>
          <p:nvPr/>
        </p:nvSpPr>
        <p:spPr>
          <a:xfrm>
            <a:off x="3772522" y="983424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129ADE-AF45-E360-F935-0C0C2829B86B}"/>
              </a:ext>
            </a:extLst>
          </p:cNvPr>
          <p:cNvSpPr txBox="1"/>
          <p:nvPr/>
        </p:nvSpPr>
        <p:spPr>
          <a:xfrm>
            <a:off x="4225925" y="2482646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1DE329-424D-89BB-0CE4-D43852EAEF55}"/>
              </a:ext>
            </a:extLst>
          </p:cNvPr>
          <p:cNvSpPr txBox="1"/>
          <p:nvPr/>
        </p:nvSpPr>
        <p:spPr>
          <a:xfrm>
            <a:off x="7533725" y="1927256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FB8998-F67F-2E35-31A4-1D25F522273A}"/>
              </a:ext>
            </a:extLst>
          </p:cNvPr>
          <p:cNvSpPr txBox="1"/>
          <p:nvPr/>
        </p:nvSpPr>
        <p:spPr>
          <a:xfrm>
            <a:off x="3073124" y="3865981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39D834-26F0-445A-EE7F-F8B462609786}"/>
              </a:ext>
            </a:extLst>
          </p:cNvPr>
          <p:cNvSpPr txBox="1"/>
          <p:nvPr/>
        </p:nvSpPr>
        <p:spPr>
          <a:xfrm>
            <a:off x="8832850" y="3576193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372242-42F3-24D1-BCA2-7E7F0558B0B7}"/>
              </a:ext>
            </a:extLst>
          </p:cNvPr>
          <p:cNvSpPr txBox="1"/>
          <p:nvPr/>
        </p:nvSpPr>
        <p:spPr>
          <a:xfrm>
            <a:off x="10423525" y="4337357"/>
            <a:ext cx="89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EAFA712F-0109-0C3A-D99E-0E1D96303E7E}"/>
                  </a:ext>
                </a:extLst>
              </p:cNvPr>
              <p:cNvSpPr/>
              <p:nvPr/>
            </p:nvSpPr>
            <p:spPr>
              <a:xfrm>
                <a:off x="4632186" y="1885216"/>
                <a:ext cx="1479690" cy="6133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EAFA712F-0109-0C3A-D99E-0E1D96303E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186" y="1885216"/>
                <a:ext cx="1479690" cy="6133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Прямоугольник 58">
                <a:extLst>
                  <a:ext uri="{FF2B5EF4-FFF2-40B4-BE49-F238E27FC236}">
                    <a16:creationId xmlns:a16="http://schemas.microsoft.com/office/drawing/2014/main" id="{8D6460F1-DCB8-2466-BDE5-562970F0C0FF}"/>
                  </a:ext>
                </a:extLst>
              </p:cNvPr>
              <p:cNvSpPr/>
              <p:nvPr/>
            </p:nvSpPr>
            <p:spPr>
              <a:xfrm>
                <a:off x="3789984" y="3539988"/>
                <a:ext cx="1282700" cy="4635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acc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59" name="Прямоугольник 58">
                <a:extLst>
                  <a:ext uri="{FF2B5EF4-FFF2-40B4-BE49-F238E27FC236}">
                    <a16:creationId xmlns:a16="http://schemas.microsoft.com/office/drawing/2014/main" id="{8D6460F1-DCB8-2466-BDE5-562970F0C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984" y="3539988"/>
                <a:ext cx="1282700" cy="463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Прямоугольник 64">
                <a:extLst>
                  <a:ext uri="{FF2B5EF4-FFF2-40B4-BE49-F238E27FC236}">
                    <a16:creationId xmlns:a16="http://schemas.microsoft.com/office/drawing/2014/main" id="{0B8B9831-4EDE-C8DC-5C0F-DB5F4BBB5A6E}"/>
                  </a:ext>
                </a:extLst>
              </p:cNvPr>
              <p:cNvSpPr/>
              <p:nvPr/>
            </p:nvSpPr>
            <p:spPr>
              <a:xfrm>
                <a:off x="5834823" y="2737983"/>
                <a:ext cx="2140709" cy="61330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5" name="Прямоугольник 64">
                <a:extLst>
                  <a:ext uri="{FF2B5EF4-FFF2-40B4-BE49-F238E27FC236}">
                    <a16:creationId xmlns:a16="http://schemas.microsoft.com/office/drawing/2014/main" id="{0B8B9831-4EDE-C8DC-5C0F-DB5F4BBB5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823" y="2737983"/>
                <a:ext cx="2140709" cy="6133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Прямоугольник 80">
                <a:extLst>
                  <a:ext uri="{FF2B5EF4-FFF2-40B4-BE49-F238E27FC236}">
                    <a16:creationId xmlns:a16="http://schemas.microsoft.com/office/drawing/2014/main" id="{5E18CE3A-7350-C076-0115-6E42159F2613}"/>
                  </a:ext>
                </a:extLst>
              </p:cNvPr>
              <p:cNvSpPr/>
              <p:nvPr/>
            </p:nvSpPr>
            <p:spPr>
              <a:xfrm>
                <a:off x="6905178" y="3713567"/>
                <a:ext cx="1711498" cy="61330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1" name="Прямоугольник 80">
                <a:extLst>
                  <a:ext uri="{FF2B5EF4-FFF2-40B4-BE49-F238E27FC236}">
                    <a16:creationId xmlns:a16="http://schemas.microsoft.com/office/drawing/2014/main" id="{5E18CE3A-7350-C076-0115-6E42159F2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178" y="3713567"/>
                <a:ext cx="1711498" cy="613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Прямоугольник 88">
                <a:extLst>
                  <a:ext uri="{FF2B5EF4-FFF2-40B4-BE49-F238E27FC236}">
                    <a16:creationId xmlns:a16="http://schemas.microsoft.com/office/drawing/2014/main" id="{3B3AE3A0-F7E0-E82A-2EC5-0CF696956C64}"/>
                  </a:ext>
                </a:extLst>
              </p:cNvPr>
              <p:cNvSpPr/>
              <p:nvPr/>
            </p:nvSpPr>
            <p:spPr>
              <a:xfrm>
                <a:off x="1115392" y="4603470"/>
                <a:ext cx="2853082" cy="6583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9" name="Прямоугольник 88">
                <a:extLst>
                  <a:ext uri="{FF2B5EF4-FFF2-40B4-BE49-F238E27FC236}">
                    <a16:creationId xmlns:a16="http://schemas.microsoft.com/office/drawing/2014/main" id="{3B3AE3A0-F7E0-E82A-2EC5-0CF696956C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392" y="4603470"/>
                <a:ext cx="2853082" cy="6583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Прямоугольник 96">
                <a:extLst>
                  <a:ext uri="{FF2B5EF4-FFF2-40B4-BE49-F238E27FC236}">
                    <a16:creationId xmlns:a16="http://schemas.microsoft.com/office/drawing/2014/main" id="{70950A78-A0A4-E737-A7ED-1BFCB649B694}"/>
                  </a:ext>
                </a:extLst>
              </p:cNvPr>
              <p:cNvSpPr/>
              <p:nvPr/>
            </p:nvSpPr>
            <p:spPr>
              <a:xfrm>
                <a:off x="9201150" y="5055079"/>
                <a:ext cx="1282700" cy="41350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7" name="Прямоугольник 96">
                <a:extLst>
                  <a:ext uri="{FF2B5EF4-FFF2-40B4-BE49-F238E27FC236}">
                    <a16:creationId xmlns:a16="http://schemas.microsoft.com/office/drawing/2014/main" id="{70950A78-A0A4-E737-A7ED-1BFCB649B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50" y="5055079"/>
                <a:ext cx="1282700" cy="4135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Номер слайда 102">
            <a:extLst>
              <a:ext uri="{FF2B5EF4-FFF2-40B4-BE49-F238E27FC236}">
                <a16:creationId xmlns:a16="http://schemas.microsoft.com/office/drawing/2014/main" id="{E6112C14-5D0E-CE01-3F75-93A45781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350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dirty="0"/>
              <a:t>Задачи</a:t>
            </a:r>
            <a:r>
              <a:rPr lang="en-US" dirty="0"/>
              <a:t> </a:t>
            </a:r>
            <a:r>
              <a:rPr lang="ru-RU" dirty="0"/>
              <a:t>генерации комбинаторных объектов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44824"/>
            <a:ext cx="11328400" cy="4374531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b="1" dirty="0"/>
              <a:t>Условие</a:t>
            </a:r>
          </a:p>
          <a:p>
            <a:pPr marL="0" indent="0">
              <a:buNone/>
            </a:pPr>
            <a:r>
              <a:rPr lang="ru-RU" sz="2400" dirty="0"/>
              <a:t>Если имеется </a:t>
            </a:r>
            <a:r>
              <a:rPr lang="ru-RU" sz="2400" i="1" dirty="0"/>
              <a:t>N</a:t>
            </a:r>
            <a:r>
              <a:rPr lang="ru-RU" sz="2400" dirty="0"/>
              <a:t> объектов, то задается взаимно однозначное соответствие между целыми числами 0, 1, …, </a:t>
            </a:r>
            <a:r>
              <a:rPr lang="ru-RU" sz="2400" i="1" dirty="0"/>
              <a:t>N </a:t>
            </a:r>
            <a:r>
              <a:rPr lang="ru-RU" sz="2400" dirty="0"/>
              <a:t>- 1 и </a:t>
            </a:r>
            <a:r>
              <a:rPr lang="ru-RU" sz="2400" i="1" dirty="0"/>
              <a:t>N</a:t>
            </a:r>
            <a:r>
              <a:rPr lang="ru-RU" sz="2400" dirty="0"/>
              <a:t> объектами. Работаем с целыми числами от 0 до </a:t>
            </a:r>
            <a:r>
              <a:rPr lang="ru-RU" sz="2400" i="1" dirty="0"/>
              <a:t>N</a:t>
            </a:r>
            <a:r>
              <a:rPr lang="ru-RU" sz="2400" dirty="0"/>
              <a:t>-1, которыми пронумерованы объекты.</a:t>
            </a:r>
          </a:p>
          <a:p>
            <a:pPr marL="0" indent="0">
              <a:buNone/>
            </a:pPr>
            <a:r>
              <a:rPr lang="ru-RU" sz="2400" b="1" i="1" dirty="0">
                <a:ea typeface="Segoe UI" panose="020B0502040204020203" pitchFamily="34" charset="0"/>
                <a:cs typeface="Segoe UI" panose="020B0502040204020203" pitchFamily="34" charset="0"/>
              </a:rPr>
              <a:t>Задачи</a:t>
            </a:r>
            <a:endParaRPr lang="ru-RU" sz="24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 eaLnBrk="0" hangingPunct="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Присвоить конфигурации индекс или получить конфигурацию по индексу</a:t>
            </a:r>
          </a:p>
          <a:p>
            <a:pPr marL="457200" indent="-457200" eaLnBrk="0" hangingPunct="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Определить общее количество возможных конфигураций (перестановок </a:t>
            </a:r>
            <a:r>
              <a:rPr lang="en-US" sz="2400" dirty="0">
                <a:ea typeface="Segoe UI" panose="020B0502040204020203" pitchFamily="34" charset="0"/>
                <a:cs typeface="Segoe UI" panose="020B0502040204020203" pitchFamily="34" charset="0"/>
              </a:rPr>
              <a:t>||</a:t>
            </a: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 сочетаний </a:t>
            </a:r>
            <a:r>
              <a:rPr lang="en-US" sz="2400" dirty="0">
                <a:ea typeface="Segoe UI" panose="020B0502040204020203" pitchFamily="34" charset="0"/>
                <a:cs typeface="Segoe UI" panose="020B0502040204020203" pitchFamily="34" charset="0"/>
              </a:rPr>
              <a:t>||</a:t>
            </a: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 разбиений</a:t>
            </a:r>
            <a:r>
              <a:rPr lang="en-US" sz="2400" dirty="0">
                <a:ea typeface="Segoe UI" panose="020B0502040204020203" pitchFamily="34" charset="0"/>
                <a:cs typeface="Segoe UI" panose="020B0502040204020203" pitchFamily="34" charset="0"/>
              </a:rPr>
              <a:t> ||</a:t>
            </a: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 композиций и т. д.)</a:t>
            </a:r>
          </a:p>
          <a:p>
            <a:pPr marL="457200" indent="-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Сгенерировать все конфигурации</a:t>
            </a:r>
          </a:p>
          <a:p>
            <a:pPr marL="457200" indent="-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Найти следующую </a:t>
            </a:r>
            <a:r>
              <a:rPr lang="en-US" sz="2400" dirty="0">
                <a:ea typeface="Segoe UI" panose="020B0502040204020203" pitchFamily="34" charset="0"/>
                <a:cs typeface="Segoe UI" panose="020B0502040204020203" pitchFamily="34" charset="0"/>
              </a:rPr>
              <a:t>||</a:t>
            </a: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 предыдущую конфигурацию</a:t>
            </a:r>
          </a:p>
          <a:p>
            <a:pPr marL="457200" indent="-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sz="2400" dirty="0">
                <a:ea typeface="Segoe UI" panose="020B0502040204020203" pitchFamily="34" charset="0"/>
                <a:cs typeface="Segoe UI" panose="020B0502040204020203" pitchFamily="34" charset="0"/>
              </a:rPr>
              <a:t>Сгенерировать случайную конфигурацию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49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34A404-54AD-7394-2205-A42603E4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dirty="0"/>
              <a:t>Подходы к порождению комбинаторных объектов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19100" y="1628800"/>
            <a:ext cx="11417300" cy="29854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ru-RU" sz="2400" dirty="0">
                <a:cs typeface="Segoe UI" panose="020B0502040204020203" pitchFamily="34" charset="0"/>
              </a:rPr>
              <a:t>При порождении комбинаторных объектов существуют два подхода:</a:t>
            </a:r>
          </a:p>
          <a:p>
            <a:pPr marL="342900" indent="-342900" eaLnBrk="0" hangingPunct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400" dirty="0">
                <a:cs typeface="Segoe UI" panose="020B0502040204020203" pitchFamily="34" charset="0"/>
              </a:rPr>
              <a:t>Систематическое порождение всех возможных конфигураций (или следующей конфигурации) </a:t>
            </a:r>
          </a:p>
          <a:p>
            <a:pPr marL="342900" indent="-342900" eaLnBrk="0" hangingPunct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400" dirty="0">
                <a:cs typeface="Segoe UI" panose="020B0502040204020203" pitchFamily="34" charset="0"/>
              </a:rPr>
              <a:t>Порождение равномерно распределенных случайных конфигураций. (Случайные конфигурации используются, например, при порождении перестановок. Нужен хороший генератор случайных чисел, дающий равномерное распределение. Здесь не рассматриваем.)</a:t>
            </a:r>
            <a:endParaRPr lang="en-US" sz="2400" dirty="0">
              <a:cs typeface="Segoe UI" panose="020B0502040204020203" pitchFamily="34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50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5CAD3B-4653-28B4-42A7-F89B8FF5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Генерация перестановок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919536" y="1556793"/>
            <a:ext cx="8229600" cy="4617674"/>
          </a:xfrm>
        </p:spPr>
        <p:txBody>
          <a:bodyPr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ru-RU" altLang="ja-JP" sz="2400" b="1" i="1" dirty="0"/>
              <a:t>Вход</a:t>
            </a:r>
            <a:r>
              <a:rPr lang="ru-RU" altLang="ja-JP" sz="2400" dirty="0"/>
              <a:t> – целое число </a:t>
            </a:r>
            <a:r>
              <a:rPr lang="en-US" altLang="ja-JP" sz="2400" i="1" dirty="0"/>
              <a:t>n</a:t>
            </a:r>
            <a:endParaRPr lang="ru-RU" altLang="ja-JP" sz="2400" i="1" dirty="0"/>
          </a:p>
          <a:p>
            <a:pPr>
              <a:spcAft>
                <a:spcPts val="600"/>
              </a:spcAft>
              <a:defRPr/>
            </a:pPr>
            <a:r>
              <a:rPr lang="ru-RU" altLang="ja-JP" sz="2400" b="1" i="1" dirty="0"/>
              <a:t>Задачи</a:t>
            </a:r>
            <a:r>
              <a:rPr lang="ru-RU" altLang="ja-JP" sz="2400" dirty="0"/>
              <a:t>: сгенерировать</a:t>
            </a:r>
          </a:p>
          <a:p>
            <a:pPr marL="817245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altLang="ja-JP" sz="2000" dirty="0"/>
              <a:t>все возможные перестановки</a:t>
            </a:r>
          </a:p>
          <a:p>
            <a:pPr marL="817245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altLang="ja-JP" sz="2000" dirty="0"/>
              <a:t>очередную перестановку</a:t>
            </a:r>
          </a:p>
          <a:p>
            <a:pPr marL="817245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altLang="ja-JP" sz="2000" dirty="0"/>
              <a:t>случайную перестановку</a:t>
            </a:r>
          </a:p>
          <a:p>
            <a:pPr>
              <a:spcAft>
                <a:spcPts val="600"/>
              </a:spcAft>
              <a:defRPr/>
            </a:pPr>
            <a:r>
              <a:rPr lang="ru-RU" altLang="ja-JP" sz="2400" dirty="0"/>
              <a:t>Основное – понятие порядка, т.е. последовательности, в которой перестановки создаются.</a:t>
            </a:r>
          </a:p>
          <a:p>
            <a:pPr marL="817245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altLang="ja-JP" sz="2000" dirty="0"/>
              <a:t>Пример: лексикографический порядок.</a:t>
            </a:r>
          </a:p>
          <a:p>
            <a:pPr marL="817245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000" dirty="0"/>
              <a:t>Еще подход: один обмен элементов для получения следующей перестановки. </a:t>
            </a:r>
          </a:p>
          <a:p>
            <a:pPr marL="817245" lvl="1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000" dirty="0"/>
              <a:t>Алгоритм Джонсона-</a:t>
            </a:r>
            <a:r>
              <a:rPr lang="ru-RU" sz="2000" dirty="0" err="1"/>
              <a:t>Троттера</a:t>
            </a:r>
            <a:r>
              <a:rPr lang="ru-RU" sz="2000" dirty="0"/>
              <a:t> – один обмен соседних элементов.</a:t>
            </a:r>
            <a:endParaRPr lang="ru-RU" altLang="ja-JP" sz="2000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51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5C48D2-B9D7-A4E9-E66E-594854E56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Лексикографический порядок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75520" y="1628800"/>
            <a:ext cx="8642350" cy="867930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ru-RU" dirty="0"/>
              <a:t>Лексикографический порядок на множестве перестановок:</a:t>
            </a:r>
          </a:p>
        </p:txBody>
      </p:sp>
      <p:sp>
        <p:nvSpPr>
          <p:cNvPr id="5" name="Содержимое 2"/>
          <p:cNvSpPr txBox="1"/>
          <p:nvPr/>
        </p:nvSpPr>
        <p:spPr bwMode="auto">
          <a:xfrm>
            <a:off x="1847528" y="4077073"/>
            <a:ext cx="8642350" cy="15081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Пример. 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=5, </a:t>
            </a:r>
            <a:r>
              <a:rPr lang="en-US" sz="2000" i="1" dirty="0" err="1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=1, 2, 3, 4</a:t>
            </a:r>
            <a:endParaRPr lang="ru-RU" sz="2000" dirty="0">
              <a:solidFill>
                <a:schemeClr val="tx1"/>
              </a:solidFill>
              <a:latin typeface="Segoe UI" panose="020B0502040204020203" pitchFamily="34" charset="0"/>
              <a:sym typeface="Symbol" panose="05050102010706020507"/>
            </a:endParaRPr>
          </a:p>
          <a:p>
            <a:pPr marL="342900" indent="-342900" algn="ctr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2345</a:t>
            </a:r>
            <a:r>
              <a:rPr lang="ru-RU" sz="2000" b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6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123</a:t>
            </a:r>
          </a:p>
          <a:p>
            <a:pPr marL="342900" indent="-342900" algn="ctr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2345</a:t>
            </a:r>
            <a:r>
              <a:rPr lang="ru-RU" sz="2000" b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7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213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Совпадает начало массива</a:t>
            </a:r>
            <a:endParaRPr lang="ru-RU" sz="2000" dirty="0">
              <a:solidFill>
                <a:schemeClr val="tx1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одержимое 2"/>
          <p:cNvSpPr txBox="1"/>
          <p:nvPr/>
        </p:nvSpPr>
        <p:spPr bwMode="auto">
          <a:xfrm>
            <a:off x="1847528" y="2492897"/>
            <a:ext cx="8642350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</a:rPr>
              <a:t>P</a:t>
            </a:r>
            <a:r>
              <a:rPr lang="en-US" sz="2000" baseline="30000" dirty="0">
                <a:solidFill>
                  <a:schemeClr val="tx1"/>
                </a:solidFill>
                <a:latin typeface="Segoe UI" panose="020B0502040204020203" pitchFamily="34" charset="0"/>
              </a:rPr>
              <a:t>(1) 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</a:rPr>
              <a:t>&lt; 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</a:rPr>
              <a:t>P</a:t>
            </a:r>
            <a:r>
              <a:rPr lang="en-US" sz="2000" baseline="30000" dirty="0">
                <a:solidFill>
                  <a:schemeClr val="tx1"/>
                </a:solidFill>
                <a:latin typeface="Segoe UI" panose="020B0502040204020203" pitchFamily="34" charset="0"/>
              </a:rPr>
              <a:t>(2)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</a:rPr>
              <a:t>тогда и только тогда, когда существует такое 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</a:rPr>
              <a:t>t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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1, что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P</a:t>
            </a:r>
            <a:r>
              <a:rPr lang="en-US" sz="2000" baseline="30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(1)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[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] 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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 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P</a:t>
            </a:r>
            <a:r>
              <a:rPr lang="en-US" sz="2000" baseline="30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(2)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[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] 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и 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P</a:t>
            </a:r>
            <a:r>
              <a:rPr lang="en-US" sz="2000" baseline="30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(1)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[</a:t>
            </a:r>
            <a:r>
              <a:rPr lang="en-US" sz="2000" i="1" dirty="0" err="1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] = 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P</a:t>
            </a:r>
            <a:r>
              <a:rPr lang="en-US" sz="2000" baseline="30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(</a:t>
            </a:r>
            <a:r>
              <a:rPr lang="ru-RU" sz="2000" baseline="30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2</a:t>
            </a:r>
            <a:r>
              <a:rPr lang="en-US" sz="2000" baseline="30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)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[</a:t>
            </a:r>
            <a:r>
              <a:rPr lang="en-US" sz="2000" i="1" dirty="0" err="1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] </a:t>
            </a:r>
            <a:r>
              <a:rPr lang="ru-RU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для всех  </a:t>
            </a:r>
            <a:r>
              <a:rPr lang="en-US" sz="2000" i="1" dirty="0" err="1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i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&lt; </a:t>
            </a:r>
            <a:r>
              <a:rPr lang="en-US" sz="2000" i="1" dirty="0">
                <a:solidFill>
                  <a:schemeClr val="tx1"/>
                </a:solidFill>
                <a:latin typeface="Segoe UI" panose="020B0502040204020203" pitchFamily="34" charset="0"/>
                <a:sym typeface="Symbol" panose="05050102010706020507"/>
              </a:rPr>
              <a:t>t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52</a:t>
            </a:fld>
            <a:endParaRPr lang="ru-RU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dirty="0"/>
              <a:t>Систематическое порождение комбинаторных объектов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847528" y="4653136"/>
            <a:ext cx="8229600" cy="1605568"/>
          </a:xfrm>
        </p:spPr>
        <p:txBody>
          <a:bodyPr>
            <a:spAutoFit/>
          </a:bodyPr>
          <a:lstStyle/>
          <a:p>
            <a:pPr marL="457200" indent="-457200">
              <a:buAutoNum type="arabicPeriod"/>
            </a:pPr>
            <a:r>
              <a:rPr lang="ru-RU" sz="2000" b="1" i="1" dirty="0"/>
              <a:t>Алгоритмы минимального изменения</a:t>
            </a:r>
            <a:r>
              <a:rPr lang="ru-RU" sz="2000" dirty="0"/>
              <a:t>: изменения текущего объекта при переходе к следующему должны быть по возможности малыми, например, обмен местами 2 элементов</a:t>
            </a:r>
          </a:p>
          <a:p>
            <a:pPr marL="457200" indent="-457200">
              <a:buAutoNum type="arabicPeriod"/>
            </a:pPr>
            <a:r>
              <a:rPr lang="ru-RU" sz="2000" b="1" dirty="0"/>
              <a:t>Перечисление целых чисел в каком-либо порядке </a:t>
            </a:r>
            <a:r>
              <a:rPr lang="ru-RU" sz="2000" dirty="0"/>
              <a:t>(лексикографическом, </a:t>
            </a:r>
            <a:r>
              <a:rPr lang="ru-RU" sz="2000" dirty="0" err="1"/>
              <a:t>антилексикографическом</a:t>
            </a:r>
            <a:r>
              <a:rPr lang="ru-RU" sz="2000" dirty="0"/>
              <a:t> и т.д.)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747628" y="1920896"/>
            <a:ext cx="6696744" cy="15081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выбрать начальную конфигурацию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условие окончания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вывести объект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преобразовать текущий объект в следующий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7993" y="3517266"/>
            <a:ext cx="878522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Замечание</a:t>
            </a: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ru-RU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При такой схеме алгоритм выполняет еще одно преобразование после того, как выведен последний объект.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919537" y="1484784"/>
            <a:ext cx="6517481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Схема алгоритма систематического порождения :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53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351585" y="4225206"/>
            <a:ext cx="59683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преобразовать текущий объект в следующий:</a:t>
            </a:r>
            <a:endParaRPr lang="ru-RU" sz="2000" i="1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82499BD9-ACC4-8D16-F107-7BBF3BA0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2800" dirty="0"/>
              <a:t>Алгоритм </a:t>
            </a:r>
            <a:r>
              <a:rPr lang="en-US" sz="2800" dirty="0"/>
              <a:t> </a:t>
            </a:r>
            <a:r>
              <a:rPr lang="ru-RU" sz="2800" dirty="0"/>
              <a:t>порождения перестановок в лексикографическом порядке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204914" y="1690688"/>
            <a:ext cx="5686174" cy="4057521"/>
          </a:xfrm>
        </p:spPr>
        <p:txBody>
          <a:bodyPr wrap="square">
            <a:spAutoFit/>
          </a:bodyPr>
          <a:lstStyle/>
          <a:p>
            <a:r>
              <a:rPr lang="ru-RU" sz="2000" dirty="0"/>
              <a:t>Начинаем с перестановки </a:t>
            </a:r>
            <a:r>
              <a:rPr lang="ru-RU" sz="2000" i="1" dirty="0"/>
              <a:t>Р</a:t>
            </a:r>
            <a:r>
              <a:rPr lang="ru-RU" sz="2000" dirty="0"/>
              <a:t>=(1</a:t>
            </a:r>
            <a:r>
              <a:rPr lang="ru-RU" sz="2000" i="1" dirty="0"/>
              <a:t>, </a:t>
            </a:r>
            <a:r>
              <a:rPr lang="ru-RU" sz="2000" dirty="0"/>
              <a:t>2, .</a:t>
            </a:r>
            <a:r>
              <a:rPr lang="ru-RU" sz="2000" i="1" dirty="0"/>
              <a:t>..</a:t>
            </a:r>
            <a:r>
              <a:rPr lang="ru-RU" sz="2000" dirty="0"/>
              <a:t>, </a:t>
            </a:r>
            <a:r>
              <a:rPr lang="en-US" sz="2000" i="1" dirty="0"/>
              <a:t>N</a:t>
            </a:r>
            <a:r>
              <a:rPr lang="ru-RU" sz="2000" dirty="0"/>
              <a:t>), </a:t>
            </a:r>
          </a:p>
          <a:p>
            <a:r>
              <a:rPr lang="ru-RU" sz="2000" dirty="0"/>
              <a:t>Переходим к следующей путем просмотра текущей справа налево с целью поиска самой правой позиции, в которой </a:t>
            </a:r>
            <a:r>
              <a:rPr lang="ru-RU" sz="2000" i="1" dirty="0" err="1"/>
              <a:t>р</a:t>
            </a:r>
            <a:r>
              <a:rPr lang="ru-RU" sz="2000" i="1" baseline="-25000" dirty="0" err="1"/>
              <a:t>i</a:t>
            </a:r>
            <a:r>
              <a:rPr lang="ru-RU" sz="2000" i="1" baseline="-25000" dirty="0"/>
              <a:t> </a:t>
            </a:r>
            <a:r>
              <a:rPr lang="ru-RU" sz="2000" dirty="0"/>
              <a:t>&lt; </a:t>
            </a:r>
            <a:r>
              <a:rPr lang="ru-RU" sz="2000" i="1" dirty="0"/>
              <a:t>р</a:t>
            </a:r>
            <a:r>
              <a:rPr lang="ru-RU" sz="2000" i="1" baseline="-25000" dirty="0"/>
              <a:t>i</a:t>
            </a:r>
            <a:r>
              <a:rPr lang="ru-RU" sz="2000" baseline="-25000" dirty="0"/>
              <a:t>+1</a:t>
            </a:r>
            <a:r>
              <a:rPr lang="ru-RU" sz="2000" dirty="0"/>
              <a:t>. </a:t>
            </a:r>
          </a:p>
          <a:p>
            <a:r>
              <a:rPr lang="ru-RU" sz="2000" dirty="0"/>
              <a:t>Ищем </a:t>
            </a:r>
            <a:r>
              <a:rPr lang="ru-RU" sz="2000" i="1" dirty="0" err="1"/>
              <a:t>р</a:t>
            </a:r>
            <a:r>
              <a:rPr lang="ru-RU" sz="2000" i="1" baseline="-25000" dirty="0" err="1"/>
              <a:t>j</a:t>
            </a:r>
            <a:r>
              <a:rPr lang="ru-RU" sz="2000" dirty="0"/>
              <a:t>, наименьший элемент, расположенный справа от </a:t>
            </a:r>
            <a:r>
              <a:rPr lang="ru-RU" sz="2000" i="1" dirty="0" err="1"/>
              <a:t>р</a:t>
            </a:r>
            <a:r>
              <a:rPr lang="ru-RU" sz="2000" i="1" baseline="-25000" dirty="0" err="1"/>
              <a:t>i</a:t>
            </a:r>
            <a:r>
              <a:rPr lang="ru-RU" sz="2000" dirty="0"/>
              <a:t> и больше его. </a:t>
            </a:r>
          </a:p>
          <a:p>
            <a:r>
              <a:rPr lang="ru-RU" sz="2000" dirty="0"/>
              <a:t>Затем осуществляется транспозиция элементов </a:t>
            </a:r>
            <a:r>
              <a:rPr lang="ru-RU" sz="2000" i="1" dirty="0" err="1"/>
              <a:t>р</a:t>
            </a:r>
            <a:r>
              <a:rPr lang="ru-RU" sz="2000" i="1" baseline="-25000" dirty="0" err="1"/>
              <a:t>i</a:t>
            </a:r>
            <a:r>
              <a:rPr lang="ru-RU" sz="2000" dirty="0"/>
              <a:t> и </a:t>
            </a:r>
            <a:r>
              <a:rPr lang="ru-RU" sz="2000" i="1" dirty="0" err="1"/>
              <a:t>p</a:t>
            </a:r>
            <a:r>
              <a:rPr lang="ru-RU" sz="2000" i="1" baseline="-25000" dirty="0" err="1"/>
              <a:t>j</a:t>
            </a:r>
            <a:r>
              <a:rPr lang="ru-RU" sz="2000" dirty="0"/>
              <a:t> </a:t>
            </a:r>
          </a:p>
          <a:p>
            <a:r>
              <a:rPr lang="ru-RU" sz="2000" dirty="0"/>
              <a:t>отрезок </a:t>
            </a:r>
            <a:r>
              <a:rPr lang="ru-RU" sz="2000" i="1" dirty="0"/>
              <a:t>р</a:t>
            </a:r>
            <a:r>
              <a:rPr lang="ru-RU" sz="2000" i="1" baseline="-25000" dirty="0"/>
              <a:t>i</a:t>
            </a:r>
            <a:r>
              <a:rPr lang="ru-RU" sz="2000" baseline="-25000" dirty="0"/>
              <a:t>+1</a:t>
            </a:r>
            <a:r>
              <a:rPr lang="ru-RU" sz="2000" dirty="0"/>
              <a:t>, ..., </a:t>
            </a:r>
            <a:r>
              <a:rPr lang="ru-RU" sz="2000" i="1" dirty="0"/>
              <a:t>р</a:t>
            </a:r>
            <a:r>
              <a:rPr lang="en-US" sz="2000" i="1" baseline="-25000" dirty="0"/>
              <a:t>N</a:t>
            </a:r>
            <a:r>
              <a:rPr lang="ru-RU" sz="2000" dirty="0"/>
              <a:t> (элементы которого расположены в порядке убывания) «переворачивается». </a:t>
            </a:r>
          </a:p>
          <a:p>
            <a:r>
              <a:rPr lang="ru-RU" sz="2000" dirty="0"/>
              <a:t>Последняя перестановка </a:t>
            </a:r>
            <a:r>
              <a:rPr lang="ru-RU" sz="2000" i="1" dirty="0"/>
              <a:t>Р</a:t>
            </a:r>
            <a:r>
              <a:rPr lang="ru-RU" sz="2000" dirty="0"/>
              <a:t>=(</a:t>
            </a:r>
            <a:r>
              <a:rPr lang="en-US" sz="2000" i="1" dirty="0"/>
              <a:t>N</a:t>
            </a:r>
            <a:r>
              <a:rPr lang="en-US" sz="2000" dirty="0"/>
              <a:t>,</a:t>
            </a:r>
            <a:r>
              <a:rPr lang="ru-RU" sz="2000" dirty="0"/>
              <a:t> </a:t>
            </a:r>
            <a:r>
              <a:rPr lang="en-US" sz="2000" i="1" dirty="0"/>
              <a:t>N</a:t>
            </a:r>
            <a:r>
              <a:rPr lang="en-US" sz="2000" dirty="0"/>
              <a:t>-1</a:t>
            </a:r>
            <a:r>
              <a:rPr lang="ru-RU" sz="2000" dirty="0"/>
              <a:t>, .</a:t>
            </a:r>
            <a:r>
              <a:rPr lang="ru-RU" sz="2000" i="1" dirty="0"/>
              <a:t>..</a:t>
            </a:r>
            <a:r>
              <a:rPr lang="ru-RU" sz="2000" dirty="0"/>
              <a:t>, </a:t>
            </a:r>
            <a:r>
              <a:rPr lang="en-US" sz="2000" dirty="0"/>
              <a:t>2,</a:t>
            </a:r>
            <a:r>
              <a:rPr lang="ru-RU" sz="2000" dirty="0"/>
              <a:t> </a:t>
            </a:r>
            <a:r>
              <a:rPr lang="en-US" sz="2000" dirty="0"/>
              <a:t>1</a:t>
            </a:r>
            <a:r>
              <a:rPr lang="ru-RU" sz="2000" dirty="0"/>
              <a:t>)</a:t>
            </a:r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54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079C2-E01F-BA57-8718-7239B59E0F3B}"/>
              </a:ext>
            </a:extLst>
          </p:cNvPr>
          <p:cNvSpPr txBox="1"/>
          <p:nvPr/>
        </p:nvSpPr>
        <p:spPr>
          <a:xfrm>
            <a:off x="5891087" y="1690688"/>
            <a:ext cx="6096000" cy="36933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//Инициализация: в массиве Р - первая</a:t>
            </a:r>
          </a:p>
          <a:p>
            <a:pPr>
              <a:defRPr/>
            </a:pP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перестановка, в массиве </a:t>
            </a:r>
            <a:r>
              <a:rPr lang="ru-RU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последняя</a:t>
            </a:r>
          </a:p>
          <a:p>
            <a:pPr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//Вывод перестановки</a:t>
            </a:r>
          </a:p>
          <a:p>
            <a:pPr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not(Eq(P,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Last))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>
              <a:defRPr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defRPr/>
            </a:pP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Функция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Eq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определяет равенство текущей перестановки и последней; если не равны, то генерируется следующая</a:t>
            </a:r>
          </a:p>
          <a:p>
            <a:pPr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GetNext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//получение следующей перестановки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end;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Получение следующей перестановки в лексикографическом порядке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55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9EB001-C1E1-853B-71B9-6797892175E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GetNext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457200" lvl="1" indent="0">
              <a:buNone/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ru-RU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  <a:defRPr/>
            </a:pP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//Для перестановки N, N - 1,..., 1 процедура не работает, проверить</a:t>
            </a: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l)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(P[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1])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//Находим "скачок"</a:t>
            </a: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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P[j]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1]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j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457200" lvl="1" indent="0">
              <a:buNone/>
              <a:defRPr/>
            </a:pP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//Находим первый элемент, больший значения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P[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1]</a:t>
            </a: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swap (P[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1], P[j]) ;</a:t>
            </a: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 j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lang="ru-RU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–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1)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iv 2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  <a:defRPr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wap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P[i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j],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P[N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j]);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  <a:defRPr/>
            </a:pP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//Переставляем элементы "хвоста» перестановки в порядке возрастания</a:t>
            </a:r>
          </a:p>
          <a:p>
            <a:pPr marL="457200" lvl="1" indent="0">
              <a:buNone/>
              <a:defRPr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C46896B-9A14-0349-A69B-36AF318CE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1139826"/>
            <a:ext cx="6997700" cy="5616574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bool </a:t>
            </a:r>
            <a:r>
              <a:rPr lang="en" dirty="0" err="1">
                <a:latin typeface="Consolas" panose="020B0609020204030204" pitchFamily="49" charset="0"/>
              </a:rPr>
              <a:t>NextSet</a:t>
            </a:r>
            <a:r>
              <a:rPr lang="en" dirty="0">
                <a:latin typeface="Consolas" panose="020B0609020204030204" pitchFamily="49" charset="0"/>
              </a:rPr>
              <a:t>(int *a, int n)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j = n - 2;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(j != -1 &amp;&amp; a[j] &gt;= a[j + 1]) j--;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(j == -1)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return false; // </a:t>
            </a:r>
            <a:r>
              <a:rPr lang="ru-RU" dirty="0">
                <a:latin typeface="Consolas" panose="020B0609020204030204" pitchFamily="49" charset="0"/>
              </a:rPr>
              <a:t>больше перестановок нет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int k = n - 1;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(a[j] &gt;= a[k]) k--;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swap(a, j, k);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l = j + 1, r = n - 1; // </a:t>
            </a:r>
            <a:r>
              <a:rPr lang="ru-RU" dirty="0">
                <a:latin typeface="Consolas" panose="020B0609020204030204" pitchFamily="49" charset="0"/>
              </a:rPr>
              <a:t>сортируем оставшуюся часть последовательности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while (l&lt;r)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swap(a, l++, r--);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true;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void Print(int *a, int n)  // </a:t>
            </a:r>
            <a:r>
              <a:rPr lang="ru-RU" dirty="0">
                <a:latin typeface="Consolas" panose="020B0609020204030204" pitchFamily="49" charset="0"/>
              </a:rPr>
              <a:t>вывод перестановки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static int num = 1; // </a:t>
            </a:r>
            <a:r>
              <a:rPr lang="ru-RU" dirty="0">
                <a:latin typeface="Consolas" panose="020B0609020204030204" pitchFamily="49" charset="0"/>
              </a:rPr>
              <a:t>номер перестановки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cout.width</a:t>
            </a:r>
            <a:r>
              <a:rPr lang="en" dirty="0">
                <a:latin typeface="Consolas" panose="020B0609020204030204" pitchFamily="49" charset="0"/>
              </a:rPr>
              <a:t>(3); // </a:t>
            </a:r>
            <a:r>
              <a:rPr lang="ru-RU" dirty="0">
                <a:latin typeface="Consolas" panose="020B0609020204030204" pitchFamily="49" charset="0"/>
              </a:rPr>
              <a:t>ширина поля вывода номера перестановки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num++ &lt;&lt; ":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= 0;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&lt; n;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a[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] &lt;&lt; "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</a:t>
            </a:r>
            <a:r>
              <a:rPr lang="en" dirty="0" err="1">
                <a:latin typeface="Consolas" panose="020B0609020204030204" pitchFamily="49" charset="0"/>
              </a:rPr>
              <a:t>endl</a:t>
            </a:r>
            <a:r>
              <a:rPr lang="en" dirty="0">
                <a:latin typeface="Consolas" panose="020B0609020204030204" pitchFamily="49" charset="0"/>
              </a:rPr>
              <a:t>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E285CB3-7602-234F-868A-1D3527A30E1E}"/>
              </a:ext>
            </a:extLst>
          </p:cNvPr>
          <p:cNvSpPr txBox="1">
            <a:spLocks/>
          </p:cNvSpPr>
          <p:nvPr/>
        </p:nvSpPr>
        <p:spPr>
          <a:xfrm>
            <a:off x="7632700" y="2503320"/>
            <a:ext cx="4158248" cy="34783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int main() 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n, *a;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"N =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cin</a:t>
            </a:r>
            <a:r>
              <a:rPr lang="en" dirty="0">
                <a:latin typeface="Consolas" panose="020B0609020204030204" pitchFamily="49" charset="0"/>
              </a:rPr>
              <a:t> &gt;&gt; n;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a = new int[n];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= 0;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&lt; n;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a[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] =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+ 1;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Print(a, n);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</a:t>
            </a:r>
            <a:r>
              <a:rPr lang="en" dirty="0" err="1">
                <a:latin typeface="Consolas" panose="020B0609020204030204" pitchFamily="49" charset="0"/>
              </a:rPr>
              <a:t>NextSet</a:t>
            </a:r>
            <a:r>
              <a:rPr lang="en" dirty="0">
                <a:latin typeface="Consolas" panose="020B0609020204030204" pitchFamily="49" charset="0"/>
              </a:rPr>
              <a:t>(a, n))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Print(a, n);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0;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32FF8-BB86-D51B-E113-79104618380C}"/>
              </a:ext>
            </a:extLst>
          </p:cNvPr>
          <p:cNvSpPr txBox="1"/>
          <p:nvPr/>
        </p:nvSpPr>
        <p:spPr>
          <a:xfrm>
            <a:off x="1231900" y="185719"/>
            <a:ext cx="9931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Получение следующей перестановки в лексикографическом порядке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EC6836-5EA4-6094-E4BB-BF1CB933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F640F1-8D19-DAF6-E831-C144C642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8762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E36AD4-FA3C-0643-B908-960B4E29A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21" y="101600"/>
            <a:ext cx="5296557" cy="6440258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A8B065-88BB-31F1-3347-98F18925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09E345-3BC6-1556-29CC-5E640566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1855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генерации перестановки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75520" y="1484785"/>
            <a:ext cx="8642350" cy="936625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/>
              <a:t>Исходная перестановка 11, 8, 5, 1, 7, 4, 10, 9, 6, 3, 2</a:t>
            </a:r>
            <a:r>
              <a:rPr lang="en-US" dirty="0"/>
              <a:t> (</a:t>
            </a:r>
            <a:r>
              <a:rPr lang="ru-RU" dirty="0"/>
              <a:t>синяя)</a:t>
            </a:r>
          </a:p>
          <a:p>
            <a:pPr>
              <a:defRPr/>
            </a:pPr>
            <a:r>
              <a:rPr lang="ru-RU" dirty="0"/>
              <a:t>Следующая в лексикографическом порядке? (красная)</a:t>
            </a:r>
          </a:p>
        </p:txBody>
      </p:sp>
      <p:graphicFrame>
        <p:nvGraphicFramePr>
          <p:cNvPr id="5129" name="Диаграмма 4"/>
          <p:cNvGraphicFramePr/>
          <p:nvPr/>
        </p:nvGraphicFramePr>
        <p:xfrm>
          <a:off x="1868489" y="2082800"/>
          <a:ext cx="8455025" cy="416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449310" imgH="4163695" progId="Excel.Sheet.8">
                  <p:embed/>
                </p:oleObj>
              </mc:Choice>
              <mc:Fallback>
                <p:oleObj r:id="rId3" imgW="8449310" imgH="4163695" progId="Excel.Sheet.8">
                  <p:embed/>
                  <p:pic>
                    <p:nvPicPr>
                      <p:cNvPr id="5129" name="Диаграмма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89" y="2082800"/>
                        <a:ext cx="8455025" cy="416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58</a:t>
            </a:fld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D4B8F8E-94AB-B344-A1C2-72BED3242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390" y="1282700"/>
            <a:ext cx="6557210" cy="525780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bool </a:t>
            </a:r>
            <a:r>
              <a:rPr lang="en" dirty="0" err="1">
                <a:latin typeface="Consolas" panose="020B0609020204030204" pitchFamily="49" charset="0"/>
              </a:rPr>
              <a:t>NextSet</a:t>
            </a:r>
            <a:r>
              <a:rPr lang="en" dirty="0">
                <a:latin typeface="Consolas" panose="020B0609020204030204" pitchFamily="49" charset="0"/>
              </a:rPr>
              <a:t>(int *a, int n)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j = n - 2;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(j != -1 &amp;&amp; a[j] &gt;= a[j + 1]) j--;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(j == -1)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return false; // </a:t>
            </a:r>
            <a:r>
              <a:rPr lang="ru-RU" dirty="0">
                <a:latin typeface="Consolas" panose="020B0609020204030204" pitchFamily="49" charset="0"/>
              </a:rPr>
              <a:t>больше перестановок нет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int k = n - 1;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(a[j] &gt;= a[k]) k--;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swap(a, j, k);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l = j + 1, r = n - 1; // </a:t>
            </a:r>
            <a:r>
              <a:rPr lang="ru-RU" dirty="0">
                <a:latin typeface="Consolas" panose="020B0609020204030204" pitchFamily="49" charset="0"/>
              </a:rPr>
              <a:t>сортируем оставшуюся часть последовательности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while (l&lt;r)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swap(a, l++, r--);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true;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void Print(int *a, int n)  // </a:t>
            </a:r>
            <a:r>
              <a:rPr lang="ru-RU" dirty="0">
                <a:latin typeface="Consolas" panose="020B0609020204030204" pitchFamily="49" charset="0"/>
              </a:rPr>
              <a:t>вывод перестановки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static int num = 1; // </a:t>
            </a:r>
            <a:r>
              <a:rPr lang="ru-RU" dirty="0">
                <a:latin typeface="Consolas" panose="020B0609020204030204" pitchFamily="49" charset="0"/>
              </a:rPr>
              <a:t>номер перестановки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cout.width</a:t>
            </a:r>
            <a:r>
              <a:rPr lang="en" dirty="0">
                <a:latin typeface="Consolas" panose="020B0609020204030204" pitchFamily="49" charset="0"/>
              </a:rPr>
              <a:t>(3); // </a:t>
            </a:r>
            <a:r>
              <a:rPr lang="ru-RU" dirty="0">
                <a:latin typeface="Consolas" panose="020B0609020204030204" pitchFamily="49" charset="0"/>
              </a:rPr>
              <a:t>ширина поля вывода номера перестановки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num++ &lt;&lt; ":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= 0;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&lt; n;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a[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] &lt;&lt; "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</a:t>
            </a:r>
            <a:r>
              <a:rPr lang="en" dirty="0" err="1">
                <a:latin typeface="Consolas" panose="020B0609020204030204" pitchFamily="49" charset="0"/>
              </a:rPr>
              <a:t>endl</a:t>
            </a:r>
            <a:r>
              <a:rPr lang="en" dirty="0">
                <a:latin typeface="Consolas" panose="020B0609020204030204" pitchFamily="49" charset="0"/>
              </a:rPr>
              <a:t>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4B41CF9-71F5-DD46-A060-BB9A0139A292}"/>
              </a:ext>
            </a:extLst>
          </p:cNvPr>
          <p:cNvSpPr txBox="1">
            <a:spLocks/>
          </p:cNvSpPr>
          <p:nvPr/>
        </p:nvSpPr>
        <p:spPr>
          <a:xfrm>
            <a:off x="6972300" y="2154488"/>
            <a:ext cx="4826000" cy="34335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int main() 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n, *a;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"N =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cin</a:t>
            </a:r>
            <a:r>
              <a:rPr lang="en" dirty="0">
                <a:latin typeface="Consolas" panose="020B0609020204030204" pitchFamily="49" charset="0"/>
              </a:rPr>
              <a:t> &gt;&gt; n;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a = new int[n];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= 0;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&lt; n;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a[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] =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+ 1;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a[1] = 1; // </a:t>
            </a:r>
            <a:r>
              <a:rPr lang="ru-RU" dirty="0">
                <a:latin typeface="Consolas" panose="020B0609020204030204" pitchFamily="49" charset="0"/>
              </a:rPr>
              <a:t>повторяющийся элемент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Print(a, n);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</a:t>
            </a:r>
            <a:r>
              <a:rPr lang="en" dirty="0" err="1">
                <a:latin typeface="Consolas" panose="020B0609020204030204" pitchFamily="49" charset="0"/>
              </a:rPr>
              <a:t>NextSet</a:t>
            </a:r>
            <a:r>
              <a:rPr lang="en" dirty="0">
                <a:latin typeface="Consolas" panose="020B0609020204030204" pitchFamily="49" charset="0"/>
              </a:rPr>
              <a:t>(a, n))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Print(a, n);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cin.get</a:t>
            </a:r>
            <a:r>
              <a:rPr lang="en" dirty="0">
                <a:latin typeface="Consolas" panose="020B0609020204030204" pitchFamily="49" charset="0"/>
              </a:rPr>
              <a:t>(); </a:t>
            </a:r>
            <a:r>
              <a:rPr lang="en" dirty="0" err="1">
                <a:latin typeface="Consolas" panose="020B0609020204030204" pitchFamily="49" charset="0"/>
              </a:rPr>
              <a:t>cin.get</a:t>
            </a:r>
            <a:r>
              <a:rPr lang="en" dirty="0">
                <a:latin typeface="Consolas" panose="020B0609020204030204" pitchFamily="49" charset="0"/>
              </a:rPr>
              <a:t>();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0;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054F7-DBFB-4F32-5973-24A385DDED8F}"/>
              </a:ext>
            </a:extLst>
          </p:cNvPr>
          <p:cNvSpPr txBox="1"/>
          <p:nvPr/>
        </p:nvSpPr>
        <p:spPr>
          <a:xfrm>
            <a:off x="1104900" y="186637"/>
            <a:ext cx="9982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Получение следующей перестановки с повторениями в лексикографическом порядке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EB771B-5F66-9645-9C61-D6D3EC19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6C1A08-E132-E6F8-7795-4418DDFB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607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CC24D-8CD5-9445-A354-E7D14261E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57903F-B1EF-0143-BA79-E7CC6D0A6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256CAB-0BB7-A649-BFFE-4FB2B89C5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0" y="1016000"/>
            <a:ext cx="6197600" cy="4826000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88D513-56E0-E222-62D1-B8C88C77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A2E10F-86F9-AB46-1617-41E6A5D9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5325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Перестановки с одним обменом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80120" y="1494480"/>
            <a:ext cx="7789180" cy="5031121"/>
          </a:xfr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heapPermute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(N)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N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ru-RU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вывод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(массив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1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to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N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do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heapPermute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N mod 2 ==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swap(P[1],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P[N])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swap(P[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  <a:r>
              <a:rPr lang="ru-RU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P[N])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endParaRPr lang="ru-RU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61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FAAF6-E4AF-0C18-AED8-142B5ED04476}"/>
              </a:ext>
            </a:extLst>
          </p:cNvPr>
          <p:cNvSpPr txBox="1"/>
          <p:nvPr/>
        </p:nvSpPr>
        <p:spPr>
          <a:xfrm>
            <a:off x="5362359" y="1715195"/>
            <a:ext cx="6530041" cy="2031325"/>
          </a:xfrm>
          <a:custGeom>
            <a:avLst/>
            <a:gdLst>
              <a:gd name="connsiteX0" fmla="*/ 0 w 6530041"/>
              <a:gd name="connsiteY0" fmla="*/ 0 h 2031325"/>
              <a:gd name="connsiteX1" fmla="*/ 658941 w 6530041"/>
              <a:gd name="connsiteY1" fmla="*/ 0 h 2031325"/>
              <a:gd name="connsiteX2" fmla="*/ 1252581 w 6530041"/>
              <a:gd name="connsiteY2" fmla="*/ 0 h 2031325"/>
              <a:gd name="connsiteX3" fmla="*/ 1911521 w 6530041"/>
              <a:gd name="connsiteY3" fmla="*/ 0 h 2031325"/>
              <a:gd name="connsiteX4" fmla="*/ 2309260 w 6530041"/>
              <a:gd name="connsiteY4" fmla="*/ 0 h 2031325"/>
              <a:gd name="connsiteX5" fmla="*/ 2968200 w 6530041"/>
              <a:gd name="connsiteY5" fmla="*/ 0 h 2031325"/>
              <a:gd name="connsiteX6" fmla="*/ 3692441 w 6530041"/>
              <a:gd name="connsiteY6" fmla="*/ 0 h 2031325"/>
              <a:gd name="connsiteX7" fmla="*/ 4090180 w 6530041"/>
              <a:gd name="connsiteY7" fmla="*/ 0 h 2031325"/>
              <a:gd name="connsiteX8" fmla="*/ 4814421 w 6530041"/>
              <a:gd name="connsiteY8" fmla="*/ 0 h 2031325"/>
              <a:gd name="connsiteX9" fmla="*/ 5408061 w 6530041"/>
              <a:gd name="connsiteY9" fmla="*/ 0 h 2031325"/>
              <a:gd name="connsiteX10" fmla="*/ 6001701 w 6530041"/>
              <a:gd name="connsiteY10" fmla="*/ 0 h 2031325"/>
              <a:gd name="connsiteX11" fmla="*/ 6530041 w 6530041"/>
              <a:gd name="connsiteY11" fmla="*/ 0 h 2031325"/>
              <a:gd name="connsiteX12" fmla="*/ 6530041 w 6530041"/>
              <a:gd name="connsiteY12" fmla="*/ 446892 h 2031325"/>
              <a:gd name="connsiteX13" fmla="*/ 6530041 w 6530041"/>
              <a:gd name="connsiteY13" fmla="*/ 995349 h 2031325"/>
              <a:gd name="connsiteX14" fmla="*/ 6530041 w 6530041"/>
              <a:gd name="connsiteY14" fmla="*/ 1442241 h 2031325"/>
              <a:gd name="connsiteX15" fmla="*/ 6530041 w 6530041"/>
              <a:gd name="connsiteY15" fmla="*/ 2031325 h 2031325"/>
              <a:gd name="connsiteX16" fmla="*/ 5871100 w 6530041"/>
              <a:gd name="connsiteY16" fmla="*/ 2031325 h 2031325"/>
              <a:gd name="connsiteX17" fmla="*/ 5146860 w 6530041"/>
              <a:gd name="connsiteY17" fmla="*/ 2031325 h 2031325"/>
              <a:gd name="connsiteX18" fmla="*/ 4553219 w 6530041"/>
              <a:gd name="connsiteY18" fmla="*/ 2031325 h 2031325"/>
              <a:gd name="connsiteX19" fmla="*/ 3959579 w 6530041"/>
              <a:gd name="connsiteY19" fmla="*/ 2031325 h 2031325"/>
              <a:gd name="connsiteX20" fmla="*/ 3431240 w 6530041"/>
              <a:gd name="connsiteY20" fmla="*/ 2031325 h 2031325"/>
              <a:gd name="connsiteX21" fmla="*/ 2837600 w 6530041"/>
              <a:gd name="connsiteY21" fmla="*/ 2031325 h 2031325"/>
              <a:gd name="connsiteX22" fmla="*/ 2439861 w 6530041"/>
              <a:gd name="connsiteY22" fmla="*/ 2031325 h 2031325"/>
              <a:gd name="connsiteX23" fmla="*/ 1846221 w 6530041"/>
              <a:gd name="connsiteY23" fmla="*/ 2031325 h 2031325"/>
              <a:gd name="connsiteX24" fmla="*/ 1448482 w 6530041"/>
              <a:gd name="connsiteY24" fmla="*/ 2031325 h 2031325"/>
              <a:gd name="connsiteX25" fmla="*/ 1050743 w 6530041"/>
              <a:gd name="connsiteY25" fmla="*/ 2031325 h 2031325"/>
              <a:gd name="connsiteX26" fmla="*/ 0 w 6530041"/>
              <a:gd name="connsiteY26" fmla="*/ 2031325 h 2031325"/>
              <a:gd name="connsiteX27" fmla="*/ 0 w 6530041"/>
              <a:gd name="connsiteY27" fmla="*/ 1523494 h 2031325"/>
              <a:gd name="connsiteX28" fmla="*/ 0 w 6530041"/>
              <a:gd name="connsiteY28" fmla="*/ 1056289 h 2031325"/>
              <a:gd name="connsiteX29" fmla="*/ 0 w 6530041"/>
              <a:gd name="connsiteY29" fmla="*/ 589084 h 2031325"/>
              <a:gd name="connsiteX30" fmla="*/ 0 w 6530041"/>
              <a:gd name="connsiteY30" fmla="*/ 0 h 203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530041" h="2031325" fill="none" extrusionOk="0">
                <a:moveTo>
                  <a:pt x="0" y="0"/>
                </a:moveTo>
                <a:cubicBezTo>
                  <a:pt x="262825" y="-21887"/>
                  <a:pt x="411548" y="12688"/>
                  <a:pt x="658941" y="0"/>
                </a:cubicBezTo>
                <a:cubicBezTo>
                  <a:pt x="906334" y="-12688"/>
                  <a:pt x="1035308" y="55321"/>
                  <a:pt x="1252581" y="0"/>
                </a:cubicBezTo>
                <a:cubicBezTo>
                  <a:pt x="1469854" y="-55321"/>
                  <a:pt x="1742215" y="38344"/>
                  <a:pt x="1911521" y="0"/>
                </a:cubicBezTo>
                <a:cubicBezTo>
                  <a:pt x="2080827" y="-38344"/>
                  <a:pt x="2164671" y="827"/>
                  <a:pt x="2309260" y="0"/>
                </a:cubicBezTo>
                <a:cubicBezTo>
                  <a:pt x="2453849" y="-827"/>
                  <a:pt x="2735496" y="68934"/>
                  <a:pt x="2968200" y="0"/>
                </a:cubicBezTo>
                <a:cubicBezTo>
                  <a:pt x="3200904" y="-68934"/>
                  <a:pt x="3492063" y="80604"/>
                  <a:pt x="3692441" y="0"/>
                </a:cubicBezTo>
                <a:cubicBezTo>
                  <a:pt x="3892819" y="-80604"/>
                  <a:pt x="3894912" y="37757"/>
                  <a:pt x="4090180" y="0"/>
                </a:cubicBezTo>
                <a:cubicBezTo>
                  <a:pt x="4285448" y="-37757"/>
                  <a:pt x="4612802" y="10098"/>
                  <a:pt x="4814421" y="0"/>
                </a:cubicBezTo>
                <a:cubicBezTo>
                  <a:pt x="5016040" y="-10098"/>
                  <a:pt x="5136840" y="14196"/>
                  <a:pt x="5408061" y="0"/>
                </a:cubicBezTo>
                <a:cubicBezTo>
                  <a:pt x="5679282" y="-14196"/>
                  <a:pt x="5780163" y="53725"/>
                  <a:pt x="6001701" y="0"/>
                </a:cubicBezTo>
                <a:cubicBezTo>
                  <a:pt x="6223239" y="-53725"/>
                  <a:pt x="6348818" y="20794"/>
                  <a:pt x="6530041" y="0"/>
                </a:cubicBezTo>
                <a:cubicBezTo>
                  <a:pt x="6566902" y="133396"/>
                  <a:pt x="6520455" y="267988"/>
                  <a:pt x="6530041" y="446892"/>
                </a:cubicBezTo>
                <a:cubicBezTo>
                  <a:pt x="6539627" y="625796"/>
                  <a:pt x="6522575" y="787169"/>
                  <a:pt x="6530041" y="995349"/>
                </a:cubicBezTo>
                <a:cubicBezTo>
                  <a:pt x="6537507" y="1203529"/>
                  <a:pt x="6481029" y="1231011"/>
                  <a:pt x="6530041" y="1442241"/>
                </a:cubicBezTo>
                <a:cubicBezTo>
                  <a:pt x="6579053" y="1653471"/>
                  <a:pt x="6486562" y="1826375"/>
                  <a:pt x="6530041" y="2031325"/>
                </a:cubicBezTo>
                <a:cubicBezTo>
                  <a:pt x="6330778" y="2095727"/>
                  <a:pt x="6061080" y="2007615"/>
                  <a:pt x="5871100" y="2031325"/>
                </a:cubicBezTo>
                <a:cubicBezTo>
                  <a:pt x="5681120" y="2055035"/>
                  <a:pt x="5384874" y="2017149"/>
                  <a:pt x="5146860" y="2031325"/>
                </a:cubicBezTo>
                <a:cubicBezTo>
                  <a:pt x="4908846" y="2045501"/>
                  <a:pt x="4732037" y="2012373"/>
                  <a:pt x="4553219" y="2031325"/>
                </a:cubicBezTo>
                <a:cubicBezTo>
                  <a:pt x="4374401" y="2050277"/>
                  <a:pt x="4184799" y="1972849"/>
                  <a:pt x="3959579" y="2031325"/>
                </a:cubicBezTo>
                <a:cubicBezTo>
                  <a:pt x="3734359" y="2089801"/>
                  <a:pt x="3686082" y="2010295"/>
                  <a:pt x="3431240" y="2031325"/>
                </a:cubicBezTo>
                <a:cubicBezTo>
                  <a:pt x="3176398" y="2052355"/>
                  <a:pt x="3080305" y="2026635"/>
                  <a:pt x="2837600" y="2031325"/>
                </a:cubicBezTo>
                <a:cubicBezTo>
                  <a:pt x="2594895" y="2036015"/>
                  <a:pt x="2635844" y="2000518"/>
                  <a:pt x="2439861" y="2031325"/>
                </a:cubicBezTo>
                <a:cubicBezTo>
                  <a:pt x="2243878" y="2062132"/>
                  <a:pt x="1975881" y="1967883"/>
                  <a:pt x="1846221" y="2031325"/>
                </a:cubicBezTo>
                <a:cubicBezTo>
                  <a:pt x="1716561" y="2094767"/>
                  <a:pt x="1625361" y="2026839"/>
                  <a:pt x="1448482" y="2031325"/>
                </a:cubicBezTo>
                <a:cubicBezTo>
                  <a:pt x="1271603" y="2035811"/>
                  <a:pt x="1187310" y="1991143"/>
                  <a:pt x="1050743" y="2031325"/>
                </a:cubicBezTo>
                <a:cubicBezTo>
                  <a:pt x="914176" y="2071507"/>
                  <a:pt x="449279" y="1991973"/>
                  <a:pt x="0" y="2031325"/>
                </a:cubicBezTo>
                <a:cubicBezTo>
                  <a:pt x="-6578" y="1882936"/>
                  <a:pt x="11260" y="1715329"/>
                  <a:pt x="0" y="1523494"/>
                </a:cubicBezTo>
                <a:cubicBezTo>
                  <a:pt x="-11260" y="1331659"/>
                  <a:pt x="35972" y="1276390"/>
                  <a:pt x="0" y="1056289"/>
                </a:cubicBezTo>
                <a:cubicBezTo>
                  <a:pt x="-35972" y="836188"/>
                  <a:pt x="33325" y="694806"/>
                  <a:pt x="0" y="589084"/>
                </a:cubicBezTo>
                <a:cubicBezTo>
                  <a:pt x="-33325" y="483362"/>
                  <a:pt x="38953" y="171115"/>
                  <a:pt x="0" y="0"/>
                </a:cubicBezTo>
                <a:close/>
              </a:path>
              <a:path w="6530041" h="2031325" stroke="0" extrusionOk="0">
                <a:moveTo>
                  <a:pt x="0" y="0"/>
                </a:moveTo>
                <a:cubicBezTo>
                  <a:pt x="306674" y="-21985"/>
                  <a:pt x="417266" y="76471"/>
                  <a:pt x="724241" y="0"/>
                </a:cubicBezTo>
                <a:cubicBezTo>
                  <a:pt x="1031216" y="-76471"/>
                  <a:pt x="1205870" y="21927"/>
                  <a:pt x="1448482" y="0"/>
                </a:cubicBezTo>
                <a:cubicBezTo>
                  <a:pt x="1691094" y="-21927"/>
                  <a:pt x="1818841" y="4407"/>
                  <a:pt x="2042122" y="0"/>
                </a:cubicBezTo>
                <a:cubicBezTo>
                  <a:pt x="2265403" y="-4407"/>
                  <a:pt x="2393179" y="6780"/>
                  <a:pt x="2701062" y="0"/>
                </a:cubicBezTo>
                <a:cubicBezTo>
                  <a:pt x="3008945" y="-6780"/>
                  <a:pt x="2979200" y="19116"/>
                  <a:pt x="3164102" y="0"/>
                </a:cubicBezTo>
                <a:cubicBezTo>
                  <a:pt x="3349004" y="-19116"/>
                  <a:pt x="3432082" y="28146"/>
                  <a:pt x="3561841" y="0"/>
                </a:cubicBezTo>
                <a:cubicBezTo>
                  <a:pt x="3691600" y="-28146"/>
                  <a:pt x="3869900" y="28222"/>
                  <a:pt x="4024880" y="0"/>
                </a:cubicBezTo>
                <a:cubicBezTo>
                  <a:pt x="4179860" y="-28222"/>
                  <a:pt x="4281638" y="1550"/>
                  <a:pt x="4487919" y="0"/>
                </a:cubicBezTo>
                <a:cubicBezTo>
                  <a:pt x="4694200" y="-1550"/>
                  <a:pt x="4987619" y="36506"/>
                  <a:pt x="5146860" y="0"/>
                </a:cubicBezTo>
                <a:cubicBezTo>
                  <a:pt x="5306101" y="-36506"/>
                  <a:pt x="5600054" y="28569"/>
                  <a:pt x="5805800" y="0"/>
                </a:cubicBezTo>
                <a:cubicBezTo>
                  <a:pt x="6011546" y="-28569"/>
                  <a:pt x="6356179" y="38919"/>
                  <a:pt x="6530041" y="0"/>
                </a:cubicBezTo>
                <a:cubicBezTo>
                  <a:pt x="6593791" y="134125"/>
                  <a:pt x="6476103" y="427691"/>
                  <a:pt x="6530041" y="548458"/>
                </a:cubicBezTo>
                <a:cubicBezTo>
                  <a:pt x="6583979" y="669225"/>
                  <a:pt x="6496694" y="933997"/>
                  <a:pt x="6530041" y="1096916"/>
                </a:cubicBezTo>
                <a:cubicBezTo>
                  <a:pt x="6563388" y="1259835"/>
                  <a:pt x="6508428" y="1407400"/>
                  <a:pt x="6530041" y="1564120"/>
                </a:cubicBezTo>
                <a:cubicBezTo>
                  <a:pt x="6551654" y="1720840"/>
                  <a:pt x="6479191" y="1861795"/>
                  <a:pt x="6530041" y="2031325"/>
                </a:cubicBezTo>
                <a:cubicBezTo>
                  <a:pt x="6371328" y="2036305"/>
                  <a:pt x="6150287" y="1997630"/>
                  <a:pt x="5805800" y="2031325"/>
                </a:cubicBezTo>
                <a:cubicBezTo>
                  <a:pt x="5461313" y="2065020"/>
                  <a:pt x="5502939" y="2018837"/>
                  <a:pt x="5212160" y="2031325"/>
                </a:cubicBezTo>
                <a:cubicBezTo>
                  <a:pt x="4921381" y="2043813"/>
                  <a:pt x="4851188" y="1977078"/>
                  <a:pt x="4683820" y="2031325"/>
                </a:cubicBezTo>
                <a:cubicBezTo>
                  <a:pt x="4516452" y="2085572"/>
                  <a:pt x="4475771" y="1995543"/>
                  <a:pt x="4286081" y="2031325"/>
                </a:cubicBezTo>
                <a:cubicBezTo>
                  <a:pt x="4096391" y="2067107"/>
                  <a:pt x="3827154" y="1965399"/>
                  <a:pt x="3692441" y="2031325"/>
                </a:cubicBezTo>
                <a:cubicBezTo>
                  <a:pt x="3557728" y="2097251"/>
                  <a:pt x="3247373" y="2017306"/>
                  <a:pt x="3098801" y="2031325"/>
                </a:cubicBezTo>
                <a:cubicBezTo>
                  <a:pt x="2950229" y="2045344"/>
                  <a:pt x="2554409" y="2009866"/>
                  <a:pt x="2374560" y="2031325"/>
                </a:cubicBezTo>
                <a:cubicBezTo>
                  <a:pt x="2194711" y="2052784"/>
                  <a:pt x="1896437" y="1976366"/>
                  <a:pt x="1715620" y="2031325"/>
                </a:cubicBezTo>
                <a:cubicBezTo>
                  <a:pt x="1534803" y="2086284"/>
                  <a:pt x="1213720" y="1994530"/>
                  <a:pt x="1056679" y="2031325"/>
                </a:cubicBezTo>
                <a:cubicBezTo>
                  <a:pt x="899638" y="2068120"/>
                  <a:pt x="474097" y="1917039"/>
                  <a:pt x="0" y="2031325"/>
                </a:cubicBezTo>
                <a:cubicBezTo>
                  <a:pt x="-11064" y="1838422"/>
                  <a:pt x="50337" y="1698681"/>
                  <a:pt x="0" y="1564120"/>
                </a:cubicBezTo>
                <a:cubicBezTo>
                  <a:pt x="-50337" y="1429559"/>
                  <a:pt x="26803" y="1198484"/>
                  <a:pt x="0" y="1056289"/>
                </a:cubicBezTo>
                <a:cubicBezTo>
                  <a:pt x="-26803" y="914094"/>
                  <a:pt x="5744" y="775011"/>
                  <a:pt x="0" y="589084"/>
                </a:cubicBezTo>
                <a:cubicBezTo>
                  <a:pt x="-5744" y="403157"/>
                  <a:pt x="18674" y="201751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69178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ru-RU" dirty="0"/>
              <a:t>Допустим, построена последовательность перестановок из (</a:t>
            </a:r>
            <a:r>
              <a:rPr lang="en-US" i="1" dirty="0"/>
              <a:t>n</a:t>
            </a:r>
            <a:r>
              <a:rPr lang="en-US" dirty="0"/>
              <a:t>-1</a:t>
            </a:r>
            <a:r>
              <a:rPr lang="ru-RU" dirty="0"/>
              <a:t>) элементов.</a:t>
            </a:r>
          </a:p>
          <a:p>
            <a:r>
              <a:rPr lang="ru-RU" dirty="0"/>
              <a:t>Расширим каждую из (</a:t>
            </a:r>
            <a:r>
              <a:rPr lang="ru-RU" i="1" dirty="0"/>
              <a:t>n</a:t>
            </a:r>
            <a:r>
              <a:rPr lang="ru-RU" dirty="0"/>
              <a:t>-1)! этих перестановок путем вставки элемента </a:t>
            </a:r>
            <a:r>
              <a:rPr lang="ru-RU" i="1" dirty="0"/>
              <a:t>n</a:t>
            </a:r>
            <a:r>
              <a:rPr lang="ru-RU" dirty="0"/>
              <a:t> на каждое из </a:t>
            </a:r>
            <a:r>
              <a:rPr lang="ru-RU" i="1" dirty="0"/>
              <a:t>n</a:t>
            </a:r>
            <a:r>
              <a:rPr lang="ru-RU" dirty="0"/>
              <a:t> возможных мест. </a:t>
            </a:r>
          </a:p>
          <a:p>
            <a:r>
              <a:rPr lang="ru-RU" dirty="0"/>
              <a:t>(Причем элемент </a:t>
            </a:r>
            <a:r>
              <a:rPr lang="ru-RU" i="1" dirty="0"/>
              <a:t>n</a:t>
            </a:r>
            <a:r>
              <a:rPr lang="ru-RU" dirty="0"/>
              <a:t> добавляется к </a:t>
            </a:r>
            <a:r>
              <a:rPr lang="en-US" i="1" dirty="0"/>
              <a:t>P</a:t>
            </a:r>
            <a:r>
              <a:rPr lang="ru-RU" i="1" baseline="-25000" dirty="0"/>
              <a:t>i</a:t>
            </a:r>
            <a:r>
              <a:rPr lang="ru-RU" dirty="0"/>
              <a:t> последовательно во все позиции справа налево, если </a:t>
            </a:r>
            <a:r>
              <a:rPr lang="ru-RU" i="1" dirty="0"/>
              <a:t>i</a:t>
            </a:r>
            <a:r>
              <a:rPr lang="ru-RU" dirty="0"/>
              <a:t> нечетное, и слева направо, если </a:t>
            </a:r>
            <a:r>
              <a:rPr lang="ru-RU" i="1" dirty="0"/>
              <a:t>i</a:t>
            </a:r>
            <a:r>
              <a:rPr lang="ru-RU" dirty="0"/>
              <a:t> четное)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ECDFFD-4814-DDE6-C34B-DFC36790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172EA-487E-4BFF-9E5A-48C2BC604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30" y="-27715"/>
            <a:ext cx="10515600" cy="1325563"/>
          </a:xfrm>
        </p:spPr>
        <p:txBody>
          <a:bodyPr/>
          <a:lstStyle/>
          <a:p>
            <a:r>
              <a:rPr lang="ru-RU" dirty="0"/>
              <a:t>Представление в виде графа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D8442-B69B-4868-949E-74EADDF9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24" y="1632670"/>
            <a:ext cx="4791635" cy="4351338"/>
          </a:xfrm>
        </p:spPr>
        <p:txBody>
          <a:bodyPr>
            <a:normAutofit/>
          </a:bodyPr>
          <a:lstStyle/>
          <a:p>
            <a:r>
              <a:rPr lang="ru-RU" dirty="0"/>
              <a:t>Генерация комбинаторных объектов основана на переборе всех возможных комбинаций символов алфавита по определенным правилам. Процесс  этого перебора можно представить в виде графа.</a:t>
            </a:r>
          </a:p>
          <a:p>
            <a:r>
              <a:rPr lang="ru-RU" dirty="0"/>
              <a:t>Например, перестановки длины </a:t>
            </a:r>
            <a:r>
              <a:rPr lang="en-US" dirty="0"/>
              <a:t>n </a:t>
            </a:r>
            <a:r>
              <a:rPr lang="ru-RU" dirty="0"/>
              <a:t>= </a:t>
            </a:r>
            <a:r>
              <a:rPr lang="en-US" dirty="0"/>
              <a:t>3.</a:t>
            </a:r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63C1E7AA-E4DB-43B1-A087-C0B73AF047D8}"/>
              </a:ext>
            </a:extLst>
          </p:cNvPr>
          <p:cNvSpPr/>
          <p:nvPr/>
        </p:nvSpPr>
        <p:spPr>
          <a:xfrm>
            <a:off x="8148917" y="1023658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E77AEDE9-9C30-433D-ACAA-464ABF9BB443}"/>
              </a:ext>
            </a:extLst>
          </p:cNvPr>
          <p:cNvSpPr/>
          <p:nvPr/>
        </p:nvSpPr>
        <p:spPr>
          <a:xfrm>
            <a:off x="5894294" y="2488943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1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2C0D2EC-C40F-44D5-9562-B2D5853C3C61}"/>
              </a:ext>
            </a:extLst>
          </p:cNvPr>
          <p:cNvSpPr/>
          <p:nvPr/>
        </p:nvSpPr>
        <p:spPr>
          <a:xfrm>
            <a:off x="8148917" y="2465224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2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F41479B-C8FB-4ED2-BAD1-884DC5DB8FF1}"/>
              </a:ext>
            </a:extLst>
          </p:cNvPr>
          <p:cNvSpPr/>
          <p:nvPr/>
        </p:nvSpPr>
        <p:spPr>
          <a:xfrm>
            <a:off x="10302686" y="2465224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3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9ECD865-8E2E-4CA0-B37B-7EC173F3128C}"/>
              </a:ext>
            </a:extLst>
          </p:cNvPr>
          <p:cNvSpPr/>
          <p:nvPr/>
        </p:nvSpPr>
        <p:spPr>
          <a:xfrm>
            <a:off x="5065058" y="3791930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12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B780ED7F-419C-4077-83A4-D657E43AEADC}"/>
              </a:ext>
            </a:extLst>
          </p:cNvPr>
          <p:cNvSpPr/>
          <p:nvPr/>
        </p:nvSpPr>
        <p:spPr>
          <a:xfrm>
            <a:off x="6370663" y="3713068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13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8A144E1-1906-4D46-88CD-6585A8B79CDA}"/>
              </a:ext>
            </a:extLst>
          </p:cNvPr>
          <p:cNvSpPr/>
          <p:nvPr/>
        </p:nvSpPr>
        <p:spPr>
          <a:xfrm>
            <a:off x="7620621" y="3776730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21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D801622-4DD8-44AF-9E14-6CF25EABD458}"/>
              </a:ext>
            </a:extLst>
          </p:cNvPr>
          <p:cNvSpPr/>
          <p:nvPr/>
        </p:nvSpPr>
        <p:spPr>
          <a:xfrm>
            <a:off x="7600451" y="5155474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213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EDC86492-CF83-4D6F-B767-94FC47F90B19}"/>
              </a:ext>
            </a:extLst>
          </p:cNvPr>
          <p:cNvSpPr/>
          <p:nvPr/>
        </p:nvSpPr>
        <p:spPr>
          <a:xfrm>
            <a:off x="8722969" y="3759784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23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0B61477-FA7F-4BB8-ABA1-6C6BD12B2AE1}"/>
              </a:ext>
            </a:extLst>
          </p:cNvPr>
          <p:cNvSpPr/>
          <p:nvPr/>
        </p:nvSpPr>
        <p:spPr>
          <a:xfrm>
            <a:off x="9732432" y="3845859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31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21882AC-ADD4-4615-A748-B48097C1701D}"/>
              </a:ext>
            </a:extLst>
          </p:cNvPr>
          <p:cNvSpPr/>
          <p:nvPr/>
        </p:nvSpPr>
        <p:spPr>
          <a:xfrm>
            <a:off x="5065058" y="5138527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123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A1E368D3-C742-49B1-BF12-89F58A63080F}"/>
              </a:ext>
            </a:extLst>
          </p:cNvPr>
          <p:cNvSpPr/>
          <p:nvPr/>
        </p:nvSpPr>
        <p:spPr>
          <a:xfrm>
            <a:off x="6369040" y="5155474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132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39B7C20-B658-4768-A5F4-002E57AF9245}"/>
              </a:ext>
            </a:extLst>
          </p:cNvPr>
          <p:cNvSpPr/>
          <p:nvPr/>
        </p:nvSpPr>
        <p:spPr>
          <a:xfrm>
            <a:off x="9730185" y="5138526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312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B804DF6-0A3D-47E9-BEE0-953E543571D5}"/>
              </a:ext>
            </a:extLst>
          </p:cNvPr>
          <p:cNvSpPr/>
          <p:nvPr/>
        </p:nvSpPr>
        <p:spPr>
          <a:xfrm>
            <a:off x="8722969" y="5138527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231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BC909D2-992E-4F63-82E4-016B449E406C}"/>
              </a:ext>
            </a:extLst>
          </p:cNvPr>
          <p:cNvSpPr/>
          <p:nvPr/>
        </p:nvSpPr>
        <p:spPr>
          <a:xfrm>
            <a:off x="10961596" y="3845859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32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731DA55C-6961-4F6B-8FB7-1A55866D1D0E}"/>
              </a:ext>
            </a:extLst>
          </p:cNvPr>
          <p:cNvSpPr/>
          <p:nvPr/>
        </p:nvSpPr>
        <p:spPr>
          <a:xfrm>
            <a:off x="10961596" y="5138526"/>
            <a:ext cx="775445" cy="473379"/>
          </a:xfrm>
          <a:prstGeom prst="ellipse">
            <a:avLst/>
          </a:prstGeom>
          <a:ln w="19050">
            <a:extLst>
              <a:ext uri="{C807C97D-BFC1-408E-A445-0C87EB9F89A2}">
                <ask:lineSketchStyleProps xmlns:ask="http://schemas.microsoft.com/office/drawing/2018/sketchyshapes" sd="2340764881">
                  <a:custGeom>
                    <a:avLst/>
                    <a:gdLst>
                      <a:gd name="connsiteX0" fmla="*/ 0 w 914400"/>
                      <a:gd name="connsiteY0" fmla="*/ 457200 h 914400"/>
                      <a:gd name="connsiteX1" fmla="*/ 457200 w 914400"/>
                      <a:gd name="connsiteY1" fmla="*/ 0 h 914400"/>
                      <a:gd name="connsiteX2" fmla="*/ 914400 w 914400"/>
                      <a:gd name="connsiteY2" fmla="*/ 457200 h 914400"/>
                      <a:gd name="connsiteX3" fmla="*/ 457200 w 914400"/>
                      <a:gd name="connsiteY3" fmla="*/ 914400 h 914400"/>
                      <a:gd name="connsiteX4" fmla="*/ 0 w 914400"/>
                      <a:gd name="connsiteY4" fmla="*/ 457200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4400" h="914400" fill="none" extrusionOk="0">
                        <a:moveTo>
                          <a:pt x="0" y="457200"/>
                        </a:moveTo>
                        <a:cubicBezTo>
                          <a:pt x="20851" y="217592"/>
                          <a:pt x="191212" y="61371"/>
                          <a:pt x="457200" y="0"/>
                        </a:cubicBezTo>
                        <a:cubicBezTo>
                          <a:pt x="754532" y="-11778"/>
                          <a:pt x="875633" y="244599"/>
                          <a:pt x="914400" y="457200"/>
                        </a:cubicBezTo>
                        <a:cubicBezTo>
                          <a:pt x="919270" y="714992"/>
                          <a:pt x="649878" y="951150"/>
                          <a:pt x="457200" y="914400"/>
                        </a:cubicBezTo>
                        <a:cubicBezTo>
                          <a:pt x="199145" y="917467"/>
                          <a:pt x="27885" y="721647"/>
                          <a:pt x="0" y="457200"/>
                        </a:cubicBezTo>
                        <a:close/>
                      </a:path>
                      <a:path w="914400" h="914400" stroke="0" extrusionOk="0">
                        <a:moveTo>
                          <a:pt x="0" y="457200"/>
                        </a:moveTo>
                        <a:cubicBezTo>
                          <a:pt x="-3929" y="181989"/>
                          <a:pt x="224767" y="13554"/>
                          <a:pt x="457200" y="0"/>
                        </a:cubicBezTo>
                        <a:cubicBezTo>
                          <a:pt x="721746" y="12770"/>
                          <a:pt x="948320" y="204814"/>
                          <a:pt x="914400" y="457200"/>
                        </a:cubicBezTo>
                        <a:cubicBezTo>
                          <a:pt x="903429" y="682492"/>
                          <a:pt x="682315" y="883395"/>
                          <a:pt x="457200" y="914400"/>
                        </a:cubicBezTo>
                        <a:cubicBezTo>
                          <a:pt x="198601" y="899071"/>
                          <a:pt x="56286" y="716595"/>
                          <a:pt x="0" y="4572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321</a:t>
            </a:r>
            <a:endParaRPr lang="ru-RU" sz="1600" dirty="0">
              <a:latin typeface="Consolas" panose="020B0609020204030204" pitchFamily="49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60C0C71-7899-496F-A5EB-5D4E51E9792D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6556178" y="1427712"/>
            <a:ext cx="1706300" cy="1130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73936D4-2321-437C-9894-A9117B39D1D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8536640" y="1497037"/>
            <a:ext cx="0" cy="9681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B8DFE4EF-8058-4289-ACB6-22D91B9B2BC1}"/>
              </a:ext>
            </a:extLst>
          </p:cNvPr>
          <p:cNvCxnSpPr>
            <a:cxnSpLocks/>
            <a:stCxn id="4" idx="5"/>
            <a:endCxn id="7" idx="1"/>
          </p:cNvCxnSpPr>
          <p:nvPr/>
        </p:nvCxnSpPr>
        <p:spPr>
          <a:xfrm>
            <a:off x="8810801" y="1427712"/>
            <a:ext cx="1605446" cy="1106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7ACCFAE6-BFC8-4186-B089-FFB32664902E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5456637" y="2892997"/>
            <a:ext cx="551218" cy="952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7F81642-169A-463B-9962-F30CFBFFB7D9}"/>
              </a:ext>
            </a:extLst>
          </p:cNvPr>
          <p:cNvCxnSpPr>
            <a:cxnSpLocks/>
            <a:stCxn id="5" idx="5"/>
            <a:endCxn id="9" idx="0"/>
          </p:cNvCxnSpPr>
          <p:nvPr/>
        </p:nvCxnSpPr>
        <p:spPr>
          <a:xfrm>
            <a:off x="6556178" y="2892997"/>
            <a:ext cx="202208" cy="8200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B3A59EF-0815-4B56-99B7-C5F1AC7CD8C6}"/>
              </a:ext>
            </a:extLst>
          </p:cNvPr>
          <p:cNvCxnSpPr>
            <a:cxnSpLocks/>
            <a:stCxn id="8" idx="4"/>
            <a:endCxn id="14" idx="0"/>
          </p:cNvCxnSpPr>
          <p:nvPr/>
        </p:nvCxnSpPr>
        <p:spPr>
          <a:xfrm>
            <a:off x="5452781" y="4265309"/>
            <a:ext cx="0" cy="8732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33E33260-629B-48D8-AAA6-8EF8A0467FD4}"/>
              </a:ext>
            </a:extLst>
          </p:cNvPr>
          <p:cNvCxnSpPr>
            <a:cxnSpLocks/>
            <a:stCxn id="9" idx="4"/>
            <a:endCxn id="15" idx="0"/>
          </p:cNvCxnSpPr>
          <p:nvPr/>
        </p:nvCxnSpPr>
        <p:spPr>
          <a:xfrm flipH="1">
            <a:off x="6756763" y="4186447"/>
            <a:ext cx="1623" cy="9690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6ABC7ABF-8EFC-4BAF-8D4D-C2902D6A45A9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 flipH="1">
            <a:off x="8008344" y="2869278"/>
            <a:ext cx="254134" cy="907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70DD5F80-5E38-4183-9178-6DDD6EE4B887}"/>
              </a:ext>
            </a:extLst>
          </p:cNvPr>
          <p:cNvCxnSpPr>
            <a:cxnSpLocks/>
            <a:stCxn id="6" idx="5"/>
            <a:endCxn id="12" idx="0"/>
          </p:cNvCxnSpPr>
          <p:nvPr/>
        </p:nvCxnSpPr>
        <p:spPr>
          <a:xfrm>
            <a:off x="8810801" y="2869278"/>
            <a:ext cx="299891" cy="8905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8F4FABD7-8634-4CA7-BDD3-1918CF7718E3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7988174" y="4250109"/>
            <a:ext cx="20170" cy="9053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C36E80C8-974B-4868-B2A1-95DFF3698005}"/>
              </a:ext>
            </a:extLst>
          </p:cNvPr>
          <p:cNvCxnSpPr>
            <a:cxnSpLocks/>
            <a:stCxn id="12" idx="4"/>
            <a:endCxn id="17" idx="0"/>
          </p:cNvCxnSpPr>
          <p:nvPr/>
        </p:nvCxnSpPr>
        <p:spPr>
          <a:xfrm>
            <a:off x="9110692" y="4233163"/>
            <a:ext cx="0" cy="9053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A7205D27-A686-4951-9190-5145FA6E82C3}"/>
              </a:ext>
            </a:extLst>
          </p:cNvPr>
          <p:cNvCxnSpPr>
            <a:cxnSpLocks/>
            <a:stCxn id="7" idx="3"/>
            <a:endCxn id="13" idx="0"/>
          </p:cNvCxnSpPr>
          <p:nvPr/>
        </p:nvCxnSpPr>
        <p:spPr>
          <a:xfrm flipH="1">
            <a:off x="10120155" y="2869278"/>
            <a:ext cx="296092" cy="9765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D7A7FFCE-8C0F-4EC9-93E5-44852F685118}"/>
              </a:ext>
            </a:extLst>
          </p:cNvPr>
          <p:cNvCxnSpPr>
            <a:cxnSpLocks/>
            <a:stCxn id="7" idx="5"/>
            <a:endCxn id="18" idx="0"/>
          </p:cNvCxnSpPr>
          <p:nvPr/>
        </p:nvCxnSpPr>
        <p:spPr>
          <a:xfrm>
            <a:off x="10964570" y="2869278"/>
            <a:ext cx="384749" cy="9765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7FE787DE-4435-42B7-8339-C0B9EDD2E726}"/>
              </a:ext>
            </a:extLst>
          </p:cNvPr>
          <p:cNvCxnSpPr>
            <a:cxnSpLocks/>
            <a:stCxn id="13" idx="4"/>
            <a:endCxn id="16" idx="0"/>
          </p:cNvCxnSpPr>
          <p:nvPr/>
        </p:nvCxnSpPr>
        <p:spPr>
          <a:xfrm flipH="1">
            <a:off x="10117908" y="4319238"/>
            <a:ext cx="2247" cy="819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886F82E1-4311-427D-BBE2-76055DA0C035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11349319" y="4319238"/>
            <a:ext cx="0" cy="819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DC1194EE-46CF-4DE2-810E-BB7C2334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AAEEC168-9E9B-4828-A1F9-EB214728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62</a:t>
            </a:fld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6256E-9296-4FF0-9787-A67F3464EFFF}"/>
              </a:ext>
            </a:extLst>
          </p:cNvPr>
          <p:cNvSpPr txBox="1"/>
          <p:nvPr/>
        </p:nvSpPr>
        <p:spPr>
          <a:xfrm>
            <a:off x="5245203" y="5659360"/>
            <a:ext cx="6301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6"/>
                </a:solidFill>
              </a:rPr>
              <a:t>0                       1                 2                  3                4                  5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26259983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493059" y="1227372"/>
            <a:ext cx="10534170" cy="5010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9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9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9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9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E940A-4C6B-4DCC-A727-6A0088EF4D49}"/>
              </a:ext>
            </a:extLst>
          </p:cNvPr>
          <p:cNvSpPr txBox="1"/>
          <p:nvPr/>
        </p:nvSpPr>
        <p:spPr>
          <a:xfrm>
            <a:off x="7431741" y="4098925"/>
            <a:ext cx="4267200" cy="1754326"/>
          </a:xfrm>
          <a:custGeom>
            <a:avLst/>
            <a:gdLst>
              <a:gd name="connsiteX0" fmla="*/ 0 w 4267200"/>
              <a:gd name="connsiteY0" fmla="*/ 0 h 1754326"/>
              <a:gd name="connsiteX1" fmla="*/ 405384 w 4267200"/>
              <a:gd name="connsiteY1" fmla="*/ 0 h 1754326"/>
              <a:gd name="connsiteX2" fmla="*/ 938784 w 4267200"/>
              <a:gd name="connsiteY2" fmla="*/ 0 h 1754326"/>
              <a:gd name="connsiteX3" fmla="*/ 1386840 w 4267200"/>
              <a:gd name="connsiteY3" fmla="*/ 0 h 1754326"/>
              <a:gd name="connsiteX4" fmla="*/ 2005584 w 4267200"/>
              <a:gd name="connsiteY4" fmla="*/ 0 h 1754326"/>
              <a:gd name="connsiteX5" fmla="*/ 2410968 w 4267200"/>
              <a:gd name="connsiteY5" fmla="*/ 0 h 1754326"/>
              <a:gd name="connsiteX6" fmla="*/ 2816352 w 4267200"/>
              <a:gd name="connsiteY6" fmla="*/ 0 h 1754326"/>
              <a:gd name="connsiteX7" fmla="*/ 3392424 w 4267200"/>
              <a:gd name="connsiteY7" fmla="*/ 0 h 1754326"/>
              <a:gd name="connsiteX8" fmla="*/ 3797808 w 4267200"/>
              <a:gd name="connsiteY8" fmla="*/ 0 h 1754326"/>
              <a:gd name="connsiteX9" fmla="*/ 4267200 w 4267200"/>
              <a:gd name="connsiteY9" fmla="*/ 0 h 1754326"/>
              <a:gd name="connsiteX10" fmla="*/ 4267200 w 4267200"/>
              <a:gd name="connsiteY10" fmla="*/ 602319 h 1754326"/>
              <a:gd name="connsiteX11" fmla="*/ 4267200 w 4267200"/>
              <a:gd name="connsiteY11" fmla="*/ 1152007 h 1754326"/>
              <a:gd name="connsiteX12" fmla="*/ 4267200 w 4267200"/>
              <a:gd name="connsiteY12" fmla="*/ 1754326 h 1754326"/>
              <a:gd name="connsiteX13" fmla="*/ 3733800 w 4267200"/>
              <a:gd name="connsiteY13" fmla="*/ 1754326 h 1754326"/>
              <a:gd name="connsiteX14" fmla="*/ 3285744 w 4267200"/>
              <a:gd name="connsiteY14" fmla="*/ 1754326 h 1754326"/>
              <a:gd name="connsiteX15" fmla="*/ 2837688 w 4267200"/>
              <a:gd name="connsiteY15" fmla="*/ 1754326 h 1754326"/>
              <a:gd name="connsiteX16" fmla="*/ 2432304 w 4267200"/>
              <a:gd name="connsiteY16" fmla="*/ 1754326 h 1754326"/>
              <a:gd name="connsiteX17" fmla="*/ 1941576 w 4267200"/>
              <a:gd name="connsiteY17" fmla="*/ 1754326 h 1754326"/>
              <a:gd name="connsiteX18" fmla="*/ 1536192 w 4267200"/>
              <a:gd name="connsiteY18" fmla="*/ 1754326 h 1754326"/>
              <a:gd name="connsiteX19" fmla="*/ 960120 w 4267200"/>
              <a:gd name="connsiteY19" fmla="*/ 1754326 h 1754326"/>
              <a:gd name="connsiteX20" fmla="*/ 512064 w 4267200"/>
              <a:gd name="connsiteY20" fmla="*/ 1754326 h 1754326"/>
              <a:gd name="connsiteX21" fmla="*/ 0 w 4267200"/>
              <a:gd name="connsiteY21" fmla="*/ 1754326 h 1754326"/>
              <a:gd name="connsiteX22" fmla="*/ 0 w 4267200"/>
              <a:gd name="connsiteY22" fmla="*/ 1204637 h 1754326"/>
              <a:gd name="connsiteX23" fmla="*/ 0 w 4267200"/>
              <a:gd name="connsiteY23" fmla="*/ 584775 h 1754326"/>
              <a:gd name="connsiteX24" fmla="*/ 0 w 4267200"/>
              <a:gd name="connsiteY24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267200" h="1754326" fill="none" extrusionOk="0">
                <a:moveTo>
                  <a:pt x="0" y="0"/>
                </a:moveTo>
                <a:cubicBezTo>
                  <a:pt x="163681" y="-5058"/>
                  <a:pt x="258840" y="13480"/>
                  <a:pt x="405384" y="0"/>
                </a:cubicBezTo>
                <a:cubicBezTo>
                  <a:pt x="551928" y="-13480"/>
                  <a:pt x="782891" y="19525"/>
                  <a:pt x="938784" y="0"/>
                </a:cubicBezTo>
                <a:cubicBezTo>
                  <a:pt x="1094677" y="-19525"/>
                  <a:pt x="1282196" y="35014"/>
                  <a:pt x="1386840" y="0"/>
                </a:cubicBezTo>
                <a:cubicBezTo>
                  <a:pt x="1491484" y="-35014"/>
                  <a:pt x="1720576" y="59106"/>
                  <a:pt x="2005584" y="0"/>
                </a:cubicBezTo>
                <a:cubicBezTo>
                  <a:pt x="2290592" y="-59106"/>
                  <a:pt x="2310587" y="38929"/>
                  <a:pt x="2410968" y="0"/>
                </a:cubicBezTo>
                <a:cubicBezTo>
                  <a:pt x="2511349" y="-38929"/>
                  <a:pt x="2706349" y="25980"/>
                  <a:pt x="2816352" y="0"/>
                </a:cubicBezTo>
                <a:cubicBezTo>
                  <a:pt x="2926355" y="-25980"/>
                  <a:pt x="3215459" y="43837"/>
                  <a:pt x="3392424" y="0"/>
                </a:cubicBezTo>
                <a:cubicBezTo>
                  <a:pt x="3569389" y="-43837"/>
                  <a:pt x="3652310" y="3603"/>
                  <a:pt x="3797808" y="0"/>
                </a:cubicBezTo>
                <a:cubicBezTo>
                  <a:pt x="3943306" y="-3603"/>
                  <a:pt x="4141426" y="28517"/>
                  <a:pt x="4267200" y="0"/>
                </a:cubicBezTo>
                <a:cubicBezTo>
                  <a:pt x="4307198" y="210377"/>
                  <a:pt x="4195265" y="462333"/>
                  <a:pt x="4267200" y="602319"/>
                </a:cubicBezTo>
                <a:cubicBezTo>
                  <a:pt x="4339135" y="742305"/>
                  <a:pt x="4230637" y="954937"/>
                  <a:pt x="4267200" y="1152007"/>
                </a:cubicBezTo>
                <a:cubicBezTo>
                  <a:pt x="4303763" y="1349077"/>
                  <a:pt x="4232701" y="1596352"/>
                  <a:pt x="4267200" y="1754326"/>
                </a:cubicBezTo>
                <a:cubicBezTo>
                  <a:pt x="4101533" y="1809745"/>
                  <a:pt x="3979176" y="1698461"/>
                  <a:pt x="3733800" y="1754326"/>
                </a:cubicBezTo>
                <a:cubicBezTo>
                  <a:pt x="3488424" y="1810191"/>
                  <a:pt x="3484905" y="1715780"/>
                  <a:pt x="3285744" y="1754326"/>
                </a:cubicBezTo>
                <a:cubicBezTo>
                  <a:pt x="3086583" y="1792872"/>
                  <a:pt x="2973703" y="1704187"/>
                  <a:pt x="2837688" y="1754326"/>
                </a:cubicBezTo>
                <a:cubicBezTo>
                  <a:pt x="2701673" y="1804465"/>
                  <a:pt x="2551010" y="1749080"/>
                  <a:pt x="2432304" y="1754326"/>
                </a:cubicBezTo>
                <a:cubicBezTo>
                  <a:pt x="2313598" y="1759572"/>
                  <a:pt x="2127394" y="1748755"/>
                  <a:pt x="1941576" y="1754326"/>
                </a:cubicBezTo>
                <a:cubicBezTo>
                  <a:pt x="1755758" y="1759897"/>
                  <a:pt x="1706298" y="1716911"/>
                  <a:pt x="1536192" y="1754326"/>
                </a:cubicBezTo>
                <a:cubicBezTo>
                  <a:pt x="1366086" y="1791741"/>
                  <a:pt x="1096591" y="1750055"/>
                  <a:pt x="960120" y="1754326"/>
                </a:cubicBezTo>
                <a:cubicBezTo>
                  <a:pt x="823649" y="1758597"/>
                  <a:pt x="648699" y="1744655"/>
                  <a:pt x="512064" y="1754326"/>
                </a:cubicBezTo>
                <a:cubicBezTo>
                  <a:pt x="375429" y="1763997"/>
                  <a:pt x="153604" y="1720829"/>
                  <a:pt x="0" y="1754326"/>
                </a:cubicBezTo>
                <a:cubicBezTo>
                  <a:pt x="-14011" y="1584106"/>
                  <a:pt x="1309" y="1341053"/>
                  <a:pt x="0" y="1204637"/>
                </a:cubicBezTo>
                <a:cubicBezTo>
                  <a:pt x="-1309" y="1068221"/>
                  <a:pt x="9802" y="751421"/>
                  <a:pt x="0" y="584775"/>
                </a:cubicBezTo>
                <a:cubicBezTo>
                  <a:pt x="-9802" y="418129"/>
                  <a:pt x="67328" y="203074"/>
                  <a:pt x="0" y="0"/>
                </a:cubicBezTo>
                <a:close/>
              </a:path>
              <a:path w="4267200" h="1754326" stroke="0" extrusionOk="0">
                <a:moveTo>
                  <a:pt x="0" y="0"/>
                </a:moveTo>
                <a:cubicBezTo>
                  <a:pt x="146667" y="-49548"/>
                  <a:pt x="457121" y="66492"/>
                  <a:pt x="618744" y="0"/>
                </a:cubicBezTo>
                <a:cubicBezTo>
                  <a:pt x="780367" y="-66492"/>
                  <a:pt x="964063" y="38255"/>
                  <a:pt x="1237488" y="0"/>
                </a:cubicBezTo>
                <a:cubicBezTo>
                  <a:pt x="1510913" y="-38255"/>
                  <a:pt x="1583782" y="63591"/>
                  <a:pt x="1770888" y="0"/>
                </a:cubicBezTo>
                <a:cubicBezTo>
                  <a:pt x="1957994" y="-63591"/>
                  <a:pt x="2180321" y="52652"/>
                  <a:pt x="2346960" y="0"/>
                </a:cubicBezTo>
                <a:cubicBezTo>
                  <a:pt x="2513599" y="-52652"/>
                  <a:pt x="2647667" y="30222"/>
                  <a:pt x="2795016" y="0"/>
                </a:cubicBezTo>
                <a:cubicBezTo>
                  <a:pt x="2942365" y="-30222"/>
                  <a:pt x="3054342" y="34299"/>
                  <a:pt x="3200400" y="0"/>
                </a:cubicBezTo>
                <a:cubicBezTo>
                  <a:pt x="3346458" y="-34299"/>
                  <a:pt x="3557247" y="15959"/>
                  <a:pt x="3648456" y="0"/>
                </a:cubicBezTo>
                <a:cubicBezTo>
                  <a:pt x="3739665" y="-15959"/>
                  <a:pt x="4131009" y="59345"/>
                  <a:pt x="4267200" y="0"/>
                </a:cubicBezTo>
                <a:cubicBezTo>
                  <a:pt x="4274112" y="126147"/>
                  <a:pt x="4263454" y="469742"/>
                  <a:pt x="4267200" y="602319"/>
                </a:cubicBezTo>
                <a:cubicBezTo>
                  <a:pt x="4270946" y="734896"/>
                  <a:pt x="4246956" y="929893"/>
                  <a:pt x="4267200" y="1204637"/>
                </a:cubicBezTo>
                <a:cubicBezTo>
                  <a:pt x="4287444" y="1479381"/>
                  <a:pt x="4263575" y="1595068"/>
                  <a:pt x="4267200" y="1754326"/>
                </a:cubicBezTo>
                <a:cubicBezTo>
                  <a:pt x="4077835" y="1798263"/>
                  <a:pt x="3951588" y="1740597"/>
                  <a:pt x="3776472" y="1754326"/>
                </a:cubicBezTo>
                <a:cubicBezTo>
                  <a:pt x="3601356" y="1768055"/>
                  <a:pt x="3452638" y="1752973"/>
                  <a:pt x="3328416" y="1754326"/>
                </a:cubicBezTo>
                <a:cubicBezTo>
                  <a:pt x="3204194" y="1755679"/>
                  <a:pt x="2989141" y="1726022"/>
                  <a:pt x="2795016" y="1754326"/>
                </a:cubicBezTo>
                <a:cubicBezTo>
                  <a:pt x="2600891" y="1782630"/>
                  <a:pt x="2484247" y="1739340"/>
                  <a:pt x="2176272" y="1754326"/>
                </a:cubicBezTo>
                <a:cubicBezTo>
                  <a:pt x="1868297" y="1769312"/>
                  <a:pt x="1726273" y="1733152"/>
                  <a:pt x="1600200" y="1754326"/>
                </a:cubicBezTo>
                <a:cubicBezTo>
                  <a:pt x="1474127" y="1775500"/>
                  <a:pt x="1249800" y="1732622"/>
                  <a:pt x="1066800" y="1754326"/>
                </a:cubicBezTo>
                <a:cubicBezTo>
                  <a:pt x="883800" y="1776030"/>
                  <a:pt x="705205" y="1700720"/>
                  <a:pt x="576072" y="1754326"/>
                </a:cubicBezTo>
                <a:cubicBezTo>
                  <a:pt x="446939" y="1807932"/>
                  <a:pt x="193503" y="1750200"/>
                  <a:pt x="0" y="1754326"/>
                </a:cubicBezTo>
                <a:cubicBezTo>
                  <a:pt x="-39806" y="1573198"/>
                  <a:pt x="37662" y="1391818"/>
                  <a:pt x="0" y="1169551"/>
                </a:cubicBezTo>
                <a:cubicBezTo>
                  <a:pt x="-37662" y="947284"/>
                  <a:pt x="16797" y="783163"/>
                  <a:pt x="0" y="549689"/>
                </a:cubicBezTo>
                <a:cubicBezTo>
                  <a:pt x="-16797" y="316215"/>
                  <a:pt x="52771" y="169287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69178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хранения уже использованных символов алфавита можно создать массив типа </a:t>
            </a:r>
            <a:r>
              <a:rPr lang="en-US" dirty="0" err="1"/>
              <a:t>boolean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Подсчет факториалов от </a:t>
            </a:r>
            <a:r>
              <a:rPr lang="en-US" dirty="0"/>
              <a:t>0 </a:t>
            </a:r>
            <a:r>
              <a:rPr lang="ru-RU" dirty="0"/>
              <a:t>до </a:t>
            </a:r>
            <a:r>
              <a:rPr lang="en-US" dirty="0"/>
              <a:t>n</a:t>
            </a:r>
            <a:r>
              <a:rPr lang="ru-RU" dirty="0"/>
              <a:t> можно произвести заранее или использовать динамическое программирование.</a:t>
            </a:r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839AE5-01F7-4396-BB36-E0C93E3F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98AF3B-34C8-4048-A06F-23511FAF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8278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453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10</a:t>
            </a:r>
          </a:p>
          <a:p>
            <a:r>
              <a:rPr lang="en-US" dirty="0"/>
              <a:t>p = []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B4374F2-F323-4E02-B7B2-B7F76F4D0994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Таблица 4">
            <a:extLst>
              <a:ext uri="{FF2B5EF4-FFF2-40B4-BE49-F238E27FC236}">
                <a16:creationId xmlns:a16="http://schemas.microsoft.com/office/drawing/2014/main" id="{AB92A3BF-9B61-459A-9A5A-9170C623F0A4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04284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394073467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65043751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936955195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4076389067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66798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2514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2A5D300-706C-4E31-8972-929FAC545F10}"/>
              </a:ext>
            </a:extLst>
          </p:cNvPr>
          <p:cNvSpPr txBox="1"/>
          <p:nvPr/>
        </p:nvSpPr>
        <p:spPr>
          <a:xfrm>
            <a:off x="5503662" y="939903"/>
            <a:ext cx="53825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</a:t>
            </a:r>
            <a:endParaRPr lang="en-US" sz="1100" b="1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DFD487-EE57-468A-AB6D-D5689584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D5F995-2C96-4389-A4C1-7F6B0CF5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5289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453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10</a:t>
            </a:r>
          </a:p>
          <a:p>
            <a:r>
              <a:rPr lang="en-US" dirty="0"/>
              <a:t>p = []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B4374F2-F323-4E02-B7B2-B7F76F4D0994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Таблица 4">
            <a:extLst>
              <a:ext uri="{FF2B5EF4-FFF2-40B4-BE49-F238E27FC236}">
                <a16:creationId xmlns:a16="http://schemas.microsoft.com/office/drawing/2014/main" id="{AB92A3BF-9B61-459A-9A5A-9170C623F0A4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04284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394073467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65043751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936955195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4076389067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66798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25148"/>
                  </a:ext>
                </a:extLst>
              </a:tr>
            </a:tbl>
          </a:graphicData>
        </a:graphic>
      </p:graphicFrame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CDA6970-3089-4A54-AE8C-4770AAB435E2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1D7ABF67-25EE-4089-9410-883C84027406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CF58CC-5EB0-4BD6-B4B9-D41157CC644A}"/>
              </a:ext>
            </a:extLst>
          </p:cNvPr>
          <p:cNvSpPr txBox="1"/>
          <p:nvPr/>
        </p:nvSpPr>
        <p:spPr>
          <a:xfrm>
            <a:off x="5503663" y="939903"/>
            <a:ext cx="358258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58FBC5-5A79-496B-AEB4-78EFBC98FA37}"/>
              </a:ext>
            </a:extLst>
          </p:cNvPr>
          <p:cNvSpPr txBox="1"/>
          <p:nvPr/>
        </p:nvSpPr>
        <p:spPr>
          <a:xfrm>
            <a:off x="2454442" y="1117204"/>
            <a:ext cx="2829249" cy="830997"/>
          </a:xfrm>
          <a:custGeom>
            <a:avLst/>
            <a:gdLst>
              <a:gd name="connsiteX0" fmla="*/ 0 w 2829249"/>
              <a:gd name="connsiteY0" fmla="*/ 0 h 830997"/>
              <a:gd name="connsiteX1" fmla="*/ 594142 w 2829249"/>
              <a:gd name="connsiteY1" fmla="*/ 0 h 830997"/>
              <a:gd name="connsiteX2" fmla="*/ 1131700 w 2829249"/>
              <a:gd name="connsiteY2" fmla="*/ 0 h 830997"/>
              <a:gd name="connsiteX3" fmla="*/ 1725842 w 2829249"/>
              <a:gd name="connsiteY3" fmla="*/ 0 h 830997"/>
              <a:gd name="connsiteX4" fmla="*/ 2291692 w 2829249"/>
              <a:gd name="connsiteY4" fmla="*/ 0 h 830997"/>
              <a:gd name="connsiteX5" fmla="*/ 2829249 w 2829249"/>
              <a:gd name="connsiteY5" fmla="*/ 0 h 830997"/>
              <a:gd name="connsiteX6" fmla="*/ 2829249 w 2829249"/>
              <a:gd name="connsiteY6" fmla="*/ 415499 h 830997"/>
              <a:gd name="connsiteX7" fmla="*/ 2829249 w 2829249"/>
              <a:gd name="connsiteY7" fmla="*/ 830997 h 830997"/>
              <a:gd name="connsiteX8" fmla="*/ 2291692 w 2829249"/>
              <a:gd name="connsiteY8" fmla="*/ 830997 h 830997"/>
              <a:gd name="connsiteX9" fmla="*/ 1782427 w 2829249"/>
              <a:gd name="connsiteY9" fmla="*/ 830997 h 830997"/>
              <a:gd name="connsiteX10" fmla="*/ 1159992 w 2829249"/>
              <a:gd name="connsiteY10" fmla="*/ 830997 h 830997"/>
              <a:gd name="connsiteX11" fmla="*/ 679020 w 2829249"/>
              <a:gd name="connsiteY11" fmla="*/ 830997 h 830997"/>
              <a:gd name="connsiteX12" fmla="*/ 0 w 2829249"/>
              <a:gd name="connsiteY12" fmla="*/ 830997 h 830997"/>
              <a:gd name="connsiteX13" fmla="*/ 0 w 2829249"/>
              <a:gd name="connsiteY13" fmla="*/ 407189 h 830997"/>
              <a:gd name="connsiteX14" fmla="*/ 0 w 2829249"/>
              <a:gd name="connsiteY14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29249" h="830997" fill="none" extrusionOk="0">
                <a:moveTo>
                  <a:pt x="0" y="0"/>
                </a:moveTo>
                <a:cubicBezTo>
                  <a:pt x="127182" y="9772"/>
                  <a:pt x="306278" y="22824"/>
                  <a:pt x="594142" y="0"/>
                </a:cubicBezTo>
                <a:cubicBezTo>
                  <a:pt x="882006" y="-22824"/>
                  <a:pt x="1014485" y="1173"/>
                  <a:pt x="1131700" y="0"/>
                </a:cubicBezTo>
                <a:cubicBezTo>
                  <a:pt x="1248915" y="-1173"/>
                  <a:pt x="1519090" y="-23264"/>
                  <a:pt x="1725842" y="0"/>
                </a:cubicBezTo>
                <a:cubicBezTo>
                  <a:pt x="1932594" y="23264"/>
                  <a:pt x="2172491" y="1071"/>
                  <a:pt x="2291692" y="0"/>
                </a:cubicBezTo>
                <a:cubicBezTo>
                  <a:pt x="2410893" y="-1071"/>
                  <a:pt x="2600944" y="21728"/>
                  <a:pt x="2829249" y="0"/>
                </a:cubicBezTo>
                <a:cubicBezTo>
                  <a:pt x="2834317" y="141819"/>
                  <a:pt x="2814193" y="208666"/>
                  <a:pt x="2829249" y="415499"/>
                </a:cubicBezTo>
                <a:cubicBezTo>
                  <a:pt x="2844305" y="622332"/>
                  <a:pt x="2810352" y="679519"/>
                  <a:pt x="2829249" y="830997"/>
                </a:cubicBezTo>
                <a:cubicBezTo>
                  <a:pt x="2683404" y="855877"/>
                  <a:pt x="2487499" y="811458"/>
                  <a:pt x="2291692" y="830997"/>
                </a:cubicBezTo>
                <a:cubicBezTo>
                  <a:pt x="2095885" y="850536"/>
                  <a:pt x="1885008" y="811751"/>
                  <a:pt x="1782427" y="830997"/>
                </a:cubicBezTo>
                <a:cubicBezTo>
                  <a:pt x="1679847" y="850243"/>
                  <a:pt x="1319121" y="806715"/>
                  <a:pt x="1159992" y="830997"/>
                </a:cubicBezTo>
                <a:cubicBezTo>
                  <a:pt x="1000863" y="855279"/>
                  <a:pt x="862773" y="846075"/>
                  <a:pt x="679020" y="830997"/>
                </a:cubicBezTo>
                <a:cubicBezTo>
                  <a:pt x="495267" y="815919"/>
                  <a:pt x="316235" y="810825"/>
                  <a:pt x="0" y="830997"/>
                </a:cubicBezTo>
                <a:cubicBezTo>
                  <a:pt x="-18435" y="717795"/>
                  <a:pt x="5117" y="559934"/>
                  <a:pt x="0" y="407189"/>
                </a:cubicBezTo>
                <a:cubicBezTo>
                  <a:pt x="-5117" y="254444"/>
                  <a:pt x="-20130" y="114352"/>
                  <a:pt x="0" y="0"/>
                </a:cubicBezTo>
                <a:close/>
              </a:path>
              <a:path w="2829249" h="830997" stroke="0" extrusionOk="0">
                <a:moveTo>
                  <a:pt x="0" y="0"/>
                </a:moveTo>
                <a:cubicBezTo>
                  <a:pt x="296818" y="-9974"/>
                  <a:pt x="324219" y="22361"/>
                  <a:pt x="622435" y="0"/>
                </a:cubicBezTo>
                <a:cubicBezTo>
                  <a:pt x="920651" y="-22361"/>
                  <a:pt x="989647" y="-12685"/>
                  <a:pt x="1131700" y="0"/>
                </a:cubicBezTo>
                <a:cubicBezTo>
                  <a:pt x="1273754" y="12685"/>
                  <a:pt x="1626917" y="9180"/>
                  <a:pt x="1754134" y="0"/>
                </a:cubicBezTo>
                <a:cubicBezTo>
                  <a:pt x="1881351" y="-9180"/>
                  <a:pt x="2291824" y="-11602"/>
                  <a:pt x="2829249" y="0"/>
                </a:cubicBezTo>
                <a:cubicBezTo>
                  <a:pt x="2818539" y="137848"/>
                  <a:pt x="2820655" y="209297"/>
                  <a:pt x="2829249" y="415499"/>
                </a:cubicBezTo>
                <a:cubicBezTo>
                  <a:pt x="2837843" y="621701"/>
                  <a:pt x="2833188" y="717971"/>
                  <a:pt x="2829249" y="830997"/>
                </a:cubicBezTo>
                <a:cubicBezTo>
                  <a:pt x="2698732" y="829039"/>
                  <a:pt x="2478485" y="851636"/>
                  <a:pt x="2319984" y="830997"/>
                </a:cubicBezTo>
                <a:cubicBezTo>
                  <a:pt x="2161484" y="810358"/>
                  <a:pt x="2021404" y="832612"/>
                  <a:pt x="1725842" y="830997"/>
                </a:cubicBezTo>
                <a:cubicBezTo>
                  <a:pt x="1430280" y="829382"/>
                  <a:pt x="1307509" y="847382"/>
                  <a:pt x="1103407" y="830997"/>
                </a:cubicBezTo>
                <a:cubicBezTo>
                  <a:pt x="899305" y="814612"/>
                  <a:pt x="784079" y="848279"/>
                  <a:pt x="565850" y="830997"/>
                </a:cubicBezTo>
                <a:cubicBezTo>
                  <a:pt x="347621" y="813715"/>
                  <a:pt x="272216" y="809754"/>
                  <a:pt x="0" y="830997"/>
                </a:cubicBezTo>
                <a:cubicBezTo>
                  <a:pt x="-20734" y="727103"/>
                  <a:pt x="21351" y="561390"/>
                  <a:pt x="0" y="398879"/>
                </a:cubicBezTo>
                <a:cubicBezTo>
                  <a:pt x="-21351" y="236368"/>
                  <a:pt x="2822" y="127466"/>
                  <a:pt x="0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63029158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600" dirty="0"/>
              <a:t>пропускаем эту ветку, так как в ней не находится искомая перестановка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96639D8-FCCE-4E73-8426-E6A0309A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FF2A52-A219-4F44-85DE-1ADFC9E2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353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</a:t>
            </a:r>
            <a:r>
              <a:rPr lang="ru-RU" dirty="0"/>
              <a:t>4</a:t>
            </a:r>
            <a:endParaRPr lang="en-US" dirty="0"/>
          </a:p>
          <a:p>
            <a:r>
              <a:rPr lang="en-US" dirty="0"/>
              <a:t>p = []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B4374F2-F323-4E02-B7B2-B7F76F4D0994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CDA6970-3089-4A54-AE8C-4770AAB435E2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10222029" y="1447997"/>
            <a:ext cx="222799" cy="482372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1D7ABF67-25EE-4089-9410-883C84027406}"/>
              </a:ext>
            </a:extLst>
          </p:cNvPr>
          <p:cNvSpPr/>
          <p:nvPr/>
        </p:nvSpPr>
        <p:spPr>
          <a:xfrm>
            <a:off x="9834639" y="1910569"/>
            <a:ext cx="774780" cy="335993"/>
          </a:xfrm>
          <a:prstGeom prst="ellips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</a:p>
        </p:txBody>
      </p:sp>
      <p:graphicFrame>
        <p:nvGraphicFramePr>
          <p:cNvPr id="13" name="Таблица 4">
            <a:extLst>
              <a:ext uri="{FF2B5EF4-FFF2-40B4-BE49-F238E27FC236}">
                <a16:creationId xmlns:a16="http://schemas.microsoft.com/office/drawing/2014/main" id="{F0FE0EC7-D51F-40A1-88F7-29E1D908FC50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04284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394073467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65043751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936955195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4076389067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66798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25148"/>
                  </a:ext>
                </a:extLst>
              </a:tr>
            </a:tbl>
          </a:graphicData>
        </a:graphic>
      </p:graphicFrame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1AF56DA-0E3E-449E-A1D4-789FE58757F2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4D859539-6E73-40BB-BD32-6683ED6FCB98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0B74D1-27FC-4663-B90E-A60C45B7DFE4}"/>
              </a:ext>
            </a:extLst>
          </p:cNvPr>
          <p:cNvSpPr txBox="1"/>
          <p:nvPr/>
        </p:nvSpPr>
        <p:spPr>
          <a:xfrm>
            <a:off x="5503662" y="939903"/>
            <a:ext cx="3669661" cy="16158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ru-RU" sz="1100" u="sng" dirty="0">
                <a:solidFill>
                  <a:schemeClr val="accent3">
                    <a:lumMod val="75000"/>
                  </a:schemeClr>
                </a:solidFill>
              </a:rPr>
              <a:t>с = 2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4 &lt; 6:</a:t>
            </a:r>
          </a:p>
          <a:p>
            <a:r>
              <a:rPr lang="en-US" sz="1100" dirty="0"/>
              <a:t>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([2], </a:t>
            </a:r>
            <a:r>
              <a:rPr lang="ru-RU" sz="1100" i="1" dirty="0">
                <a:solidFill>
                  <a:schemeClr val="accent1"/>
                </a:solidFill>
              </a:rPr>
              <a:t>4</a:t>
            </a:r>
            <a:r>
              <a:rPr lang="en-US" sz="1100" i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D9D74-3073-4D4F-B54D-C2A8F36E2889}"/>
              </a:ext>
            </a:extLst>
          </p:cNvPr>
          <p:cNvSpPr txBox="1"/>
          <p:nvPr/>
        </p:nvSpPr>
        <p:spPr>
          <a:xfrm>
            <a:off x="2657554" y="1301734"/>
            <a:ext cx="2564243" cy="584775"/>
          </a:xfrm>
          <a:custGeom>
            <a:avLst/>
            <a:gdLst>
              <a:gd name="connsiteX0" fmla="*/ 0 w 2564243"/>
              <a:gd name="connsiteY0" fmla="*/ 0 h 584775"/>
              <a:gd name="connsiteX1" fmla="*/ 564133 w 2564243"/>
              <a:gd name="connsiteY1" fmla="*/ 0 h 584775"/>
              <a:gd name="connsiteX2" fmla="*/ 1205194 w 2564243"/>
              <a:gd name="connsiteY2" fmla="*/ 0 h 584775"/>
              <a:gd name="connsiteX3" fmla="*/ 1871897 w 2564243"/>
              <a:gd name="connsiteY3" fmla="*/ 0 h 584775"/>
              <a:gd name="connsiteX4" fmla="*/ 2564243 w 2564243"/>
              <a:gd name="connsiteY4" fmla="*/ 0 h 584775"/>
              <a:gd name="connsiteX5" fmla="*/ 2564243 w 2564243"/>
              <a:gd name="connsiteY5" fmla="*/ 584775 h 584775"/>
              <a:gd name="connsiteX6" fmla="*/ 1871897 w 2564243"/>
              <a:gd name="connsiteY6" fmla="*/ 584775 h 584775"/>
              <a:gd name="connsiteX7" fmla="*/ 1256479 w 2564243"/>
              <a:gd name="connsiteY7" fmla="*/ 584775 h 584775"/>
              <a:gd name="connsiteX8" fmla="*/ 641061 w 2564243"/>
              <a:gd name="connsiteY8" fmla="*/ 584775 h 584775"/>
              <a:gd name="connsiteX9" fmla="*/ 0 w 2564243"/>
              <a:gd name="connsiteY9" fmla="*/ 584775 h 584775"/>
              <a:gd name="connsiteX10" fmla="*/ 0 w 2564243"/>
              <a:gd name="connsiteY10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64243" h="584775" fill="none" extrusionOk="0">
                <a:moveTo>
                  <a:pt x="0" y="0"/>
                </a:moveTo>
                <a:cubicBezTo>
                  <a:pt x="210461" y="-9804"/>
                  <a:pt x="402849" y="20808"/>
                  <a:pt x="564133" y="0"/>
                </a:cubicBezTo>
                <a:cubicBezTo>
                  <a:pt x="725417" y="-20808"/>
                  <a:pt x="937107" y="9501"/>
                  <a:pt x="1205194" y="0"/>
                </a:cubicBezTo>
                <a:cubicBezTo>
                  <a:pt x="1473281" y="-9501"/>
                  <a:pt x="1585971" y="18868"/>
                  <a:pt x="1871897" y="0"/>
                </a:cubicBezTo>
                <a:cubicBezTo>
                  <a:pt x="2157823" y="-18868"/>
                  <a:pt x="2396930" y="30773"/>
                  <a:pt x="2564243" y="0"/>
                </a:cubicBezTo>
                <a:cubicBezTo>
                  <a:pt x="2555311" y="213402"/>
                  <a:pt x="2542604" y="378268"/>
                  <a:pt x="2564243" y="584775"/>
                </a:cubicBezTo>
                <a:cubicBezTo>
                  <a:pt x="2250350" y="576422"/>
                  <a:pt x="2184610" y="571447"/>
                  <a:pt x="1871897" y="584775"/>
                </a:cubicBezTo>
                <a:cubicBezTo>
                  <a:pt x="1559184" y="598103"/>
                  <a:pt x="1527747" y="564771"/>
                  <a:pt x="1256479" y="584775"/>
                </a:cubicBezTo>
                <a:cubicBezTo>
                  <a:pt x="985211" y="604779"/>
                  <a:pt x="923129" y="585124"/>
                  <a:pt x="641061" y="584775"/>
                </a:cubicBezTo>
                <a:cubicBezTo>
                  <a:pt x="358993" y="584426"/>
                  <a:pt x="176905" y="581130"/>
                  <a:pt x="0" y="584775"/>
                </a:cubicBezTo>
                <a:cubicBezTo>
                  <a:pt x="-24746" y="300695"/>
                  <a:pt x="16089" y="222030"/>
                  <a:pt x="0" y="0"/>
                </a:cubicBezTo>
                <a:close/>
              </a:path>
              <a:path w="2564243" h="584775" stroke="0" extrusionOk="0">
                <a:moveTo>
                  <a:pt x="0" y="0"/>
                </a:moveTo>
                <a:cubicBezTo>
                  <a:pt x="142025" y="-20023"/>
                  <a:pt x="476650" y="8233"/>
                  <a:pt x="692346" y="0"/>
                </a:cubicBezTo>
                <a:cubicBezTo>
                  <a:pt x="908042" y="-8233"/>
                  <a:pt x="1071436" y="-7804"/>
                  <a:pt x="1282122" y="0"/>
                </a:cubicBezTo>
                <a:cubicBezTo>
                  <a:pt x="1492808" y="7804"/>
                  <a:pt x="1708447" y="24870"/>
                  <a:pt x="1974467" y="0"/>
                </a:cubicBezTo>
                <a:cubicBezTo>
                  <a:pt x="2240487" y="-24870"/>
                  <a:pt x="2285358" y="27503"/>
                  <a:pt x="2564243" y="0"/>
                </a:cubicBezTo>
                <a:cubicBezTo>
                  <a:pt x="2577147" y="160657"/>
                  <a:pt x="2562580" y="405635"/>
                  <a:pt x="2564243" y="584775"/>
                </a:cubicBezTo>
                <a:cubicBezTo>
                  <a:pt x="2318051" y="606228"/>
                  <a:pt x="2046225" y="559088"/>
                  <a:pt x="1871897" y="584775"/>
                </a:cubicBezTo>
                <a:cubicBezTo>
                  <a:pt x="1697569" y="610462"/>
                  <a:pt x="1541679" y="567539"/>
                  <a:pt x="1282122" y="584775"/>
                </a:cubicBezTo>
                <a:cubicBezTo>
                  <a:pt x="1022566" y="602011"/>
                  <a:pt x="908509" y="561550"/>
                  <a:pt x="615418" y="584775"/>
                </a:cubicBezTo>
                <a:cubicBezTo>
                  <a:pt x="322327" y="608000"/>
                  <a:pt x="168024" y="606163"/>
                  <a:pt x="0" y="584775"/>
                </a:cubicBezTo>
                <a:cubicBezTo>
                  <a:pt x="-18675" y="314969"/>
                  <a:pt x="20834" y="242403"/>
                  <a:pt x="0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63029158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600" dirty="0"/>
              <a:t>продолжаем идти по этой ветке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B591F1-CBFC-4659-92C3-0CB98847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D2E395-DCDD-499F-A766-1DEE90E22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9576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</a:t>
            </a:r>
            <a:r>
              <a:rPr lang="ru-RU" dirty="0"/>
              <a:t>4</a:t>
            </a:r>
            <a:endParaRPr lang="en-US" dirty="0"/>
          </a:p>
          <a:p>
            <a:r>
              <a:rPr lang="en-US" dirty="0"/>
              <a:t>p = [</a:t>
            </a:r>
            <a:r>
              <a:rPr lang="ru-RU" dirty="0"/>
              <a:t>2</a:t>
            </a:r>
            <a:r>
              <a:rPr lang="en-US" dirty="0"/>
              <a:t>]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2DB303-CE21-44ED-928B-489F6A4B4349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20391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951243164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99697700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88039482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311575253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95261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88036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C898D714-11D2-4C8C-AC3F-2649EBE15491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0BE3D25-17D7-4426-8034-58704D39E79B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10222029" y="1447997"/>
            <a:ext cx="222799" cy="482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7E783A30-AAE6-47E2-AE24-EC01FC06E02C}"/>
              </a:ext>
            </a:extLst>
          </p:cNvPr>
          <p:cNvSpPr/>
          <p:nvPr/>
        </p:nvSpPr>
        <p:spPr>
          <a:xfrm>
            <a:off x="9834639" y="1910569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07595F0-CF2A-4BEA-92C3-5123B0E9FA7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57E6DF73-9912-432A-BBCE-E2804B09AED1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33E251E-B2ED-4859-AB4F-34E49E88F3A1}"/>
              </a:ext>
            </a:extLst>
          </p:cNvPr>
          <p:cNvCxnSpPr>
            <a:cxnSpLocks/>
            <a:stCxn id="19" idx="3"/>
            <a:endCxn id="25" idx="0"/>
          </p:cNvCxnSpPr>
          <p:nvPr/>
        </p:nvCxnSpPr>
        <p:spPr>
          <a:xfrm flipH="1">
            <a:off x="9683685" y="2197357"/>
            <a:ext cx="264418" cy="25612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55BE1E3E-B8E1-4068-BE4A-9AC229E871DC}"/>
              </a:ext>
            </a:extLst>
          </p:cNvPr>
          <p:cNvSpPr/>
          <p:nvPr/>
        </p:nvSpPr>
        <p:spPr>
          <a:xfrm>
            <a:off x="9296295" y="2453478"/>
            <a:ext cx="774780" cy="335993"/>
          </a:xfrm>
          <a:prstGeom prst="ellips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E77AE-4799-495C-92CA-5D2DF3873CED}"/>
              </a:ext>
            </a:extLst>
          </p:cNvPr>
          <p:cNvSpPr txBox="1"/>
          <p:nvPr/>
        </p:nvSpPr>
        <p:spPr>
          <a:xfrm>
            <a:off x="5503662" y="939903"/>
            <a:ext cx="3669661" cy="22929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ru-RU" sz="1100" u="sng" dirty="0">
                <a:solidFill>
                  <a:schemeClr val="accent3">
                    <a:lumMod val="75000"/>
                  </a:schemeClr>
                </a:solidFill>
              </a:rPr>
              <a:t>с = 2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4 &lt; 6:</a:t>
            </a:r>
          </a:p>
          <a:p>
            <a:r>
              <a:rPr lang="en-US" sz="1100" dirty="0"/>
              <a:t>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([2], </a:t>
            </a:r>
            <a:r>
              <a:rPr lang="ru-RU" sz="1100" i="1" dirty="0">
                <a:solidFill>
                  <a:schemeClr val="accent1"/>
                </a:solidFill>
              </a:rPr>
              <a:t>4</a:t>
            </a:r>
            <a:r>
              <a:rPr lang="en-US" sz="1100" i="1" dirty="0">
                <a:solidFill>
                  <a:schemeClr val="accent1"/>
                </a:solidFill>
              </a:rPr>
              <a:t>):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4 &gt;= 2:</a:t>
            </a:r>
          </a:p>
          <a:p>
            <a:r>
              <a:rPr lang="en-US" sz="1100" dirty="0"/>
              <a:t>                        number = 4 – 2 = </a:t>
            </a:r>
            <a:r>
              <a:rPr lang="ru-RU" sz="1100" dirty="0"/>
              <a:t>2</a:t>
            </a:r>
            <a:endParaRPr lang="en-US" sz="110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CFD6FA-41D4-4B36-B39D-F33B682F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ACC1AF-5769-4DBB-8A69-DABDA38E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8244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</a:t>
            </a:r>
            <a:r>
              <a:rPr lang="ru-RU" dirty="0"/>
              <a:t>2</a:t>
            </a:r>
            <a:endParaRPr lang="en-US" dirty="0"/>
          </a:p>
          <a:p>
            <a:r>
              <a:rPr lang="en-US" dirty="0"/>
              <a:t>p = [</a:t>
            </a:r>
            <a:r>
              <a:rPr lang="ru-RU" dirty="0"/>
              <a:t>2</a:t>
            </a:r>
            <a:r>
              <a:rPr lang="en-US" dirty="0"/>
              <a:t>]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2DB303-CE21-44ED-928B-489F6A4B4349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20391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951243164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99697700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88039482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311575253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95261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88036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C898D714-11D2-4C8C-AC3F-2649EBE15491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0BE3D25-17D7-4426-8034-58704D39E79B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10222029" y="1447997"/>
            <a:ext cx="222799" cy="482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7E783A30-AAE6-47E2-AE24-EC01FC06E02C}"/>
              </a:ext>
            </a:extLst>
          </p:cNvPr>
          <p:cNvSpPr/>
          <p:nvPr/>
        </p:nvSpPr>
        <p:spPr>
          <a:xfrm>
            <a:off x="9834639" y="1910569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07595F0-CF2A-4BEA-92C3-5123B0E9FA7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57E6DF73-9912-432A-BBCE-E2804B09AED1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33E251E-B2ED-4859-AB4F-34E49E88F3A1}"/>
              </a:ext>
            </a:extLst>
          </p:cNvPr>
          <p:cNvCxnSpPr>
            <a:cxnSpLocks/>
            <a:stCxn id="19" idx="3"/>
            <a:endCxn id="25" idx="0"/>
          </p:cNvCxnSpPr>
          <p:nvPr/>
        </p:nvCxnSpPr>
        <p:spPr>
          <a:xfrm flipH="1">
            <a:off x="9683685" y="2197357"/>
            <a:ext cx="264418" cy="25612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55BE1E3E-B8E1-4068-BE4A-9AC229E871DC}"/>
              </a:ext>
            </a:extLst>
          </p:cNvPr>
          <p:cNvSpPr/>
          <p:nvPr/>
        </p:nvSpPr>
        <p:spPr>
          <a:xfrm>
            <a:off x="9296295" y="2453478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E77AE-4799-495C-92CA-5D2DF3873CED}"/>
              </a:ext>
            </a:extLst>
          </p:cNvPr>
          <p:cNvSpPr txBox="1"/>
          <p:nvPr/>
        </p:nvSpPr>
        <p:spPr>
          <a:xfrm>
            <a:off x="5503662" y="939903"/>
            <a:ext cx="35187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ru-RU" sz="1100" u="sng" dirty="0">
                <a:solidFill>
                  <a:schemeClr val="accent3">
                    <a:lumMod val="75000"/>
                  </a:schemeClr>
                </a:solidFill>
              </a:rPr>
              <a:t>с = 2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4 &lt; 6:</a:t>
            </a:r>
          </a:p>
          <a:p>
            <a:r>
              <a:rPr lang="en-US" sz="1100" dirty="0"/>
              <a:t>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([2], </a:t>
            </a:r>
            <a:r>
              <a:rPr lang="ru-RU" sz="1100" i="1" dirty="0">
                <a:solidFill>
                  <a:schemeClr val="accent1"/>
                </a:solidFill>
              </a:rPr>
              <a:t>4</a:t>
            </a:r>
            <a:r>
              <a:rPr lang="en-US" sz="1100" i="1" dirty="0">
                <a:solidFill>
                  <a:schemeClr val="accent1"/>
                </a:solidFill>
              </a:rPr>
              <a:t>):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4 &gt;= 2:</a:t>
            </a:r>
          </a:p>
          <a:p>
            <a:r>
              <a:rPr lang="en-US" sz="1100" dirty="0"/>
              <a:t>                        number = 4 – 2 = 2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3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2 &gt;= 2:</a:t>
            </a:r>
          </a:p>
          <a:p>
            <a:r>
              <a:rPr lang="en-US" sz="1100" dirty="0"/>
              <a:t>                        number = 2 – 2 = 0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01B5C1E-8037-4F20-890D-9927F47CDBB9}"/>
              </a:ext>
            </a:extLst>
          </p:cNvPr>
          <p:cNvCxnSpPr>
            <a:cxnSpLocks/>
            <a:stCxn id="19" idx="4"/>
            <a:endCxn id="23" idx="0"/>
          </p:cNvCxnSpPr>
          <p:nvPr/>
        </p:nvCxnSpPr>
        <p:spPr>
          <a:xfrm>
            <a:off x="10222029" y="2246562"/>
            <a:ext cx="4313" cy="517057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E0A42E20-EFF7-4372-A935-B724066AB0E0}"/>
              </a:ext>
            </a:extLst>
          </p:cNvPr>
          <p:cNvSpPr/>
          <p:nvPr/>
        </p:nvSpPr>
        <p:spPr>
          <a:xfrm>
            <a:off x="9838952" y="2763619"/>
            <a:ext cx="774780" cy="335993"/>
          </a:xfrm>
          <a:prstGeom prst="ellips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3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CBE4F-F2A9-4D60-8841-9C8C90C4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D9409B-3833-400D-A29D-4CDEC9CB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2969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</a:t>
            </a:r>
            <a:r>
              <a:rPr lang="ru-RU" dirty="0"/>
              <a:t>0</a:t>
            </a:r>
            <a:endParaRPr lang="en-US" dirty="0"/>
          </a:p>
          <a:p>
            <a:r>
              <a:rPr lang="en-US" dirty="0"/>
              <a:t>p = [</a:t>
            </a:r>
            <a:r>
              <a:rPr lang="ru-RU" dirty="0"/>
              <a:t>2</a:t>
            </a:r>
            <a:r>
              <a:rPr lang="en-US" dirty="0"/>
              <a:t>]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2DB303-CE21-44ED-928B-489F6A4B4349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20391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951243164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99697700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88039482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311575253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95261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88036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C898D714-11D2-4C8C-AC3F-2649EBE15491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0BE3D25-17D7-4426-8034-58704D39E79B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10222029" y="1447997"/>
            <a:ext cx="222799" cy="482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7E783A30-AAE6-47E2-AE24-EC01FC06E02C}"/>
              </a:ext>
            </a:extLst>
          </p:cNvPr>
          <p:cNvSpPr/>
          <p:nvPr/>
        </p:nvSpPr>
        <p:spPr>
          <a:xfrm>
            <a:off x="9834639" y="1910569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07595F0-CF2A-4BEA-92C3-5123B0E9FA7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57E6DF73-9912-432A-BBCE-E2804B09AED1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33E251E-B2ED-4859-AB4F-34E49E88F3A1}"/>
              </a:ext>
            </a:extLst>
          </p:cNvPr>
          <p:cNvCxnSpPr>
            <a:cxnSpLocks/>
            <a:stCxn id="19" idx="3"/>
            <a:endCxn id="25" idx="0"/>
          </p:cNvCxnSpPr>
          <p:nvPr/>
        </p:nvCxnSpPr>
        <p:spPr>
          <a:xfrm flipH="1">
            <a:off x="9683685" y="2197357"/>
            <a:ext cx="264418" cy="25612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55BE1E3E-B8E1-4068-BE4A-9AC229E871DC}"/>
              </a:ext>
            </a:extLst>
          </p:cNvPr>
          <p:cNvSpPr/>
          <p:nvPr/>
        </p:nvSpPr>
        <p:spPr>
          <a:xfrm>
            <a:off x="9296295" y="2453478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E77AE-4799-495C-92CA-5D2DF3873CED}"/>
              </a:ext>
            </a:extLst>
          </p:cNvPr>
          <p:cNvSpPr txBox="1"/>
          <p:nvPr/>
        </p:nvSpPr>
        <p:spPr>
          <a:xfrm>
            <a:off x="5503662" y="939903"/>
            <a:ext cx="351870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ru-RU" sz="1100" u="sng" dirty="0">
                <a:solidFill>
                  <a:schemeClr val="accent3">
                    <a:lumMod val="75000"/>
                  </a:schemeClr>
                </a:solidFill>
              </a:rPr>
              <a:t>с = 2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4 &lt; 6:</a:t>
            </a:r>
          </a:p>
          <a:p>
            <a:r>
              <a:rPr lang="en-US" sz="1100" dirty="0"/>
              <a:t>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([2], </a:t>
            </a:r>
            <a:r>
              <a:rPr lang="ru-RU" sz="1100" i="1" dirty="0">
                <a:solidFill>
                  <a:schemeClr val="accent1"/>
                </a:solidFill>
              </a:rPr>
              <a:t>4</a:t>
            </a:r>
            <a:r>
              <a:rPr lang="en-US" sz="1100" i="1" dirty="0">
                <a:solidFill>
                  <a:schemeClr val="accent1"/>
                </a:solidFill>
              </a:rPr>
              <a:t>):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4 &gt;= 2:</a:t>
            </a:r>
          </a:p>
          <a:p>
            <a:r>
              <a:rPr lang="en-US" sz="1100" dirty="0"/>
              <a:t>                        number = 4 – 2 = 2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3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2 &gt;= 2:</a:t>
            </a:r>
          </a:p>
          <a:p>
            <a:r>
              <a:rPr lang="en-US" sz="1100" dirty="0"/>
              <a:t>                        number = 2 – 2 = 0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4 is not used:</a:t>
            </a:r>
          </a:p>
          <a:p>
            <a:r>
              <a:rPr lang="en-US" sz="1100" dirty="0"/>
              <a:t>                    t = (4 – 1 - 1)! = 2! = 2</a:t>
            </a:r>
          </a:p>
          <a:p>
            <a:r>
              <a:rPr lang="en-US" sz="1100" dirty="0"/>
              <a:t>                    0 &lt; 2:</a:t>
            </a:r>
          </a:p>
          <a:p>
            <a:r>
              <a:rPr lang="en-US" sz="1100" dirty="0"/>
              <a:t>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([2,4], 0)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01B5C1E-8037-4F20-890D-9927F47CDBB9}"/>
              </a:ext>
            </a:extLst>
          </p:cNvPr>
          <p:cNvCxnSpPr>
            <a:cxnSpLocks/>
            <a:stCxn id="19" idx="4"/>
            <a:endCxn id="23" idx="0"/>
          </p:cNvCxnSpPr>
          <p:nvPr/>
        </p:nvCxnSpPr>
        <p:spPr>
          <a:xfrm>
            <a:off x="10222029" y="2246562"/>
            <a:ext cx="4313" cy="51705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E0A42E20-EFF7-4372-A935-B724066AB0E0}"/>
              </a:ext>
            </a:extLst>
          </p:cNvPr>
          <p:cNvSpPr/>
          <p:nvPr/>
        </p:nvSpPr>
        <p:spPr>
          <a:xfrm>
            <a:off x="9838952" y="2763619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87620F3-6AAB-40CA-91FA-BFAF2B4F7764}"/>
              </a:ext>
            </a:extLst>
          </p:cNvPr>
          <p:cNvCxnSpPr>
            <a:cxnSpLocks/>
            <a:stCxn id="19" idx="5"/>
            <a:endCxn id="24" idx="0"/>
          </p:cNvCxnSpPr>
          <p:nvPr/>
        </p:nvCxnSpPr>
        <p:spPr>
          <a:xfrm>
            <a:off x="10495955" y="2197357"/>
            <a:ext cx="349900" cy="25612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53E66CFF-3ED4-41BB-9CA0-AD949CAB1FF2}"/>
              </a:ext>
            </a:extLst>
          </p:cNvPr>
          <p:cNvSpPr/>
          <p:nvPr/>
        </p:nvSpPr>
        <p:spPr>
          <a:xfrm>
            <a:off x="10458465" y="2453477"/>
            <a:ext cx="774780" cy="335993"/>
          </a:xfrm>
          <a:prstGeom prst="ellips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FCF5CD-D739-44EB-955D-12546FFCF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15AAC7-C340-42D6-86DB-E184EC2F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6938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</a:t>
            </a:r>
            <a:r>
              <a:rPr lang="ru-RU" dirty="0"/>
              <a:t>2, 4</a:t>
            </a:r>
            <a:r>
              <a:rPr lang="en-US" dirty="0"/>
              <a:t>]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2DB303-CE21-44ED-928B-489F6A4B4349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20391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951243164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99697700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88039482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311575253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95261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88036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C898D714-11D2-4C8C-AC3F-2649EBE15491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0BE3D25-17D7-4426-8034-58704D39E79B}"/>
              </a:ext>
            </a:extLst>
          </p:cNvPr>
          <p:cNvCxnSpPr>
            <a:cxnSpLocks/>
          </p:cNvCxnSpPr>
          <p:nvPr/>
        </p:nvCxnSpPr>
        <p:spPr>
          <a:xfrm flipH="1">
            <a:off x="10222029" y="1457622"/>
            <a:ext cx="222799" cy="482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7E783A30-AAE6-47E2-AE24-EC01FC06E02C}"/>
              </a:ext>
            </a:extLst>
          </p:cNvPr>
          <p:cNvSpPr/>
          <p:nvPr/>
        </p:nvSpPr>
        <p:spPr>
          <a:xfrm>
            <a:off x="9834639" y="1910569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07595F0-CF2A-4BEA-92C3-5123B0E9FA7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57E6DF73-9912-432A-BBCE-E2804B09AED1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33E251E-B2ED-4859-AB4F-34E49E88F3A1}"/>
              </a:ext>
            </a:extLst>
          </p:cNvPr>
          <p:cNvCxnSpPr>
            <a:cxnSpLocks/>
            <a:stCxn id="19" idx="3"/>
            <a:endCxn id="25" idx="0"/>
          </p:cNvCxnSpPr>
          <p:nvPr/>
        </p:nvCxnSpPr>
        <p:spPr>
          <a:xfrm flipH="1">
            <a:off x="9683685" y="2197357"/>
            <a:ext cx="264418" cy="25612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55BE1E3E-B8E1-4068-BE4A-9AC229E871DC}"/>
              </a:ext>
            </a:extLst>
          </p:cNvPr>
          <p:cNvSpPr/>
          <p:nvPr/>
        </p:nvSpPr>
        <p:spPr>
          <a:xfrm>
            <a:off x="9296295" y="2453478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E77AE-4799-495C-92CA-5D2DF3873CED}"/>
              </a:ext>
            </a:extLst>
          </p:cNvPr>
          <p:cNvSpPr txBox="1"/>
          <p:nvPr/>
        </p:nvSpPr>
        <p:spPr>
          <a:xfrm>
            <a:off x="5503662" y="939903"/>
            <a:ext cx="376724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ru-RU" sz="1100" u="sng" dirty="0">
                <a:solidFill>
                  <a:schemeClr val="accent3">
                    <a:lumMod val="75000"/>
                  </a:schemeClr>
                </a:solidFill>
              </a:rPr>
              <a:t>с = 2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4 &lt; 6:</a:t>
            </a:r>
          </a:p>
          <a:p>
            <a:r>
              <a:rPr lang="en-US" sz="1100" dirty="0"/>
              <a:t>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([2], </a:t>
            </a:r>
            <a:r>
              <a:rPr lang="ru-RU" sz="1100" i="1" dirty="0">
                <a:solidFill>
                  <a:schemeClr val="accent1"/>
                </a:solidFill>
              </a:rPr>
              <a:t>4</a:t>
            </a:r>
            <a:r>
              <a:rPr lang="en-US" sz="1100" i="1" dirty="0">
                <a:solidFill>
                  <a:schemeClr val="accent1"/>
                </a:solidFill>
              </a:rPr>
              <a:t>):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4 &gt;= 2:</a:t>
            </a:r>
          </a:p>
          <a:p>
            <a:r>
              <a:rPr lang="en-US" sz="1100" dirty="0"/>
              <a:t>                        number = 4 – 2 = 2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3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2 &gt;= 2:</a:t>
            </a:r>
          </a:p>
          <a:p>
            <a:r>
              <a:rPr lang="en-US" sz="1100" dirty="0"/>
              <a:t>                        number = 2 – 2 = 0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4 is not used:</a:t>
            </a:r>
          </a:p>
          <a:p>
            <a:r>
              <a:rPr lang="en-US" sz="1100" dirty="0"/>
              <a:t>                    t = (4 – 1 - 1)! = 2! = 2</a:t>
            </a:r>
          </a:p>
          <a:p>
            <a:r>
              <a:rPr lang="en-US" sz="1100" dirty="0"/>
              <a:t>                    0 &lt; 2:</a:t>
            </a:r>
          </a:p>
          <a:p>
            <a:r>
              <a:rPr lang="en-US" sz="1100" dirty="0"/>
              <a:t>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([2,4], 0):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            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            t = (4 – 3)! = 1! = 1</a:t>
            </a:r>
          </a:p>
          <a:p>
            <a:r>
              <a:rPr lang="en-US" sz="1100" dirty="0"/>
              <a:t>                                0 &lt; 1:</a:t>
            </a:r>
          </a:p>
          <a:p>
            <a:r>
              <a:rPr lang="en-US" sz="1100" dirty="0"/>
              <a:t>           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([2,4,1], 0)</a:t>
            </a:r>
            <a:endParaRPr lang="en-US" sz="1100" b="1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01B5C1E-8037-4F20-890D-9927F47CDBB9}"/>
              </a:ext>
            </a:extLst>
          </p:cNvPr>
          <p:cNvCxnSpPr>
            <a:cxnSpLocks/>
            <a:stCxn id="19" idx="4"/>
            <a:endCxn id="23" idx="0"/>
          </p:cNvCxnSpPr>
          <p:nvPr/>
        </p:nvCxnSpPr>
        <p:spPr>
          <a:xfrm>
            <a:off x="10222029" y="2246562"/>
            <a:ext cx="4313" cy="51705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E0A42E20-EFF7-4372-A935-B724066AB0E0}"/>
              </a:ext>
            </a:extLst>
          </p:cNvPr>
          <p:cNvSpPr/>
          <p:nvPr/>
        </p:nvSpPr>
        <p:spPr>
          <a:xfrm>
            <a:off x="9838952" y="2763619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87620F3-6AAB-40CA-91FA-BFAF2B4F7764}"/>
              </a:ext>
            </a:extLst>
          </p:cNvPr>
          <p:cNvCxnSpPr>
            <a:cxnSpLocks/>
            <a:stCxn id="19" idx="5"/>
            <a:endCxn id="24" idx="0"/>
          </p:cNvCxnSpPr>
          <p:nvPr/>
        </p:nvCxnSpPr>
        <p:spPr>
          <a:xfrm>
            <a:off x="10495955" y="2197357"/>
            <a:ext cx="349900" cy="2561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53E66CFF-3ED4-41BB-9CA0-AD949CAB1FF2}"/>
              </a:ext>
            </a:extLst>
          </p:cNvPr>
          <p:cNvSpPr/>
          <p:nvPr/>
        </p:nvSpPr>
        <p:spPr>
          <a:xfrm>
            <a:off x="10458465" y="245347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5F26564-9382-431B-A0DD-8F0936ED1CD8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>
            <a:off x="10845855" y="2789470"/>
            <a:ext cx="0" cy="371003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Овал 26">
            <a:extLst>
              <a:ext uri="{FF2B5EF4-FFF2-40B4-BE49-F238E27FC236}">
                <a16:creationId xmlns:a16="http://schemas.microsoft.com/office/drawing/2014/main" id="{50319BA5-D4E4-4BED-87F2-FF38AC083271}"/>
              </a:ext>
            </a:extLst>
          </p:cNvPr>
          <p:cNvSpPr/>
          <p:nvPr/>
        </p:nvSpPr>
        <p:spPr>
          <a:xfrm>
            <a:off x="10458465" y="3160473"/>
            <a:ext cx="774780" cy="335993"/>
          </a:xfrm>
          <a:prstGeom prst="ellips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2646E5-5880-4125-B22A-F4EE68D2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A611AE-E4B4-45C2-A66E-F98E10D4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1793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</a:t>
            </a:r>
            <a:r>
              <a:rPr lang="ru-RU" dirty="0"/>
              <a:t>2, 4, 1</a:t>
            </a:r>
            <a:r>
              <a:rPr lang="en-US" dirty="0"/>
              <a:t>]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2DB303-CE21-44ED-928B-489F6A4B4349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20391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951243164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99697700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88039482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311575253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95261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88036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C898D714-11D2-4C8C-AC3F-2649EBE15491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0BE3D25-17D7-4426-8034-58704D39E79B}"/>
              </a:ext>
            </a:extLst>
          </p:cNvPr>
          <p:cNvCxnSpPr>
            <a:cxnSpLocks/>
          </p:cNvCxnSpPr>
          <p:nvPr/>
        </p:nvCxnSpPr>
        <p:spPr>
          <a:xfrm flipH="1">
            <a:off x="10222029" y="1457622"/>
            <a:ext cx="222799" cy="482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7E783A30-AAE6-47E2-AE24-EC01FC06E02C}"/>
              </a:ext>
            </a:extLst>
          </p:cNvPr>
          <p:cNvSpPr/>
          <p:nvPr/>
        </p:nvSpPr>
        <p:spPr>
          <a:xfrm>
            <a:off x="9834639" y="1910569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07595F0-CF2A-4BEA-92C3-5123B0E9FA7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57E6DF73-9912-432A-BBCE-E2804B09AED1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33E251E-B2ED-4859-AB4F-34E49E88F3A1}"/>
              </a:ext>
            </a:extLst>
          </p:cNvPr>
          <p:cNvCxnSpPr>
            <a:cxnSpLocks/>
            <a:stCxn id="19" idx="3"/>
            <a:endCxn id="25" idx="0"/>
          </p:cNvCxnSpPr>
          <p:nvPr/>
        </p:nvCxnSpPr>
        <p:spPr>
          <a:xfrm flipH="1">
            <a:off x="9683685" y="2197357"/>
            <a:ext cx="264418" cy="25612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55BE1E3E-B8E1-4068-BE4A-9AC229E871DC}"/>
              </a:ext>
            </a:extLst>
          </p:cNvPr>
          <p:cNvSpPr/>
          <p:nvPr/>
        </p:nvSpPr>
        <p:spPr>
          <a:xfrm>
            <a:off x="9296295" y="2453478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E77AE-4799-495C-92CA-5D2DF3873CED}"/>
              </a:ext>
            </a:extLst>
          </p:cNvPr>
          <p:cNvSpPr txBox="1"/>
          <p:nvPr/>
        </p:nvSpPr>
        <p:spPr>
          <a:xfrm>
            <a:off x="5503661" y="939903"/>
            <a:ext cx="433097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ru-RU" sz="1100" u="sng" dirty="0">
                <a:solidFill>
                  <a:schemeClr val="accent3">
                    <a:lumMod val="75000"/>
                  </a:schemeClr>
                </a:solidFill>
              </a:rPr>
              <a:t>с = 2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4 &lt; 6:</a:t>
            </a:r>
          </a:p>
          <a:p>
            <a:r>
              <a:rPr lang="en-US" sz="1100" dirty="0"/>
              <a:t>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([2], </a:t>
            </a:r>
            <a:r>
              <a:rPr lang="ru-RU" sz="1100" i="1" dirty="0">
                <a:solidFill>
                  <a:schemeClr val="accent1"/>
                </a:solidFill>
              </a:rPr>
              <a:t>4</a:t>
            </a:r>
            <a:r>
              <a:rPr lang="en-US" sz="1100" i="1" dirty="0">
                <a:solidFill>
                  <a:schemeClr val="accent1"/>
                </a:solidFill>
              </a:rPr>
              <a:t>):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4 &gt;= 2:</a:t>
            </a:r>
          </a:p>
          <a:p>
            <a:r>
              <a:rPr lang="en-US" sz="1100" dirty="0"/>
              <a:t>                        number = 4 – 2 = 2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3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2 &gt;= 2:</a:t>
            </a:r>
          </a:p>
          <a:p>
            <a:r>
              <a:rPr lang="en-US" sz="1100" dirty="0"/>
              <a:t>                        number = 2 – 2 = 0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4 is not used:</a:t>
            </a:r>
          </a:p>
          <a:p>
            <a:r>
              <a:rPr lang="en-US" sz="1100" dirty="0"/>
              <a:t>                    t = (4 – 1 - 1)! = 2! = 2</a:t>
            </a:r>
          </a:p>
          <a:p>
            <a:r>
              <a:rPr lang="en-US" sz="1100" dirty="0"/>
              <a:t>                    0 &lt; 2:</a:t>
            </a:r>
          </a:p>
          <a:p>
            <a:r>
              <a:rPr lang="en-US" sz="1100" dirty="0"/>
              <a:t>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([2,4], 0):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            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            t = (4 – 3)! = 1! = 1</a:t>
            </a:r>
          </a:p>
          <a:p>
            <a:r>
              <a:rPr lang="en-US" sz="1100" dirty="0"/>
              <a:t>                                0 &lt; 1:</a:t>
            </a:r>
          </a:p>
          <a:p>
            <a:r>
              <a:rPr lang="en-US" sz="1100" dirty="0"/>
              <a:t>           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([2,4,1], 0):</a:t>
            </a:r>
          </a:p>
          <a:p>
            <a:r>
              <a:rPr lang="en-US" sz="1100" dirty="0"/>
              <a:t>                                       </a:t>
            </a:r>
            <a:r>
              <a:rPr lang="en-US" sz="11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100" dirty="0"/>
              <a:t>                                       </a:t>
            </a:r>
            <a:r>
              <a:rPr lang="en-US" sz="110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100" dirty="0"/>
              <a:t>                       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3 is not used:</a:t>
            </a:r>
          </a:p>
          <a:p>
            <a:r>
              <a:rPr lang="en-US" sz="1100" dirty="0"/>
              <a:t>                                           t = (4 – 4)! = 0! = 1</a:t>
            </a:r>
          </a:p>
          <a:p>
            <a:r>
              <a:rPr lang="en-US" sz="1100" dirty="0"/>
              <a:t>                                           0 &lt; 1:</a:t>
            </a:r>
          </a:p>
          <a:p>
            <a:r>
              <a:rPr lang="en-US" sz="1100" dirty="0"/>
              <a:t>                       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([2,4,1,3], 0)</a:t>
            </a:r>
            <a:endParaRPr lang="en-US" sz="1100" b="1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01B5C1E-8037-4F20-890D-9927F47CDBB9}"/>
              </a:ext>
            </a:extLst>
          </p:cNvPr>
          <p:cNvCxnSpPr>
            <a:cxnSpLocks/>
            <a:stCxn id="19" idx="4"/>
            <a:endCxn id="23" idx="0"/>
          </p:cNvCxnSpPr>
          <p:nvPr/>
        </p:nvCxnSpPr>
        <p:spPr>
          <a:xfrm>
            <a:off x="10222029" y="2246562"/>
            <a:ext cx="4313" cy="51705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E0A42E20-EFF7-4372-A935-B724066AB0E0}"/>
              </a:ext>
            </a:extLst>
          </p:cNvPr>
          <p:cNvSpPr/>
          <p:nvPr/>
        </p:nvSpPr>
        <p:spPr>
          <a:xfrm>
            <a:off x="9838952" y="2763619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87620F3-6AAB-40CA-91FA-BFAF2B4F7764}"/>
              </a:ext>
            </a:extLst>
          </p:cNvPr>
          <p:cNvCxnSpPr>
            <a:cxnSpLocks/>
            <a:stCxn id="19" idx="5"/>
            <a:endCxn id="24" idx="0"/>
          </p:cNvCxnSpPr>
          <p:nvPr/>
        </p:nvCxnSpPr>
        <p:spPr>
          <a:xfrm>
            <a:off x="10495955" y="2197357"/>
            <a:ext cx="349900" cy="2561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53E66CFF-3ED4-41BB-9CA0-AD949CAB1FF2}"/>
              </a:ext>
            </a:extLst>
          </p:cNvPr>
          <p:cNvSpPr/>
          <p:nvPr/>
        </p:nvSpPr>
        <p:spPr>
          <a:xfrm>
            <a:off x="10458465" y="245347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5F26564-9382-431B-A0DD-8F0936ED1CD8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>
            <a:off x="10845855" y="2789470"/>
            <a:ext cx="0" cy="371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Овал 26">
            <a:extLst>
              <a:ext uri="{FF2B5EF4-FFF2-40B4-BE49-F238E27FC236}">
                <a16:creationId xmlns:a16="http://schemas.microsoft.com/office/drawing/2014/main" id="{50319BA5-D4E4-4BED-87F2-FF38AC083271}"/>
              </a:ext>
            </a:extLst>
          </p:cNvPr>
          <p:cNvSpPr/>
          <p:nvPr/>
        </p:nvSpPr>
        <p:spPr>
          <a:xfrm>
            <a:off x="10458465" y="3160473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0BF5BA5-02DE-4989-8575-D0077ADC386A}"/>
              </a:ext>
            </a:extLst>
          </p:cNvPr>
          <p:cNvCxnSpPr>
            <a:cxnSpLocks/>
            <a:stCxn id="27" idx="4"/>
            <a:endCxn id="31" idx="0"/>
          </p:cNvCxnSpPr>
          <p:nvPr/>
        </p:nvCxnSpPr>
        <p:spPr>
          <a:xfrm flipH="1">
            <a:off x="10684042" y="3496466"/>
            <a:ext cx="161813" cy="371003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Овал 30">
            <a:extLst>
              <a:ext uri="{FF2B5EF4-FFF2-40B4-BE49-F238E27FC236}">
                <a16:creationId xmlns:a16="http://schemas.microsoft.com/office/drawing/2014/main" id="{57E39D7C-FEC9-42F2-B3C3-BBF54164C082}"/>
              </a:ext>
            </a:extLst>
          </p:cNvPr>
          <p:cNvSpPr/>
          <p:nvPr/>
        </p:nvSpPr>
        <p:spPr>
          <a:xfrm>
            <a:off x="10296652" y="3867469"/>
            <a:ext cx="774780" cy="335993"/>
          </a:xfrm>
          <a:prstGeom prst="ellips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413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6A6650-4D6C-4207-B533-CE1AA3EC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BB96D3-62A0-422A-8DC0-21E5649A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8390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C448F-FA83-4A5D-BF98-70D0515B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7" y="239619"/>
            <a:ext cx="8503024" cy="773393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перестановки по номеру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89B9552-40F7-4A43-A6F2-77648FDA4A5C}"/>
              </a:ext>
            </a:extLst>
          </p:cNvPr>
          <p:cNvSpPr txBox="1">
            <a:spLocks/>
          </p:cNvSpPr>
          <p:nvPr/>
        </p:nvSpPr>
        <p:spPr>
          <a:xfrm>
            <a:off x="582269" y="3039076"/>
            <a:ext cx="5096636" cy="3047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83037385">
                  <a:custGeom>
                    <a:avLst/>
                    <a:gdLst>
                      <a:gd name="connsiteX0" fmla="*/ 0 w 6705601"/>
                      <a:gd name="connsiteY0" fmla="*/ 0 h 3379997"/>
                      <a:gd name="connsiteX1" fmla="*/ 491744 w 6705601"/>
                      <a:gd name="connsiteY1" fmla="*/ 0 h 3379997"/>
                      <a:gd name="connsiteX2" fmla="*/ 916432 w 6705601"/>
                      <a:gd name="connsiteY2" fmla="*/ 0 h 3379997"/>
                      <a:gd name="connsiteX3" fmla="*/ 1609344 w 6705601"/>
                      <a:gd name="connsiteY3" fmla="*/ 0 h 3379997"/>
                      <a:gd name="connsiteX4" fmla="*/ 2235200 w 6705601"/>
                      <a:gd name="connsiteY4" fmla="*/ 0 h 3379997"/>
                      <a:gd name="connsiteX5" fmla="*/ 2861056 w 6705601"/>
                      <a:gd name="connsiteY5" fmla="*/ 0 h 3379997"/>
                      <a:gd name="connsiteX6" fmla="*/ 3419857 w 6705601"/>
                      <a:gd name="connsiteY6" fmla="*/ 0 h 3379997"/>
                      <a:gd name="connsiteX7" fmla="*/ 4045713 w 6705601"/>
                      <a:gd name="connsiteY7" fmla="*/ 0 h 3379997"/>
                      <a:gd name="connsiteX8" fmla="*/ 4738625 w 6705601"/>
                      <a:gd name="connsiteY8" fmla="*/ 0 h 3379997"/>
                      <a:gd name="connsiteX9" fmla="*/ 5431537 w 6705601"/>
                      <a:gd name="connsiteY9" fmla="*/ 0 h 3379997"/>
                      <a:gd name="connsiteX10" fmla="*/ 5923281 w 6705601"/>
                      <a:gd name="connsiteY10" fmla="*/ 0 h 3379997"/>
                      <a:gd name="connsiteX11" fmla="*/ 6705601 w 6705601"/>
                      <a:gd name="connsiteY11" fmla="*/ 0 h 3379997"/>
                      <a:gd name="connsiteX12" fmla="*/ 6705601 w 6705601"/>
                      <a:gd name="connsiteY12" fmla="*/ 495733 h 3379997"/>
                      <a:gd name="connsiteX13" fmla="*/ 6705601 w 6705601"/>
                      <a:gd name="connsiteY13" fmla="*/ 1126666 h 3379997"/>
                      <a:gd name="connsiteX14" fmla="*/ 6705601 w 6705601"/>
                      <a:gd name="connsiteY14" fmla="*/ 1757598 h 3379997"/>
                      <a:gd name="connsiteX15" fmla="*/ 6705601 w 6705601"/>
                      <a:gd name="connsiteY15" fmla="*/ 2287131 h 3379997"/>
                      <a:gd name="connsiteX16" fmla="*/ 6705601 w 6705601"/>
                      <a:gd name="connsiteY16" fmla="*/ 2782864 h 3379997"/>
                      <a:gd name="connsiteX17" fmla="*/ 6705601 w 6705601"/>
                      <a:gd name="connsiteY17" fmla="*/ 3379997 h 3379997"/>
                      <a:gd name="connsiteX18" fmla="*/ 6012689 w 6705601"/>
                      <a:gd name="connsiteY18" fmla="*/ 3379997 h 3379997"/>
                      <a:gd name="connsiteX19" fmla="*/ 5520945 w 6705601"/>
                      <a:gd name="connsiteY19" fmla="*/ 3379997 h 3379997"/>
                      <a:gd name="connsiteX20" fmla="*/ 4895089 w 6705601"/>
                      <a:gd name="connsiteY20" fmla="*/ 3379997 h 3379997"/>
                      <a:gd name="connsiteX21" fmla="*/ 4336289 w 6705601"/>
                      <a:gd name="connsiteY21" fmla="*/ 3379997 h 3379997"/>
                      <a:gd name="connsiteX22" fmla="*/ 3643377 w 6705601"/>
                      <a:gd name="connsiteY22" fmla="*/ 3379997 h 3379997"/>
                      <a:gd name="connsiteX23" fmla="*/ 2950464 w 6705601"/>
                      <a:gd name="connsiteY23" fmla="*/ 3379997 h 3379997"/>
                      <a:gd name="connsiteX24" fmla="*/ 2324608 w 6705601"/>
                      <a:gd name="connsiteY24" fmla="*/ 3379997 h 3379997"/>
                      <a:gd name="connsiteX25" fmla="*/ 1899920 w 6705601"/>
                      <a:gd name="connsiteY25" fmla="*/ 3379997 h 3379997"/>
                      <a:gd name="connsiteX26" fmla="*/ 1274064 w 6705601"/>
                      <a:gd name="connsiteY26" fmla="*/ 3379997 h 3379997"/>
                      <a:gd name="connsiteX27" fmla="*/ 648208 w 6705601"/>
                      <a:gd name="connsiteY27" fmla="*/ 3379997 h 3379997"/>
                      <a:gd name="connsiteX28" fmla="*/ 0 w 6705601"/>
                      <a:gd name="connsiteY28" fmla="*/ 3379997 h 3379997"/>
                      <a:gd name="connsiteX29" fmla="*/ 0 w 6705601"/>
                      <a:gd name="connsiteY29" fmla="*/ 2850464 h 3379997"/>
                      <a:gd name="connsiteX30" fmla="*/ 0 w 6705601"/>
                      <a:gd name="connsiteY30" fmla="*/ 2219531 h 3379997"/>
                      <a:gd name="connsiteX31" fmla="*/ 0 w 6705601"/>
                      <a:gd name="connsiteY31" fmla="*/ 1656199 h 3379997"/>
                      <a:gd name="connsiteX32" fmla="*/ 0 w 6705601"/>
                      <a:gd name="connsiteY32" fmla="*/ 1059066 h 3379997"/>
                      <a:gd name="connsiteX33" fmla="*/ 0 w 6705601"/>
                      <a:gd name="connsiteY33" fmla="*/ 597133 h 3379997"/>
                      <a:gd name="connsiteX34" fmla="*/ 0 w 6705601"/>
                      <a:gd name="connsiteY34" fmla="*/ 0 h 3379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705601" h="3379997" fill="none" extrusionOk="0">
                        <a:moveTo>
                          <a:pt x="0" y="0"/>
                        </a:moveTo>
                        <a:cubicBezTo>
                          <a:pt x="206272" y="-34585"/>
                          <a:pt x="284190" y="11192"/>
                          <a:pt x="491744" y="0"/>
                        </a:cubicBezTo>
                        <a:cubicBezTo>
                          <a:pt x="699298" y="-11192"/>
                          <a:pt x="741046" y="48536"/>
                          <a:pt x="916432" y="0"/>
                        </a:cubicBezTo>
                        <a:cubicBezTo>
                          <a:pt x="1091818" y="-48536"/>
                          <a:pt x="1446649" y="47986"/>
                          <a:pt x="1609344" y="0"/>
                        </a:cubicBezTo>
                        <a:cubicBezTo>
                          <a:pt x="1772039" y="-47986"/>
                          <a:pt x="2011948" y="23858"/>
                          <a:pt x="2235200" y="0"/>
                        </a:cubicBezTo>
                        <a:cubicBezTo>
                          <a:pt x="2458452" y="-23858"/>
                          <a:pt x="2581891" y="12979"/>
                          <a:pt x="2861056" y="0"/>
                        </a:cubicBezTo>
                        <a:cubicBezTo>
                          <a:pt x="3140221" y="-12979"/>
                          <a:pt x="3246695" y="3474"/>
                          <a:pt x="3419857" y="0"/>
                        </a:cubicBezTo>
                        <a:cubicBezTo>
                          <a:pt x="3593019" y="-3474"/>
                          <a:pt x="3886225" y="58422"/>
                          <a:pt x="4045713" y="0"/>
                        </a:cubicBezTo>
                        <a:cubicBezTo>
                          <a:pt x="4205201" y="-58422"/>
                          <a:pt x="4418109" y="39452"/>
                          <a:pt x="4738625" y="0"/>
                        </a:cubicBezTo>
                        <a:cubicBezTo>
                          <a:pt x="5059141" y="-39452"/>
                          <a:pt x="5266730" y="51259"/>
                          <a:pt x="5431537" y="0"/>
                        </a:cubicBezTo>
                        <a:cubicBezTo>
                          <a:pt x="5596344" y="-51259"/>
                          <a:pt x="5737562" y="16860"/>
                          <a:pt x="5923281" y="0"/>
                        </a:cubicBezTo>
                        <a:cubicBezTo>
                          <a:pt x="6109000" y="-16860"/>
                          <a:pt x="6324592" y="82995"/>
                          <a:pt x="6705601" y="0"/>
                        </a:cubicBezTo>
                        <a:cubicBezTo>
                          <a:pt x="6710075" y="158994"/>
                          <a:pt x="6675555" y="311526"/>
                          <a:pt x="6705601" y="495733"/>
                        </a:cubicBezTo>
                        <a:cubicBezTo>
                          <a:pt x="6735647" y="679940"/>
                          <a:pt x="6633737" y="848943"/>
                          <a:pt x="6705601" y="1126666"/>
                        </a:cubicBezTo>
                        <a:cubicBezTo>
                          <a:pt x="6777465" y="1404389"/>
                          <a:pt x="6684956" y="1460147"/>
                          <a:pt x="6705601" y="1757598"/>
                        </a:cubicBezTo>
                        <a:cubicBezTo>
                          <a:pt x="6726246" y="2055049"/>
                          <a:pt x="6673263" y="2053514"/>
                          <a:pt x="6705601" y="2287131"/>
                        </a:cubicBezTo>
                        <a:cubicBezTo>
                          <a:pt x="6737939" y="2520748"/>
                          <a:pt x="6665069" y="2578705"/>
                          <a:pt x="6705601" y="2782864"/>
                        </a:cubicBezTo>
                        <a:cubicBezTo>
                          <a:pt x="6746133" y="2987023"/>
                          <a:pt x="6673178" y="3217634"/>
                          <a:pt x="6705601" y="3379997"/>
                        </a:cubicBezTo>
                        <a:cubicBezTo>
                          <a:pt x="6395736" y="3451595"/>
                          <a:pt x="6179956" y="3311121"/>
                          <a:pt x="6012689" y="3379997"/>
                        </a:cubicBezTo>
                        <a:cubicBezTo>
                          <a:pt x="5845422" y="3448873"/>
                          <a:pt x="5622031" y="3362963"/>
                          <a:pt x="5520945" y="3379997"/>
                        </a:cubicBezTo>
                        <a:cubicBezTo>
                          <a:pt x="5419859" y="3397031"/>
                          <a:pt x="5174844" y="3353790"/>
                          <a:pt x="4895089" y="3379997"/>
                        </a:cubicBezTo>
                        <a:cubicBezTo>
                          <a:pt x="4615334" y="3406204"/>
                          <a:pt x="4461701" y="3370738"/>
                          <a:pt x="4336289" y="3379997"/>
                        </a:cubicBezTo>
                        <a:cubicBezTo>
                          <a:pt x="4210877" y="3389256"/>
                          <a:pt x="3942306" y="3349359"/>
                          <a:pt x="3643377" y="3379997"/>
                        </a:cubicBezTo>
                        <a:cubicBezTo>
                          <a:pt x="3344448" y="3410635"/>
                          <a:pt x="3190221" y="3347935"/>
                          <a:pt x="2950464" y="3379997"/>
                        </a:cubicBezTo>
                        <a:cubicBezTo>
                          <a:pt x="2710707" y="3412059"/>
                          <a:pt x="2483088" y="3319566"/>
                          <a:pt x="2324608" y="3379997"/>
                        </a:cubicBezTo>
                        <a:cubicBezTo>
                          <a:pt x="2166128" y="3440428"/>
                          <a:pt x="2100616" y="3378138"/>
                          <a:pt x="1899920" y="3379997"/>
                        </a:cubicBezTo>
                        <a:cubicBezTo>
                          <a:pt x="1699224" y="3381856"/>
                          <a:pt x="1579295" y="3315737"/>
                          <a:pt x="1274064" y="3379997"/>
                        </a:cubicBezTo>
                        <a:cubicBezTo>
                          <a:pt x="968833" y="3444257"/>
                          <a:pt x="921933" y="3336816"/>
                          <a:pt x="648208" y="3379997"/>
                        </a:cubicBezTo>
                        <a:cubicBezTo>
                          <a:pt x="374483" y="3423178"/>
                          <a:pt x="262980" y="3322256"/>
                          <a:pt x="0" y="3379997"/>
                        </a:cubicBezTo>
                        <a:cubicBezTo>
                          <a:pt x="-49565" y="3248641"/>
                          <a:pt x="158" y="3043672"/>
                          <a:pt x="0" y="2850464"/>
                        </a:cubicBezTo>
                        <a:cubicBezTo>
                          <a:pt x="-158" y="2657256"/>
                          <a:pt x="30884" y="2418568"/>
                          <a:pt x="0" y="2219531"/>
                        </a:cubicBezTo>
                        <a:cubicBezTo>
                          <a:pt x="-30884" y="2020494"/>
                          <a:pt x="63187" y="1768874"/>
                          <a:pt x="0" y="1656199"/>
                        </a:cubicBezTo>
                        <a:cubicBezTo>
                          <a:pt x="-63187" y="1543524"/>
                          <a:pt x="9658" y="1261166"/>
                          <a:pt x="0" y="1059066"/>
                        </a:cubicBezTo>
                        <a:cubicBezTo>
                          <a:pt x="-9658" y="856966"/>
                          <a:pt x="45298" y="786242"/>
                          <a:pt x="0" y="597133"/>
                        </a:cubicBezTo>
                        <a:cubicBezTo>
                          <a:pt x="-45298" y="408024"/>
                          <a:pt x="46168" y="133059"/>
                          <a:pt x="0" y="0"/>
                        </a:cubicBezTo>
                        <a:close/>
                      </a:path>
                      <a:path w="6705601" h="3379997" stroke="0" extrusionOk="0">
                        <a:moveTo>
                          <a:pt x="0" y="0"/>
                        </a:moveTo>
                        <a:cubicBezTo>
                          <a:pt x="168871" y="-39532"/>
                          <a:pt x="242372" y="28983"/>
                          <a:pt x="357632" y="0"/>
                        </a:cubicBezTo>
                        <a:cubicBezTo>
                          <a:pt x="472892" y="-28983"/>
                          <a:pt x="769467" y="30205"/>
                          <a:pt x="1050544" y="0"/>
                        </a:cubicBezTo>
                        <a:cubicBezTo>
                          <a:pt x="1331621" y="-30205"/>
                          <a:pt x="1355481" y="56114"/>
                          <a:pt x="1609344" y="0"/>
                        </a:cubicBezTo>
                        <a:cubicBezTo>
                          <a:pt x="1863207" y="-56114"/>
                          <a:pt x="1930100" y="15831"/>
                          <a:pt x="2034032" y="0"/>
                        </a:cubicBezTo>
                        <a:cubicBezTo>
                          <a:pt x="2137964" y="-15831"/>
                          <a:pt x="2505903" y="34362"/>
                          <a:pt x="2726944" y="0"/>
                        </a:cubicBezTo>
                        <a:cubicBezTo>
                          <a:pt x="2947985" y="-34362"/>
                          <a:pt x="3017938" y="26483"/>
                          <a:pt x="3218688" y="0"/>
                        </a:cubicBezTo>
                        <a:cubicBezTo>
                          <a:pt x="3419438" y="-26483"/>
                          <a:pt x="3653152" y="44246"/>
                          <a:pt x="3844545" y="0"/>
                        </a:cubicBezTo>
                        <a:cubicBezTo>
                          <a:pt x="4035938" y="-44246"/>
                          <a:pt x="4121194" y="31913"/>
                          <a:pt x="4336289" y="0"/>
                        </a:cubicBezTo>
                        <a:cubicBezTo>
                          <a:pt x="4551384" y="-31913"/>
                          <a:pt x="4719520" y="19779"/>
                          <a:pt x="4895089" y="0"/>
                        </a:cubicBezTo>
                        <a:cubicBezTo>
                          <a:pt x="5070658" y="-19779"/>
                          <a:pt x="5166223" y="26708"/>
                          <a:pt x="5386833" y="0"/>
                        </a:cubicBezTo>
                        <a:cubicBezTo>
                          <a:pt x="5607443" y="-26708"/>
                          <a:pt x="5622037" y="26088"/>
                          <a:pt x="5744465" y="0"/>
                        </a:cubicBezTo>
                        <a:cubicBezTo>
                          <a:pt x="5866893" y="-26088"/>
                          <a:pt x="6285784" y="48165"/>
                          <a:pt x="6705601" y="0"/>
                        </a:cubicBezTo>
                        <a:cubicBezTo>
                          <a:pt x="6731553" y="278892"/>
                          <a:pt x="6662332" y="473122"/>
                          <a:pt x="6705601" y="630933"/>
                        </a:cubicBezTo>
                        <a:cubicBezTo>
                          <a:pt x="6748870" y="788744"/>
                          <a:pt x="6656398" y="1003311"/>
                          <a:pt x="6705601" y="1228066"/>
                        </a:cubicBezTo>
                        <a:cubicBezTo>
                          <a:pt x="6754804" y="1452821"/>
                          <a:pt x="6658750" y="1647826"/>
                          <a:pt x="6705601" y="1791398"/>
                        </a:cubicBezTo>
                        <a:cubicBezTo>
                          <a:pt x="6752452" y="1934970"/>
                          <a:pt x="6664154" y="2177128"/>
                          <a:pt x="6705601" y="2287131"/>
                        </a:cubicBezTo>
                        <a:cubicBezTo>
                          <a:pt x="6747048" y="2397134"/>
                          <a:pt x="6658753" y="2740004"/>
                          <a:pt x="6705601" y="2884264"/>
                        </a:cubicBezTo>
                        <a:cubicBezTo>
                          <a:pt x="6752449" y="3028524"/>
                          <a:pt x="6680264" y="3234705"/>
                          <a:pt x="6705601" y="3379997"/>
                        </a:cubicBezTo>
                        <a:cubicBezTo>
                          <a:pt x="6426818" y="3427624"/>
                          <a:pt x="6410624" y="3364690"/>
                          <a:pt x="6146801" y="3379997"/>
                        </a:cubicBezTo>
                        <a:cubicBezTo>
                          <a:pt x="5882978" y="3395304"/>
                          <a:pt x="5722951" y="3317955"/>
                          <a:pt x="5520945" y="3379997"/>
                        </a:cubicBezTo>
                        <a:cubicBezTo>
                          <a:pt x="5318939" y="3442039"/>
                          <a:pt x="5330516" y="3367393"/>
                          <a:pt x="5163313" y="3379997"/>
                        </a:cubicBezTo>
                        <a:cubicBezTo>
                          <a:pt x="4996110" y="3392601"/>
                          <a:pt x="4786199" y="3351341"/>
                          <a:pt x="4604513" y="3379997"/>
                        </a:cubicBezTo>
                        <a:cubicBezTo>
                          <a:pt x="4422827" y="3408653"/>
                          <a:pt x="4361567" y="3356596"/>
                          <a:pt x="4179825" y="3379997"/>
                        </a:cubicBezTo>
                        <a:cubicBezTo>
                          <a:pt x="3998083" y="3403398"/>
                          <a:pt x="3932089" y="3379410"/>
                          <a:pt x="3822193" y="3379997"/>
                        </a:cubicBezTo>
                        <a:cubicBezTo>
                          <a:pt x="3712297" y="3380584"/>
                          <a:pt x="3621598" y="3352067"/>
                          <a:pt x="3464561" y="3379997"/>
                        </a:cubicBezTo>
                        <a:cubicBezTo>
                          <a:pt x="3307524" y="3407927"/>
                          <a:pt x="3131345" y="3363207"/>
                          <a:pt x="2905760" y="3379997"/>
                        </a:cubicBezTo>
                        <a:cubicBezTo>
                          <a:pt x="2680175" y="3396787"/>
                          <a:pt x="2671576" y="3331093"/>
                          <a:pt x="2481072" y="3379997"/>
                        </a:cubicBezTo>
                        <a:cubicBezTo>
                          <a:pt x="2290568" y="3428901"/>
                          <a:pt x="2269177" y="3355250"/>
                          <a:pt x="2123440" y="3379997"/>
                        </a:cubicBezTo>
                        <a:cubicBezTo>
                          <a:pt x="1977703" y="3404744"/>
                          <a:pt x="1742891" y="3324624"/>
                          <a:pt x="1497584" y="3379997"/>
                        </a:cubicBezTo>
                        <a:cubicBezTo>
                          <a:pt x="1252277" y="3435370"/>
                          <a:pt x="1060378" y="3318337"/>
                          <a:pt x="938784" y="3379997"/>
                        </a:cubicBezTo>
                        <a:cubicBezTo>
                          <a:pt x="817190" y="3441657"/>
                          <a:pt x="719039" y="3340470"/>
                          <a:pt x="581152" y="3379997"/>
                        </a:cubicBezTo>
                        <a:cubicBezTo>
                          <a:pt x="443265" y="3419524"/>
                          <a:pt x="121631" y="3321240"/>
                          <a:pt x="0" y="3379997"/>
                        </a:cubicBezTo>
                        <a:cubicBezTo>
                          <a:pt x="-70537" y="3234727"/>
                          <a:pt x="40273" y="2891932"/>
                          <a:pt x="0" y="2749064"/>
                        </a:cubicBezTo>
                        <a:cubicBezTo>
                          <a:pt x="-40273" y="2606196"/>
                          <a:pt x="1979" y="2436443"/>
                          <a:pt x="0" y="2151931"/>
                        </a:cubicBezTo>
                        <a:cubicBezTo>
                          <a:pt x="-1979" y="1867419"/>
                          <a:pt x="48496" y="1820181"/>
                          <a:pt x="0" y="1588599"/>
                        </a:cubicBezTo>
                        <a:cubicBezTo>
                          <a:pt x="-48496" y="1357017"/>
                          <a:pt x="42831" y="1167449"/>
                          <a:pt x="0" y="1059066"/>
                        </a:cubicBezTo>
                        <a:cubicBezTo>
                          <a:pt x="-42831" y="950683"/>
                          <a:pt x="26168" y="711344"/>
                          <a:pt x="0" y="495733"/>
                        </a:cubicBezTo>
                        <a:cubicBezTo>
                          <a:pt x="-26168" y="280122"/>
                          <a:pt x="34809" y="142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!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permutation_from_number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E4836-9DF6-49DF-9E03-9B76F713DE52}"/>
              </a:ext>
            </a:extLst>
          </p:cNvPr>
          <p:cNvSpPr txBox="1"/>
          <p:nvPr/>
        </p:nvSpPr>
        <p:spPr>
          <a:xfrm>
            <a:off x="582269" y="1177682"/>
            <a:ext cx="15758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4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</a:t>
            </a:r>
            <a:r>
              <a:rPr lang="ru-RU" dirty="0"/>
              <a:t>2, 4, 1, 3</a:t>
            </a:r>
            <a:r>
              <a:rPr lang="en-US" dirty="0"/>
              <a:t>]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2DB303-CE21-44ED-928B-489F6A4B4349}"/>
              </a:ext>
            </a:extLst>
          </p:cNvPr>
          <p:cNvGraphicFramePr>
            <a:graphicFrameLocks noGrp="1"/>
          </p:cNvGraphicFramePr>
          <p:nvPr/>
        </p:nvGraphicFramePr>
        <p:xfrm>
          <a:off x="582269" y="2220391"/>
          <a:ext cx="323896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0">
                  <a:extLst>
                    <a:ext uri="{9D8B030D-6E8A-4147-A177-3AD203B41FA5}">
                      <a16:colId xmlns:a16="http://schemas.microsoft.com/office/drawing/2014/main" val="1951243164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99697700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1880394829"/>
                    </a:ext>
                  </a:extLst>
                </a:gridCol>
                <a:gridCol w="809740">
                  <a:extLst>
                    <a:ext uri="{9D8B030D-6E8A-4147-A177-3AD203B41FA5}">
                      <a16:colId xmlns:a16="http://schemas.microsoft.com/office/drawing/2014/main" val="3311575253"/>
                    </a:ext>
                  </a:extLst>
                </a:gridCol>
              </a:tblGrid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95261"/>
                  </a:ext>
                </a:extLst>
              </a:tr>
              <a:tr h="263293"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88036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C898D714-11D2-4C8C-AC3F-2649EBE15491}"/>
              </a:ext>
            </a:extLst>
          </p:cNvPr>
          <p:cNvSpPr/>
          <p:nvPr/>
        </p:nvSpPr>
        <p:spPr>
          <a:xfrm>
            <a:off x="10331364" y="1161209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0BE3D25-17D7-4426-8034-58704D39E79B}"/>
              </a:ext>
            </a:extLst>
          </p:cNvPr>
          <p:cNvCxnSpPr>
            <a:cxnSpLocks/>
          </p:cNvCxnSpPr>
          <p:nvPr/>
        </p:nvCxnSpPr>
        <p:spPr>
          <a:xfrm flipH="1">
            <a:off x="10222029" y="1457622"/>
            <a:ext cx="222799" cy="482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7E783A30-AAE6-47E2-AE24-EC01FC06E02C}"/>
              </a:ext>
            </a:extLst>
          </p:cNvPr>
          <p:cNvSpPr/>
          <p:nvPr/>
        </p:nvSpPr>
        <p:spPr>
          <a:xfrm>
            <a:off x="9834639" y="1910569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07595F0-CF2A-4BEA-92C3-5123B0E9FA7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9658300" y="1329206"/>
            <a:ext cx="673064" cy="31014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57E6DF73-9912-432A-BBCE-E2804B09AED1}"/>
              </a:ext>
            </a:extLst>
          </p:cNvPr>
          <p:cNvSpPr/>
          <p:nvPr/>
        </p:nvSpPr>
        <p:spPr>
          <a:xfrm>
            <a:off x="9270910" y="16393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33E251E-B2ED-4859-AB4F-34E49E88F3A1}"/>
              </a:ext>
            </a:extLst>
          </p:cNvPr>
          <p:cNvCxnSpPr>
            <a:cxnSpLocks/>
            <a:stCxn id="19" idx="3"/>
            <a:endCxn id="25" idx="0"/>
          </p:cNvCxnSpPr>
          <p:nvPr/>
        </p:nvCxnSpPr>
        <p:spPr>
          <a:xfrm flipH="1">
            <a:off x="9683685" y="2197357"/>
            <a:ext cx="264418" cy="25612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55BE1E3E-B8E1-4068-BE4A-9AC229E871DC}"/>
              </a:ext>
            </a:extLst>
          </p:cNvPr>
          <p:cNvSpPr/>
          <p:nvPr/>
        </p:nvSpPr>
        <p:spPr>
          <a:xfrm>
            <a:off x="9296295" y="2453478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E77AE-4799-495C-92CA-5D2DF3873CED}"/>
              </a:ext>
            </a:extLst>
          </p:cNvPr>
          <p:cNvSpPr txBox="1"/>
          <p:nvPr/>
        </p:nvSpPr>
        <p:spPr>
          <a:xfrm>
            <a:off x="5503661" y="939903"/>
            <a:ext cx="433097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([], 10):</a:t>
            </a:r>
          </a:p>
          <a:p>
            <a:r>
              <a:rPr lang="en-US" sz="1100" dirty="0"/>
              <a:t>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10 &gt;= 6:</a:t>
            </a:r>
          </a:p>
          <a:p>
            <a:r>
              <a:rPr lang="en-US" sz="1100" dirty="0"/>
              <a:t>            number = 10 – 6 = 4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ru-RU" sz="1100" u="sng" dirty="0">
                <a:solidFill>
                  <a:schemeClr val="accent3">
                    <a:lumMod val="75000"/>
                  </a:schemeClr>
                </a:solidFill>
              </a:rPr>
              <a:t>с = 2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 is not used:</a:t>
            </a:r>
          </a:p>
          <a:p>
            <a:r>
              <a:rPr lang="en-US" sz="1100" dirty="0"/>
              <a:t>        t = (4 – 0 – 1)! = 3! = 6</a:t>
            </a:r>
          </a:p>
          <a:p>
            <a:r>
              <a:rPr lang="en-US" sz="1100" dirty="0"/>
              <a:t>        4 &lt; 6:</a:t>
            </a:r>
          </a:p>
          <a:p>
            <a:r>
              <a:rPr lang="en-US" sz="1100" dirty="0"/>
              <a:t>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([2], </a:t>
            </a:r>
            <a:r>
              <a:rPr lang="ru-RU" sz="1100" i="1" dirty="0">
                <a:solidFill>
                  <a:schemeClr val="accent1"/>
                </a:solidFill>
              </a:rPr>
              <a:t>4</a:t>
            </a:r>
            <a:r>
              <a:rPr lang="en-US" sz="1100" i="1" dirty="0">
                <a:solidFill>
                  <a:schemeClr val="accent1"/>
                </a:solidFill>
              </a:rPr>
              <a:t>):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4 &gt;= 2:</a:t>
            </a:r>
          </a:p>
          <a:p>
            <a:r>
              <a:rPr lang="en-US" sz="1100" dirty="0"/>
              <a:t>                        number = 4 – 2 = 2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3 is not used:</a:t>
            </a:r>
          </a:p>
          <a:p>
            <a:r>
              <a:rPr lang="en-US" sz="1100" dirty="0"/>
              <a:t>                    t = (4 – 1 – 1)! = 2! = 2</a:t>
            </a:r>
          </a:p>
          <a:p>
            <a:r>
              <a:rPr lang="en-US" sz="1100" dirty="0"/>
              <a:t>                    2 &gt;= 2:</a:t>
            </a:r>
          </a:p>
          <a:p>
            <a:r>
              <a:rPr lang="en-US" sz="1100" dirty="0"/>
              <a:t>                        number = 2 – 2 = 0</a:t>
            </a:r>
          </a:p>
          <a:p>
            <a:r>
              <a:rPr lang="en-US" sz="1100" dirty="0"/>
              <a:t>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4 is not used:</a:t>
            </a:r>
          </a:p>
          <a:p>
            <a:r>
              <a:rPr lang="en-US" sz="1100" dirty="0"/>
              <a:t>                    t = (4 – 1 - 1)! = 2! = 2</a:t>
            </a:r>
          </a:p>
          <a:p>
            <a:r>
              <a:rPr lang="en-US" sz="1100" dirty="0"/>
              <a:t>                    0 &lt; 2:</a:t>
            </a:r>
          </a:p>
          <a:p>
            <a:r>
              <a:rPr lang="en-US" sz="1100" dirty="0"/>
              <a:t>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([2,4], 0):</a:t>
            </a:r>
          </a:p>
          <a:p>
            <a:r>
              <a:rPr lang="en-US" sz="1100" dirty="0">
                <a:solidFill>
                  <a:schemeClr val="accent1"/>
                </a:solidFill>
              </a:rPr>
              <a:t>            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1 is not used:</a:t>
            </a:r>
          </a:p>
          <a:p>
            <a:r>
              <a:rPr lang="en-US" sz="1100" dirty="0"/>
              <a:t>                                t = (4 – 3)! = 1! = 1</a:t>
            </a:r>
          </a:p>
          <a:p>
            <a:r>
              <a:rPr lang="en-US" sz="1100" dirty="0"/>
              <a:t>                                0 &lt; 1:</a:t>
            </a:r>
          </a:p>
          <a:p>
            <a:r>
              <a:rPr lang="en-US" sz="1100" dirty="0"/>
              <a:t>           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([2,4,1], 0):</a:t>
            </a:r>
          </a:p>
          <a:p>
            <a:r>
              <a:rPr lang="en-US" sz="1100" dirty="0"/>
              <a:t>                                       </a:t>
            </a:r>
            <a:r>
              <a:rPr lang="en-US" sz="11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100" dirty="0"/>
              <a:t>                                       </a:t>
            </a:r>
            <a:r>
              <a:rPr lang="en-US" sz="110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100" dirty="0"/>
              <a:t>                                       </a:t>
            </a:r>
            <a:r>
              <a:rPr lang="en-US" sz="1100" u="sng" dirty="0">
                <a:solidFill>
                  <a:schemeClr val="accent3">
                    <a:lumMod val="75000"/>
                  </a:schemeClr>
                </a:solidFill>
              </a:rPr>
              <a:t>c = 3 is not used:</a:t>
            </a:r>
          </a:p>
          <a:p>
            <a:r>
              <a:rPr lang="en-US" sz="1100" dirty="0"/>
              <a:t>                                           t = (4 – 4)! = 0! = 1</a:t>
            </a:r>
          </a:p>
          <a:p>
            <a:r>
              <a:rPr lang="en-US" sz="1100" dirty="0"/>
              <a:t>                                           0 &lt; 1:</a:t>
            </a:r>
          </a:p>
          <a:p>
            <a:r>
              <a:rPr lang="en-US" sz="1100" dirty="0"/>
              <a:t>                                               </a:t>
            </a:r>
            <a:r>
              <a:rPr lang="en-US" sz="1100" i="1" dirty="0" err="1">
                <a:solidFill>
                  <a:schemeClr val="accent1"/>
                </a:solidFill>
              </a:rPr>
              <a:t>permutation_from_number</a:t>
            </a:r>
            <a:r>
              <a:rPr lang="en-US" sz="1100" i="1" dirty="0">
                <a:solidFill>
                  <a:schemeClr val="accent1"/>
                </a:solidFill>
              </a:rPr>
              <a:t>([2,4,1,3], 0) :</a:t>
            </a:r>
          </a:p>
          <a:p>
            <a:r>
              <a:rPr lang="en-US" sz="1100" dirty="0"/>
              <a:t>                                                   </a:t>
            </a:r>
            <a:r>
              <a:rPr lang="en-US" sz="1100" b="1" dirty="0"/>
              <a:t>length([2,4,1,3]) = 4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01B5C1E-8037-4F20-890D-9927F47CDBB9}"/>
              </a:ext>
            </a:extLst>
          </p:cNvPr>
          <p:cNvCxnSpPr>
            <a:cxnSpLocks/>
            <a:stCxn id="19" idx="4"/>
            <a:endCxn id="23" idx="0"/>
          </p:cNvCxnSpPr>
          <p:nvPr/>
        </p:nvCxnSpPr>
        <p:spPr>
          <a:xfrm>
            <a:off x="10222029" y="2246562"/>
            <a:ext cx="4313" cy="51705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E0A42E20-EFF7-4372-A935-B724066AB0E0}"/>
              </a:ext>
            </a:extLst>
          </p:cNvPr>
          <p:cNvSpPr/>
          <p:nvPr/>
        </p:nvSpPr>
        <p:spPr>
          <a:xfrm>
            <a:off x="9838952" y="2763619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87620F3-6AAB-40CA-91FA-BFAF2B4F7764}"/>
              </a:ext>
            </a:extLst>
          </p:cNvPr>
          <p:cNvCxnSpPr>
            <a:cxnSpLocks/>
            <a:stCxn id="19" idx="5"/>
            <a:endCxn id="24" idx="0"/>
          </p:cNvCxnSpPr>
          <p:nvPr/>
        </p:nvCxnSpPr>
        <p:spPr>
          <a:xfrm>
            <a:off x="10495955" y="2197357"/>
            <a:ext cx="349900" cy="2561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53E66CFF-3ED4-41BB-9CA0-AD949CAB1FF2}"/>
              </a:ext>
            </a:extLst>
          </p:cNvPr>
          <p:cNvSpPr/>
          <p:nvPr/>
        </p:nvSpPr>
        <p:spPr>
          <a:xfrm>
            <a:off x="10458465" y="245347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5F26564-9382-431B-A0DD-8F0936ED1CD8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>
            <a:off x="10845855" y="2789470"/>
            <a:ext cx="0" cy="371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Овал 26">
            <a:extLst>
              <a:ext uri="{FF2B5EF4-FFF2-40B4-BE49-F238E27FC236}">
                <a16:creationId xmlns:a16="http://schemas.microsoft.com/office/drawing/2014/main" id="{50319BA5-D4E4-4BED-87F2-FF38AC083271}"/>
              </a:ext>
            </a:extLst>
          </p:cNvPr>
          <p:cNvSpPr/>
          <p:nvPr/>
        </p:nvSpPr>
        <p:spPr>
          <a:xfrm>
            <a:off x="10458465" y="3160473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0BF5BA5-02DE-4989-8575-D0077ADC386A}"/>
              </a:ext>
            </a:extLst>
          </p:cNvPr>
          <p:cNvCxnSpPr>
            <a:cxnSpLocks/>
            <a:stCxn id="27" idx="4"/>
            <a:endCxn id="31" idx="0"/>
          </p:cNvCxnSpPr>
          <p:nvPr/>
        </p:nvCxnSpPr>
        <p:spPr>
          <a:xfrm flipH="1">
            <a:off x="10684042" y="3496466"/>
            <a:ext cx="161813" cy="371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Овал 30">
            <a:extLst>
              <a:ext uri="{FF2B5EF4-FFF2-40B4-BE49-F238E27FC236}">
                <a16:creationId xmlns:a16="http://schemas.microsoft.com/office/drawing/2014/main" id="{57E39D7C-FEC9-42F2-B3C3-BBF54164C082}"/>
              </a:ext>
            </a:extLst>
          </p:cNvPr>
          <p:cNvSpPr/>
          <p:nvPr/>
        </p:nvSpPr>
        <p:spPr>
          <a:xfrm>
            <a:off x="10296652" y="3867469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300" dirty="0">
                <a:latin typeface="Consolas" panose="020B0609020204030204" pitchFamily="49" charset="0"/>
              </a:rPr>
              <a:t>2</a:t>
            </a:r>
            <a:r>
              <a:rPr lang="en-US" sz="1300" dirty="0">
                <a:latin typeface="Consolas" panose="020B0609020204030204" pitchFamily="49" charset="0"/>
              </a:rPr>
              <a:t>413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698F1B-DDAF-408C-97B6-8CB79979107B}"/>
              </a:ext>
            </a:extLst>
          </p:cNvPr>
          <p:cNvSpPr txBox="1"/>
          <p:nvPr/>
        </p:nvSpPr>
        <p:spPr>
          <a:xfrm>
            <a:off x="2454442" y="1117204"/>
            <a:ext cx="2829249" cy="830997"/>
          </a:xfrm>
          <a:custGeom>
            <a:avLst/>
            <a:gdLst>
              <a:gd name="connsiteX0" fmla="*/ 0 w 2829249"/>
              <a:gd name="connsiteY0" fmla="*/ 0 h 830997"/>
              <a:gd name="connsiteX1" fmla="*/ 594142 w 2829249"/>
              <a:gd name="connsiteY1" fmla="*/ 0 h 830997"/>
              <a:gd name="connsiteX2" fmla="*/ 1131700 w 2829249"/>
              <a:gd name="connsiteY2" fmla="*/ 0 h 830997"/>
              <a:gd name="connsiteX3" fmla="*/ 1725842 w 2829249"/>
              <a:gd name="connsiteY3" fmla="*/ 0 h 830997"/>
              <a:gd name="connsiteX4" fmla="*/ 2291692 w 2829249"/>
              <a:gd name="connsiteY4" fmla="*/ 0 h 830997"/>
              <a:gd name="connsiteX5" fmla="*/ 2829249 w 2829249"/>
              <a:gd name="connsiteY5" fmla="*/ 0 h 830997"/>
              <a:gd name="connsiteX6" fmla="*/ 2829249 w 2829249"/>
              <a:gd name="connsiteY6" fmla="*/ 415499 h 830997"/>
              <a:gd name="connsiteX7" fmla="*/ 2829249 w 2829249"/>
              <a:gd name="connsiteY7" fmla="*/ 830997 h 830997"/>
              <a:gd name="connsiteX8" fmla="*/ 2291692 w 2829249"/>
              <a:gd name="connsiteY8" fmla="*/ 830997 h 830997"/>
              <a:gd name="connsiteX9" fmla="*/ 1782427 w 2829249"/>
              <a:gd name="connsiteY9" fmla="*/ 830997 h 830997"/>
              <a:gd name="connsiteX10" fmla="*/ 1159992 w 2829249"/>
              <a:gd name="connsiteY10" fmla="*/ 830997 h 830997"/>
              <a:gd name="connsiteX11" fmla="*/ 679020 w 2829249"/>
              <a:gd name="connsiteY11" fmla="*/ 830997 h 830997"/>
              <a:gd name="connsiteX12" fmla="*/ 0 w 2829249"/>
              <a:gd name="connsiteY12" fmla="*/ 830997 h 830997"/>
              <a:gd name="connsiteX13" fmla="*/ 0 w 2829249"/>
              <a:gd name="connsiteY13" fmla="*/ 407189 h 830997"/>
              <a:gd name="connsiteX14" fmla="*/ 0 w 2829249"/>
              <a:gd name="connsiteY14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29249" h="830997" fill="none" extrusionOk="0">
                <a:moveTo>
                  <a:pt x="0" y="0"/>
                </a:moveTo>
                <a:cubicBezTo>
                  <a:pt x="127182" y="9772"/>
                  <a:pt x="306278" y="22824"/>
                  <a:pt x="594142" y="0"/>
                </a:cubicBezTo>
                <a:cubicBezTo>
                  <a:pt x="882006" y="-22824"/>
                  <a:pt x="1014485" y="1173"/>
                  <a:pt x="1131700" y="0"/>
                </a:cubicBezTo>
                <a:cubicBezTo>
                  <a:pt x="1248915" y="-1173"/>
                  <a:pt x="1519090" y="-23264"/>
                  <a:pt x="1725842" y="0"/>
                </a:cubicBezTo>
                <a:cubicBezTo>
                  <a:pt x="1932594" y="23264"/>
                  <a:pt x="2172491" y="1071"/>
                  <a:pt x="2291692" y="0"/>
                </a:cubicBezTo>
                <a:cubicBezTo>
                  <a:pt x="2410893" y="-1071"/>
                  <a:pt x="2600944" y="21728"/>
                  <a:pt x="2829249" y="0"/>
                </a:cubicBezTo>
                <a:cubicBezTo>
                  <a:pt x="2834317" y="141819"/>
                  <a:pt x="2814193" y="208666"/>
                  <a:pt x="2829249" y="415499"/>
                </a:cubicBezTo>
                <a:cubicBezTo>
                  <a:pt x="2844305" y="622332"/>
                  <a:pt x="2810352" y="679519"/>
                  <a:pt x="2829249" y="830997"/>
                </a:cubicBezTo>
                <a:cubicBezTo>
                  <a:pt x="2683404" y="855877"/>
                  <a:pt x="2487499" y="811458"/>
                  <a:pt x="2291692" y="830997"/>
                </a:cubicBezTo>
                <a:cubicBezTo>
                  <a:pt x="2095885" y="850536"/>
                  <a:pt x="1885008" y="811751"/>
                  <a:pt x="1782427" y="830997"/>
                </a:cubicBezTo>
                <a:cubicBezTo>
                  <a:pt x="1679847" y="850243"/>
                  <a:pt x="1319121" y="806715"/>
                  <a:pt x="1159992" y="830997"/>
                </a:cubicBezTo>
                <a:cubicBezTo>
                  <a:pt x="1000863" y="855279"/>
                  <a:pt x="862773" y="846075"/>
                  <a:pt x="679020" y="830997"/>
                </a:cubicBezTo>
                <a:cubicBezTo>
                  <a:pt x="495267" y="815919"/>
                  <a:pt x="316235" y="810825"/>
                  <a:pt x="0" y="830997"/>
                </a:cubicBezTo>
                <a:cubicBezTo>
                  <a:pt x="-18435" y="717795"/>
                  <a:pt x="5117" y="559934"/>
                  <a:pt x="0" y="407189"/>
                </a:cubicBezTo>
                <a:cubicBezTo>
                  <a:pt x="-5117" y="254444"/>
                  <a:pt x="-20130" y="114352"/>
                  <a:pt x="0" y="0"/>
                </a:cubicBezTo>
                <a:close/>
              </a:path>
              <a:path w="2829249" h="830997" stroke="0" extrusionOk="0">
                <a:moveTo>
                  <a:pt x="0" y="0"/>
                </a:moveTo>
                <a:cubicBezTo>
                  <a:pt x="296818" y="-9974"/>
                  <a:pt x="324219" y="22361"/>
                  <a:pt x="622435" y="0"/>
                </a:cubicBezTo>
                <a:cubicBezTo>
                  <a:pt x="920651" y="-22361"/>
                  <a:pt x="989647" y="-12685"/>
                  <a:pt x="1131700" y="0"/>
                </a:cubicBezTo>
                <a:cubicBezTo>
                  <a:pt x="1273754" y="12685"/>
                  <a:pt x="1626917" y="9180"/>
                  <a:pt x="1754134" y="0"/>
                </a:cubicBezTo>
                <a:cubicBezTo>
                  <a:pt x="1881351" y="-9180"/>
                  <a:pt x="2291824" y="-11602"/>
                  <a:pt x="2829249" y="0"/>
                </a:cubicBezTo>
                <a:cubicBezTo>
                  <a:pt x="2818539" y="137848"/>
                  <a:pt x="2820655" y="209297"/>
                  <a:pt x="2829249" y="415499"/>
                </a:cubicBezTo>
                <a:cubicBezTo>
                  <a:pt x="2837843" y="621701"/>
                  <a:pt x="2833188" y="717971"/>
                  <a:pt x="2829249" y="830997"/>
                </a:cubicBezTo>
                <a:cubicBezTo>
                  <a:pt x="2698732" y="829039"/>
                  <a:pt x="2478485" y="851636"/>
                  <a:pt x="2319984" y="830997"/>
                </a:cubicBezTo>
                <a:cubicBezTo>
                  <a:pt x="2161484" y="810358"/>
                  <a:pt x="2021404" y="832612"/>
                  <a:pt x="1725842" y="830997"/>
                </a:cubicBezTo>
                <a:cubicBezTo>
                  <a:pt x="1430280" y="829382"/>
                  <a:pt x="1307509" y="847382"/>
                  <a:pt x="1103407" y="830997"/>
                </a:cubicBezTo>
                <a:cubicBezTo>
                  <a:pt x="899305" y="814612"/>
                  <a:pt x="784079" y="848279"/>
                  <a:pt x="565850" y="830997"/>
                </a:cubicBezTo>
                <a:cubicBezTo>
                  <a:pt x="347621" y="813715"/>
                  <a:pt x="272216" y="809754"/>
                  <a:pt x="0" y="830997"/>
                </a:cubicBezTo>
                <a:cubicBezTo>
                  <a:pt x="-20734" y="727103"/>
                  <a:pt x="21351" y="561390"/>
                  <a:pt x="0" y="398879"/>
                </a:cubicBezTo>
                <a:cubicBezTo>
                  <a:pt x="-21351" y="236368"/>
                  <a:pt x="2822" y="127466"/>
                  <a:pt x="0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63029158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600" dirty="0"/>
              <a:t>длина очередного префикса равна </a:t>
            </a:r>
            <a:r>
              <a:rPr lang="en-US" sz="1600" dirty="0"/>
              <a:t>n = 4</a:t>
            </a:r>
            <a:r>
              <a:rPr lang="ru-RU" sz="1600" dirty="0"/>
              <a:t>, выводим ответ и выходим из рекурсии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B632CE-64EF-41E6-A345-5EDD76CF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1C1DFC-E149-4C20-AE4D-56DFB193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2974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6350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500742" y="1389063"/>
            <a:ext cx="11582399" cy="46525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endParaRPr lang="ru-RU" sz="16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A1EBD-D9F9-4E85-9055-07D739F00200}"/>
              </a:ext>
            </a:extLst>
          </p:cNvPr>
          <p:cNvSpPr txBox="1"/>
          <p:nvPr/>
        </p:nvSpPr>
        <p:spPr>
          <a:xfrm>
            <a:off x="6977743" y="1518124"/>
            <a:ext cx="5105398" cy="2739211"/>
          </a:xfrm>
          <a:custGeom>
            <a:avLst/>
            <a:gdLst>
              <a:gd name="connsiteX0" fmla="*/ 0 w 5105398"/>
              <a:gd name="connsiteY0" fmla="*/ 0 h 2739211"/>
              <a:gd name="connsiteX1" fmla="*/ 618320 w 5105398"/>
              <a:gd name="connsiteY1" fmla="*/ 0 h 2739211"/>
              <a:gd name="connsiteX2" fmla="*/ 1185587 w 5105398"/>
              <a:gd name="connsiteY2" fmla="*/ 0 h 2739211"/>
              <a:gd name="connsiteX3" fmla="*/ 1854961 w 5105398"/>
              <a:gd name="connsiteY3" fmla="*/ 0 h 2739211"/>
              <a:gd name="connsiteX4" fmla="*/ 2473282 w 5105398"/>
              <a:gd name="connsiteY4" fmla="*/ 0 h 2739211"/>
              <a:gd name="connsiteX5" fmla="*/ 3142656 w 5105398"/>
              <a:gd name="connsiteY5" fmla="*/ 0 h 2739211"/>
              <a:gd name="connsiteX6" fmla="*/ 3760977 w 5105398"/>
              <a:gd name="connsiteY6" fmla="*/ 0 h 2739211"/>
              <a:gd name="connsiteX7" fmla="*/ 4430351 w 5105398"/>
              <a:gd name="connsiteY7" fmla="*/ 0 h 2739211"/>
              <a:gd name="connsiteX8" fmla="*/ 5105398 w 5105398"/>
              <a:gd name="connsiteY8" fmla="*/ 0 h 2739211"/>
              <a:gd name="connsiteX9" fmla="*/ 5105398 w 5105398"/>
              <a:gd name="connsiteY9" fmla="*/ 602626 h 2739211"/>
              <a:gd name="connsiteX10" fmla="*/ 5105398 w 5105398"/>
              <a:gd name="connsiteY10" fmla="*/ 1068292 h 2739211"/>
              <a:gd name="connsiteX11" fmla="*/ 5105398 w 5105398"/>
              <a:gd name="connsiteY11" fmla="*/ 1643527 h 2739211"/>
              <a:gd name="connsiteX12" fmla="*/ 5105398 w 5105398"/>
              <a:gd name="connsiteY12" fmla="*/ 2218761 h 2739211"/>
              <a:gd name="connsiteX13" fmla="*/ 5105398 w 5105398"/>
              <a:gd name="connsiteY13" fmla="*/ 2739211 h 2739211"/>
              <a:gd name="connsiteX14" fmla="*/ 4487078 w 5105398"/>
              <a:gd name="connsiteY14" fmla="*/ 2739211 h 2739211"/>
              <a:gd name="connsiteX15" fmla="*/ 3970865 w 5105398"/>
              <a:gd name="connsiteY15" fmla="*/ 2739211 h 2739211"/>
              <a:gd name="connsiteX16" fmla="*/ 3301491 w 5105398"/>
              <a:gd name="connsiteY16" fmla="*/ 2739211 h 2739211"/>
              <a:gd name="connsiteX17" fmla="*/ 2836332 w 5105398"/>
              <a:gd name="connsiteY17" fmla="*/ 2739211 h 2739211"/>
              <a:gd name="connsiteX18" fmla="*/ 2422228 w 5105398"/>
              <a:gd name="connsiteY18" fmla="*/ 2739211 h 2739211"/>
              <a:gd name="connsiteX19" fmla="*/ 1752853 w 5105398"/>
              <a:gd name="connsiteY19" fmla="*/ 2739211 h 2739211"/>
              <a:gd name="connsiteX20" fmla="*/ 1236641 w 5105398"/>
              <a:gd name="connsiteY20" fmla="*/ 2739211 h 2739211"/>
              <a:gd name="connsiteX21" fmla="*/ 771482 w 5105398"/>
              <a:gd name="connsiteY21" fmla="*/ 2739211 h 2739211"/>
              <a:gd name="connsiteX22" fmla="*/ 0 w 5105398"/>
              <a:gd name="connsiteY22" fmla="*/ 2739211 h 2739211"/>
              <a:gd name="connsiteX23" fmla="*/ 0 w 5105398"/>
              <a:gd name="connsiteY23" fmla="*/ 2273545 h 2739211"/>
              <a:gd name="connsiteX24" fmla="*/ 0 w 5105398"/>
              <a:gd name="connsiteY24" fmla="*/ 1807879 h 2739211"/>
              <a:gd name="connsiteX25" fmla="*/ 0 w 5105398"/>
              <a:gd name="connsiteY25" fmla="*/ 1314821 h 2739211"/>
              <a:gd name="connsiteX26" fmla="*/ 0 w 5105398"/>
              <a:gd name="connsiteY26" fmla="*/ 739587 h 2739211"/>
              <a:gd name="connsiteX27" fmla="*/ 0 w 5105398"/>
              <a:gd name="connsiteY27" fmla="*/ 0 h 273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105398" h="2739211" fill="none" extrusionOk="0">
                <a:moveTo>
                  <a:pt x="0" y="0"/>
                </a:moveTo>
                <a:cubicBezTo>
                  <a:pt x="230148" y="-71283"/>
                  <a:pt x="344485" y="41191"/>
                  <a:pt x="618320" y="0"/>
                </a:cubicBezTo>
                <a:cubicBezTo>
                  <a:pt x="892155" y="-41191"/>
                  <a:pt x="1067705" y="59821"/>
                  <a:pt x="1185587" y="0"/>
                </a:cubicBezTo>
                <a:cubicBezTo>
                  <a:pt x="1303469" y="-59821"/>
                  <a:pt x="1535227" y="58669"/>
                  <a:pt x="1854961" y="0"/>
                </a:cubicBezTo>
                <a:cubicBezTo>
                  <a:pt x="2174695" y="-58669"/>
                  <a:pt x="2184360" y="22616"/>
                  <a:pt x="2473282" y="0"/>
                </a:cubicBezTo>
                <a:cubicBezTo>
                  <a:pt x="2762204" y="-22616"/>
                  <a:pt x="2958369" y="12269"/>
                  <a:pt x="3142656" y="0"/>
                </a:cubicBezTo>
                <a:cubicBezTo>
                  <a:pt x="3326943" y="-12269"/>
                  <a:pt x="3534959" y="28155"/>
                  <a:pt x="3760977" y="0"/>
                </a:cubicBezTo>
                <a:cubicBezTo>
                  <a:pt x="3986995" y="-28155"/>
                  <a:pt x="4238488" y="77085"/>
                  <a:pt x="4430351" y="0"/>
                </a:cubicBezTo>
                <a:cubicBezTo>
                  <a:pt x="4622214" y="-77085"/>
                  <a:pt x="4905480" y="5655"/>
                  <a:pt x="5105398" y="0"/>
                </a:cubicBezTo>
                <a:cubicBezTo>
                  <a:pt x="5125609" y="262841"/>
                  <a:pt x="5067272" y="407151"/>
                  <a:pt x="5105398" y="602626"/>
                </a:cubicBezTo>
                <a:cubicBezTo>
                  <a:pt x="5143524" y="798101"/>
                  <a:pt x="5095685" y="882507"/>
                  <a:pt x="5105398" y="1068292"/>
                </a:cubicBezTo>
                <a:cubicBezTo>
                  <a:pt x="5115111" y="1254077"/>
                  <a:pt x="5078098" y="1487539"/>
                  <a:pt x="5105398" y="1643527"/>
                </a:cubicBezTo>
                <a:cubicBezTo>
                  <a:pt x="5132698" y="1799516"/>
                  <a:pt x="5061119" y="2037421"/>
                  <a:pt x="5105398" y="2218761"/>
                </a:cubicBezTo>
                <a:cubicBezTo>
                  <a:pt x="5149677" y="2400101"/>
                  <a:pt x="5044317" y="2481106"/>
                  <a:pt x="5105398" y="2739211"/>
                </a:cubicBezTo>
                <a:cubicBezTo>
                  <a:pt x="4947255" y="2744458"/>
                  <a:pt x="4650001" y="2703863"/>
                  <a:pt x="4487078" y="2739211"/>
                </a:cubicBezTo>
                <a:cubicBezTo>
                  <a:pt x="4324155" y="2774559"/>
                  <a:pt x="4188172" y="2738504"/>
                  <a:pt x="3970865" y="2739211"/>
                </a:cubicBezTo>
                <a:cubicBezTo>
                  <a:pt x="3753558" y="2739918"/>
                  <a:pt x="3518943" y="2708686"/>
                  <a:pt x="3301491" y="2739211"/>
                </a:cubicBezTo>
                <a:cubicBezTo>
                  <a:pt x="3084039" y="2769736"/>
                  <a:pt x="3068669" y="2718359"/>
                  <a:pt x="2836332" y="2739211"/>
                </a:cubicBezTo>
                <a:cubicBezTo>
                  <a:pt x="2603995" y="2760063"/>
                  <a:pt x="2582327" y="2738260"/>
                  <a:pt x="2422228" y="2739211"/>
                </a:cubicBezTo>
                <a:cubicBezTo>
                  <a:pt x="2262129" y="2740162"/>
                  <a:pt x="1949380" y="2684776"/>
                  <a:pt x="1752853" y="2739211"/>
                </a:cubicBezTo>
                <a:cubicBezTo>
                  <a:pt x="1556326" y="2793646"/>
                  <a:pt x="1464604" y="2735554"/>
                  <a:pt x="1236641" y="2739211"/>
                </a:cubicBezTo>
                <a:cubicBezTo>
                  <a:pt x="1008678" y="2742868"/>
                  <a:pt x="920882" y="2736699"/>
                  <a:pt x="771482" y="2739211"/>
                </a:cubicBezTo>
                <a:cubicBezTo>
                  <a:pt x="622082" y="2741723"/>
                  <a:pt x="174547" y="2730189"/>
                  <a:pt x="0" y="2739211"/>
                </a:cubicBezTo>
                <a:cubicBezTo>
                  <a:pt x="-5703" y="2618356"/>
                  <a:pt x="46214" y="2461833"/>
                  <a:pt x="0" y="2273545"/>
                </a:cubicBezTo>
                <a:cubicBezTo>
                  <a:pt x="-46214" y="2085257"/>
                  <a:pt x="16517" y="1914318"/>
                  <a:pt x="0" y="1807879"/>
                </a:cubicBezTo>
                <a:cubicBezTo>
                  <a:pt x="-16517" y="1701440"/>
                  <a:pt x="42521" y="1470758"/>
                  <a:pt x="0" y="1314821"/>
                </a:cubicBezTo>
                <a:cubicBezTo>
                  <a:pt x="-42521" y="1158884"/>
                  <a:pt x="55095" y="956672"/>
                  <a:pt x="0" y="739587"/>
                </a:cubicBezTo>
                <a:cubicBezTo>
                  <a:pt x="-55095" y="522502"/>
                  <a:pt x="43940" y="160536"/>
                  <a:pt x="0" y="0"/>
                </a:cubicBezTo>
                <a:close/>
              </a:path>
              <a:path w="5105398" h="2739211" stroke="0" extrusionOk="0">
                <a:moveTo>
                  <a:pt x="0" y="0"/>
                </a:moveTo>
                <a:cubicBezTo>
                  <a:pt x="172680" y="-44420"/>
                  <a:pt x="373715" y="59083"/>
                  <a:pt x="669374" y="0"/>
                </a:cubicBezTo>
                <a:cubicBezTo>
                  <a:pt x="965033" y="-59083"/>
                  <a:pt x="1121168" y="47120"/>
                  <a:pt x="1236641" y="0"/>
                </a:cubicBezTo>
                <a:cubicBezTo>
                  <a:pt x="1352114" y="-47120"/>
                  <a:pt x="1476597" y="16856"/>
                  <a:pt x="1650745" y="0"/>
                </a:cubicBezTo>
                <a:cubicBezTo>
                  <a:pt x="1824893" y="-16856"/>
                  <a:pt x="2170173" y="41580"/>
                  <a:pt x="2320120" y="0"/>
                </a:cubicBezTo>
                <a:cubicBezTo>
                  <a:pt x="2470068" y="-41580"/>
                  <a:pt x="2681347" y="143"/>
                  <a:pt x="2785278" y="0"/>
                </a:cubicBezTo>
                <a:cubicBezTo>
                  <a:pt x="2889209" y="-143"/>
                  <a:pt x="3162803" y="57001"/>
                  <a:pt x="3301491" y="0"/>
                </a:cubicBezTo>
                <a:cubicBezTo>
                  <a:pt x="3440179" y="-57001"/>
                  <a:pt x="3751176" y="17685"/>
                  <a:pt x="3970865" y="0"/>
                </a:cubicBezTo>
                <a:cubicBezTo>
                  <a:pt x="4190554" y="-17685"/>
                  <a:pt x="4246552" y="2771"/>
                  <a:pt x="4487078" y="0"/>
                </a:cubicBezTo>
                <a:cubicBezTo>
                  <a:pt x="4727604" y="-2771"/>
                  <a:pt x="4921714" y="45341"/>
                  <a:pt x="5105398" y="0"/>
                </a:cubicBezTo>
                <a:cubicBezTo>
                  <a:pt x="5150864" y="163497"/>
                  <a:pt x="5036597" y="410778"/>
                  <a:pt x="5105398" y="575234"/>
                </a:cubicBezTo>
                <a:cubicBezTo>
                  <a:pt x="5174199" y="739690"/>
                  <a:pt x="5059401" y="846697"/>
                  <a:pt x="5105398" y="1095684"/>
                </a:cubicBezTo>
                <a:cubicBezTo>
                  <a:pt x="5151395" y="1344671"/>
                  <a:pt x="5074994" y="1410418"/>
                  <a:pt x="5105398" y="1643527"/>
                </a:cubicBezTo>
                <a:cubicBezTo>
                  <a:pt x="5135802" y="1876636"/>
                  <a:pt x="5046976" y="1985605"/>
                  <a:pt x="5105398" y="2246153"/>
                </a:cubicBezTo>
                <a:cubicBezTo>
                  <a:pt x="5163820" y="2506701"/>
                  <a:pt x="5090692" y="2564694"/>
                  <a:pt x="5105398" y="2739211"/>
                </a:cubicBezTo>
                <a:cubicBezTo>
                  <a:pt x="4780237" y="2814328"/>
                  <a:pt x="4756272" y="2678793"/>
                  <a:pt x="4436024" y="2739211"/>
                </a:cubicBezTo>
                <a:cubicBezTo>
                  <a:pt x="4115776" y="2799629"/>
                  <a:pt x="4090600" y="2716053"/>
                  <a:pt x="3970865" y="2739211"/>
                </a:cubicBezTo>
                <a:cubicBezTo>
                  <a:pt x="3851130" y="2762369"/>
                  <a:pt x="3540139" y="2684697"/>
                  <a:pt x="3352545" y="2739211"/>
                </a:cubicBezTo>
                <a:cubicBezTo>
                  <a:pt x="3164951" y="2793725"/>
                  <a:pt x="2901033" y="2736445"/>
                  <a:pt x="2683170" y="2739211"/>
                </a:cubicBezTo>
                <a:cubicBezTo>
                  <a:pt x="2465307" y="2741977"/>
                  <a:pt x="2417291" y="2708813"/>
                  <a:pt x="2269066" y="2739211"/>
                </a:cubicBezTo>
                <a:cubicBezTo>
                  <a:pt x="2120841" y="2769609"/>
                  <a:pt x="1789922" y="2733635"/>
                  <a:pt x="1599691" y="2739211"/>
                </a:cubicBezTo>
                <a:cubicBezTo>
                  <a:pt x="1409460" y="2744787"/>
                  <a:pt x="1125972" y="2738490"/>
                  <a:pt x="981371" y="2739211"/>
                </a:cubicBezTo>
                <a:cubicBezTo>
                  <a:pt x="836770" y="2739932"/>
                  <a:pt x="768737" y="2696820"/>
                  <a:pt x="567266" y="2739211"/>
                </a:cubicBezTo>
                <a:cubicBezTo>
                  <a:pt x="365795" y="2781602"/>
                  <a:pt x="202934" y="2728406"/>
                  <a:pt x="0" y="2739211"/>
                </a:cubicBezTo>
                <a:cubicBezTo>
                  <a:pt x="-45065" y="2579100"/>
                  <a:pt x="28325" y="2463227"/>
                  <a:pt x="0" y="2218761"/>
                </a:cubicBezTo>
                <a:cubicBezTo>
                  <a:pt x="-28325" y="1974295"/>
                  <a:pt x="10444" y="1928368"/>
                  <a:pt x="0" y="1670919"/>
                </a:cubicBezTo>
                <a:cubicBezTo>
                  <a:pt x="-10444" y="1413470"/>
                  <a:pt x="53041" y="1377785"/>
                  <a:pt x="0" y="1123077"/>
                </a:cubicBezTo>
                <a:cubicBezTo>
                  <a:pt x="-53041" y="868369"/>
                  <a:pt x="7075" y="775973"/>
                  <a:pt x="0" y="547842"/>
                </a:cubicBezTo>
                <a:cubicBezTo>
                  <a:pt x="-7075" y="319711"/>
                  <a:pt x="40710" y="15569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0562088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хранения уже использованных символов алфавита можно создать массив типа </a:t>
            </a:r>
            <a:r>
              <a:rPr lang="en-US" dirty="0" err="1"/>
              <a:t>boolean</a:t>
            </a:r>
            <a:r>
              <a:rPr lang="en-US" dirty="0"/>
              <a:t>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Подсчет факториалов от </a:t>
            </a:r>
            <a:r>
              <a:rPr lang="en-US" dirty="0"/>
              <a:t>0 </a:t>
            </a:r>
            <a:r>
              <a:rPr lang="ru-RU" dirty="0"/>
              <a:t>до </a:t>
            </a:r>
            <a:r>
              <a:rPr lang="en-US" dirty="0"/>
              <a:t>n</a:t>
            </a:r>
            <a:r>
              <a:rPr lang="ru-RU" dirty="0"/>
              <a:t> можно произвести заранее или использовать динамическое программирование.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Один из вариантов функции </a:t>
            </a:r>
            <a:r>
              <a:rPr lang="en-US" sz="1600" dirty="0" err="1">
                <a:latin typeface="Consolas" panose="020B0609020204030204" pitchFamily="49" charset="0"/>
              </a:rPr>
              <a:t>is_prefix</a:t>
            </a:r>
            <a:r>
              <a:rPr lang="en-US" sz="1600" dirty="0">
                <a:latin typeface="Consolas" panose="020B0609020204030204" pitchFamily="49" charset="0"/>
              </a:rPr>
              <a:t>(prefix, object) {</a:t>
            </a:r>
            <a:br>
              <a:rPr lang="ru-RU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index = length(prefix)</a:t>
            </a:r>
            <a:br>
              <a:rPr lang="ru-RU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return prefix[index] =</a:t>
            </a:r>
            <a:r>
              <a:rPr lang="ru-RU" sz="1600" dirty="0">
                <a:latin typeface="Consolas" panose="020B0609020204030204" pitchFamily="49" charset="0"/>
              </a:rPr>
              <a:t>= </a:t>
            </a:r>
            <a:r>
              <a:rPr lang="en-US" sz="1600" dirty="0">
                <a:latin typeface="Consolas" panose="020B0609020204030204" pitchFamily="49" charset="0"/>
              </a:rPr>
              <a:t>object[index]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1808AA-416B-410A-ACC4-4E45526C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74302-C9C8-4166-A6D3-FE82E9E3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3221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[]</a:t>
            </a:r>
          </a:p>
          <a:p>
            <a:r>
              <a:rPr lang="en-US" sz="2000" dirty="0"/>
              <a:t>number = </a:t>
            </a:r>
            <a:r>
              <a:rPr lang="ru-RU" sz="2000" dirty="0"/>
              <a:t>0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7" y="646391"/>
            <a:ext cx="6198636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58E4B5-8416-4B37-9064-10BFB113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85F350-1A48-47F8-99B9-4C35FF60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5494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[]</a:t>
            </a:r>
          </a:p>
          <a:p>
            <a:r>
              <a:rPr lang="en-US" sz="2000" dirty="0"/>
              <a:t>number = 0</a:t>
            </a:r>
            <a:endParaRPr lang="ru-RU" sz="20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7" y="646391"/>
            <a:ext cx="343909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00FB500-73D6-40E1-B1F7-15904561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70F898-E5A8-4B83-958D-2F45B8F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8328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[]</a:t>
            </a:r>
          </a:p>
          <a:p>
            <a:r>
              <a:rPr lang="en-US" sz="2000" dirty="0"/>
              <a:t>number = 6</a:t>
            </a:r>
            <a:endParaRPr lang="ru-RU" sz="20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7" y="646391"/>
            <a:ext cx="4162107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550" dirty="0"/>
              <a:t>        p = [2] is prefix:</a:t>
            </a:r>
          </a:p>
          <a:p>
            <a:r>
              <a:rPr lang="en-US" sz="1550" dirty="0"/>
              <a:t>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([2], number, o)</a:t>
            </a:r>
            <a:endParaRPr lang="en-US" sz="1550" dirty="0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DDD738D-A95A-4744-9604-4EA92C978048}"/>
              </a:ext>
            </a:extLst>
          </p:cNvPr>
          <p:cNvSpPr/>
          <p:nvPr/>
        </p:nvSpPr>
        <p:spPr>
          <a:xfrm>
            <a:off x="10938745" y="1412634"/>
            <a:ext cx="774780" cy="335993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85AA4E3-F02D-4527-B97F-AD8624C8684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10832627" y="982384"/>
            <a:ext cx="493508" cy="43025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3063BE9-ECA7-4471-B2BB-66787E9D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0F58A8-CBBD-4E77-873C-40A4BFD9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6168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[2]</a:t>
            </a:r>
          </a:p>
          <a:p>
            <a:r>
              <a:rPr lang="en-US" sz="2000" dirty="0"/>
              <a:t>number = 6</a:t>
            </a:r>
            <a:endParaRPr lang="ru-RU" sz="20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7" y="646391"/>
            <a:ext cx="4162107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550" dirty="0"/>
              <a:t>        p = [2] is prefix:</a:t>
            </a:r>
          </a:p>
          <a:p>
            <a:r>
              <a:rPr lang="en-US" sz="1550" dirty="0"/>
              <a:t>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([2], number, o):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p = [2,1] is not prefix:</a:t>
            </a:r>
          </a:p>
          <a:p>
            <a:r>
              <a:rPr lang="en-US" sz="1550" dirty="0"/>
              <a:t>                        number = 6 + (4 – 2)! = 8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DDD738D-A95A-4744-9604-4EA92C978048}"/>
              </a:ext>
            </a:extLst>
          </p:cNvPr>
          <p:cNvSpPr/>
          <p:nvPr/>
        </p:nvSpPr>
        <p:spPr>
          <a:xfrm>
            <a:off x="10938745" y="1412634"/>
            <a:ext cx="774780" cy="335993"/>
          </a:xfrm>
          <a:prstGeom prst="ellips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85AA4E3-F02D-4527-B97F-AD8624C8684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10832627" y="982384"/>
            <a:ext cx="493508" cy="43025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B5B09E3-ED5F-4F22-8CF5-1351C43CFA86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 flipH="1">
            <a:off x="10513935" y="1699422"/>
            <a:ext cx="538274" cy="328233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FE260CB1-26E1-4B79-BA49-90A21E758878}"/>
              </a:ext>
            </a:extLst>
          </p:cNvPr>
          <p:cNvSpPr/>
          <p:nvPr/>
        </p:nvSpPr>
        <p:spPr>
          <a:xfrm>
            <a:off x="10126545" y="2027655"/>
            <a:ext cx="774780" cy="335993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BDC6A7-43A8-4E02-BCCC-6626FC5A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3F0A53-CD1F-48E5-82AB-266B3CFC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526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[2]</a:t>
            </a:r>
          </a:p>
          <a:p>
            <a:r>
              <a:rPr lang="en-US" sz="2000" dirty="0"/>
              <a:t>number = 8</a:t>
            </a:r>
            <a:endParaRPr lang="ru-RU" sz="20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7" y="646391"/>
            <a:ext cx="4162107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550" dirty="0"/>
              <a:t>        p = [2] is prefix:</a:t>
            </a:r>
          </a:p>
          <a:p>
            <a:r>
              <a:rPr lang="en-US" sz="1550" dirty="0"/>
              <a:t>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([2], number, o):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p = [2,1] is not prefix:</a:t>
            </a:r>
          </a:p>
          <a:p>
            <a:r>
              <a:rPr lang="en-US" sz="1550" dirty="0"/>
              <a:t>                        number = 6 + (4 – 2)! = 8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550" dirty="0"/>
              <a:t>                     p = [2,3] is not prefix:</a:t>
            </a:r>
          </a:p>
          <a:p>
            <a:r>
              <a:rPr lang="en-US" sz="1550" dirty="0"/>
              <a:t>                         number = 8 + (4 – 2)! = 10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DDD738D-A95A-4744-9604-4EA92C978048}"/>
              </a:ext>
            </a:extLst>
          </p:cNvPr>
          <p:cNvSpPr/>
          <p:nvPr/>
        </p:nvSpPr>
        <p:spPr>
          <a:xfrm>
            <a:off x="10938745" y="1412634"/>
            <a:ext cx="774780" cy="335993"/>
          </a:xfrm>
          <a:prstGeom prst="ellips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85AA4E3-F02D-4527-B97F-AD8624C8684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10832627" y="982384"/>
            <a:ext cx="493508" cy="43025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B5B09E3-ED5F-4F22-8CF5-1351C43CFA86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 flipH="1">
            <a:off x="10513935" y="1699422"/>
            <a:ext cx="538274" cy="32823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FE260CB1-26E1-4B79-BA49-90A21E758878}"/>
              </a:ext>
            </a:extLst>
          </p:cNvPr>
          <p:cNvSpPr/>
          <p:nvPr/>
        </p:nvSpPr>
        <p:spPr>
          <a:xfrm>
            <a:off x="10126545" y="2027655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E1A745-314F-4191-8D13-ABC224BAE144}"/>
              </a:ext>
            </a:extLst>
          </p:cNvPr>
          <p:cNvCxnSpPr>
            <a:cxnSpLocks/>
            <a:stCxn id="11" idx="4"/>
            <a:endCxn id="18" idx="0"/>
          </p:cNvCxnSpPr>
          <p:nvPr/>
        </p:nvCxnSpPr>
        <p:spPr>
          <a:xfrm flipH="1">
            <a:off x="11220017" y="1748627"/>
            <a:ext cx="106118" cy="55932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1BDCF66A-88DD-4A20-BDA9-4B99D14AB5CC}"/>
              </a:ext>
            </a:extLst>
          </p:cNvPr>
          <p:cNvSpPr/>
          <p:nvPr/>
        </p:nvSpPr>
        <p:spPr>
          <a:xfrm>
            <a:off x="10832627" y="2307947"/>
            <a:ext cx="774780" cy="335993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23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457E30-8282-4025-AF31-C8DDBE6EC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5E9B30-D07A-4C2F-A82A-130C4F69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4081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[2]</a:t>
            </a:r>
          </a:p>
          <a:p>
            <a:r>
              <a:rPr lang="en-US" sz="2000" dirty="0"/>
              <a:t>number = 10</a:t>
            </a:r>
            <a:endParaRPr lang="ru-RU" sz="20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7" y="646391"/>
            <a:ext cx="4532866" cy="414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550" dirty="0"/>
              <a:t>        p = [2] is prefix:</a:t>
            </a:r>
          </a:p>
          <a:p>
            <a:r>
              <a:rPr lang="en-US" sz="1550" dirty="0"/>
              <a:t>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([2], number, o):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p = [2,1] is not prefix:</a:t>
            </a:r>
          </a:p>
          <a:p>
            <a:r>
              <a:rPr lang="en-US" sz="1550" dirty="0"/>
              <a:t>                        number = 6 + (4 – 2)! = 8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550" dirty="0"/>
              <a:t>                    p = [2,3] is not prefix:</a:t>
            </a:r>
          </a:p>
          <a:p>
            <a:r>
              <a:rPr lang="en-US" sz="1550" dirty="0"/>
              <a:t>                        number = 8 + (4 – 2)! = 10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550" dirty="0"/>
              <a:t>                    p = [2,4] is prefix:</a:t>
            </a:r>
          </a:p>
          <a:p>
            <a:r>
              <a:rPr lang="en-US" sz="1550" dirty="0"/>
              <a:t>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([2,4], 10, o)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DDD738D-A95A-4744-9604-4EA92C978048}"/>
              </a:ext>
            </a:extLst>
          </p:cNvPr>
          <p:cNvSpPr/>
          <p:nvPr/>
        </p:nvSpPr>
        <p:spPr>
          <a:xfrm>
            <a:off x="10938745" y="1412634"/>
            <a:ext cx="774780" cy="335993"/>
          </a:xfrm>
          <a:prstGeom prst="ellips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85AA4E3-F02D-4527-B97F-AD8624C8684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10832627" y="982384"/>
            <a:ext cx="493508" cy="43025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B5B09E3-ED5F-4F22-8CF5-1351C43CFA86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 flipH="1">
            <a:off x="10513935" y="1699422"/>
            <a:ext cx="538274" cy="32823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FE260CB1-26E1-4B79-BA49-90A21E758878}"/>
              </a:ext>
            </a:extLst>
          </p:cNvPr>
          <p:cNvSpPr/>
          <p:nvPr/>
        </p:nvSpPr>
        <p:spPr>
          <a:xfrm>
            <a:off x="10126545" y="2027655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E1A745-314F-4191-8D13-ABC224BAE144}"/>
              </a:ext>
            </a:extLst>
          </p:cNvPr>
          <p:cNvCxnSpPr>
            <a:cxnSpLocks/>
            <a:stCxn id="11" idx="4"/>
            <a:endCxn id="18" idx="0"/>
          </p:cNvCxnSpPr>
          <p:nvPr/>
        </p:nvCxnSpPr>
        <p:spPr>
          <a:xfrm flipH="1">
            <a:off x="11220017" y="1748627"/>
            <a:ext cx="106118" cy="55932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1BDCF66A-88DD-4A20-BDA9-4B99D14AB5CC}"/>
              </a:ext>
            </a:extLst>
          </p:cNvPr>
          <p:cNvSpPr/>
          <p:nvPr/>
        </p:nvSpPr>
        <p:spPr>
          <a:xfrm>
            <a:off x="10832627" y="23079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61D4D06-BA64-4554-8C61-00A0B9F4C58E}"/>
              </a:ext>
            </a:extLst>
          </p:cNvPr>
          <p:cNvCxnSpPr>
            <a:cxnSpLocks/>
            <a:stCxn id="11" idx="5"/>
            <a:endCxn id="20" idx="0"/>
          </p:cNvCxnSpPr>
          <p:nvPr/>
        </p:nvCxnSpPr>
        <p:spPr>
          <a:xfrm>
            <a:off x="11600061" y="1699422"/>
            <a:ext cx="113464" cy="1033145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5E93B8F2-B7F0-4CB3-9D80-CAC977546C63}"/>
              </a:ext>
            </a:extLst>
          </p:cNvPr>
          <p:cNvSpPr/>
          <p:nvPr/>
        </p:nvSpPr>
        <p:spPr>
          <a:xfrm>
            <a:off x="11326135" y="2732567"/>
            <a:ext cx="774780" cy="335993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252699-6B6E-456C-86E5-35A06545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9C886A-28B3-4578-AC46-75A23D22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7766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[2,4]</a:t>
            </a:r>
          </a:p>
          <a:p>
            <a:r>
              <a:rPr lang="en-US" sz="2000" dirty="0"/>
              <a:t>number = 10</a:t>
            </a:r>
            <a:endParaRPr lang="ru-RU" sz="20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6" y="646391"/>
            <a:ext cx="545152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550" dirty="0"/>
              <a:t>        p = [2] is prefix:</a:t>
            </a:r>
          </a:p>
          <a:p>
            <a:r>
              <a:rPr lang="en-US" sz="1550" dirty="0"/>
              <a:t>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([2], number, o):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p = [2,1] is not prefix:</a:t>
            </a:r>
          </a:p>
          <a:p>
            <a:r>
              <a:rPr lang="en-US" sz="1550" dirty="0"/>
              <a:t>                        number = 6 + (4 – 2)! = 8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550" dirty="0"/>
              <a:t>                    p = [2,3] is not prefix:</a:t>
            </a:r>
          </a:p>
          <a:p>
            <a:r>
              <a:rPr lang="en-US" sz="1550" dirty="0"/>
              <a:t>                        number = 8 + (4 – 2)! = 10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550" dirty="0"/>
              <a:t>                    p = [2,4] is prefix:</a:t>
            </a:r>
          </a:p>
          <a:p>
            <a:r>
              <a:rPr lang="en-US" sz="1550" dirty="0"/>
              <a:t>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([2,4], number, o):</a:t>
            </a:r>
          </a:p>
          <a:p>
            <a:r>
              <a:rPr lang="en-US" sz="1550" dirty="0"/>
              <a:t>            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        p = [2,4,1] is prefix:</a:t>
            </a:r>
          </a:p>
          <a:p>
            <a:r>
              <a:rPr lang="en-US" sz="1550" dirty="0"/>
              <a:t>        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([2,4,1], number, o)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DDD738D-A95A-4744-9604-4EA92C978048}"/>
              </a:ext>
            </a:extLst>
          </p:cNvPr>
          <p:cNvSpPr/>
          <p:nvPr/>
        </p:nvSpPr>
        <p:spPr>
          <a:xfrm>
            <a:off x="10938745" y="1412634"/>
            <a:ext cx="774780" cy="335993"/>
          </a:xfrm>
          <a:prstGeom prst="ellips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85AA4E3-F02D-4527-B97F-AD8624C8684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10832627" y="982384"/>
            <a:ext cx="493508" cy="43025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B5B09E3-ED5F-4F22-8CF5-1351C43CFA86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 flipH="1">
            <a:off x="10513935" y="1699422"/>
            <a:ext cx="538274" cy="32823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FE260CB1-26E1-4B79-BA49-90A21E758878}"/>
              </a:ext>
            </a:extLst>
          </p:cNvPr>
          <p:cNvSpPr/>
          <p:nvPr/>
        </p:nvSpPr>
        <p:spPr>
          <a:xfrm>
            <a:off x="10126545" y="2027655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E1A745-314F-4191-8D13-ABC224BAE144}"/>
              </a:ext>
            </a:extLst>
          </p:cNvPr>
          <p:cNvCxnSpPr>
            <a:cxnSpLocks/>
            <a:stCxn id="11" idx="4"/>
            <a:endCxn id="18" idx="0"/>
          </p:cNvCxnSpPr>
          <p:nvPr/>
        </p:nvCxnSpPr>
        <p:spPr>
          <a:xfrm flipH="1">
            <a:off x="11220017" y="1748627"/>
            <a:ext cx="106118" cy="55932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1BDCF66A-88DD-4A20-BDA9-4B99D14AB5CC}"/>
              </a:ext>
            </a:extLst>
          </p:cNvPr>
          <p:cNvSpPr/>
          <p:nvPr/>
        </p:nvSpPr>
        <p:spPr>
          <a:xfrm>
            <a:off x="10832627" y="23079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61D4D06-BA64-4554-8C61-00A0B9F4C58E}"/>
              </a:ext>
            </a:extLst>
          </p:cNvPr>
          <p:cNvCxnSpPr>
            <a:cxnSpLocks/>
            <a:stCxn id="11" idx="5"/>
            <a:endCxn id="20" idx="0"/>
          </p:cNvCxnSpPr>
          <p:nvPr/>
        </p:nvCxnSpPr>
        <p:spPr>
          <a:xfrm>
            <a:off x="11600061" y="1699422"/>
            <a:ext cx="113464" cy="10331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5E93B8F2-B7F0-4CB3-9D80-CAC977546C63}"/>
              </a:ext>
            </a:extLst>
          </p:cNvPr>
          <p:cNvSpPr/>
          <p:nvPr/>
        </p:nvSpPr>
        <p:spPr>
          <a:xfrm>
            <a:off x="11326135" y="273256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9298CE1-5A62-41A6-BF79-03CF18994CD8}"/>
              </a:ext>
            </a:extLst>
          </p:cNvPr>
          <p:cNvCxnSpPr>
            <a:cxnSpLocks/>
            <a:stCxn id="20" idx="3"/>
            <a:endCxn id="22" idx="0"/>
          </p:cNvCxnSpPr>
          <p:nvPr/>
        </p:nvCxnSpPr>
        <p:spPr>
          <a:xfrm flipH="1">
            <a:off x="11079381" y="3019355"/>
            <a:ext cx="360218" cy="306182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516394DF-E2B1-475C-884C-33E8212C7664}"/>
              </a:ext>
            </a:extLst>
          </p:cNvPr>
          <p:cNvSpPr/>
          <p:nvPr/>
        </p:nvSpPr>
        <p:spPr>
          <a:xfrm>
            <a:off x="10691991" y="3325537"/>
            <a:ext cx="774780" cy="335993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241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886DABA-E949-4555-82CF-17E6D09B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483CEB-A559-4984-BA00-3A54B644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3073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[2,4,1]</a:t>
            </a:r>
          </a:p>
          <a:p>
            <a:r>
              <a:rPr lang="en-US" sz="2000" dirty="0"/>
              <a:t>number = 10</a:t>
            </a:r>
            <a:endParaRPr lang="ru-RU" sz="20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6" y="646391"/>
            <a:ext cx="6252897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550" dirty="0"/>
              <a:t>        p = [2] is prefix:</a:t>
            </a:r>
          </a:p>
          <a:p>
            <a:r>
              <a:rPr lang="en-US" sz="1550" dirty="0"/>
              <a:t>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([2], number, o):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p = [2,1] is not prefix:</a:t>
            </a:r>
          </a:p>
          <a:p>
            <a:r>
              <a:rPr lang="en-US" sz="1550" dirty="0"/>
              <a:t>                        number = 6 + (4 – 2)! = 8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550" dirty="0"/>
              <a:t>                    p = [2,3] is not prefix:</a:t>
            </a:r>
          </a:p>
          <a:p>
            <a:r>
              <a:rPr lang="en-US" sz="1550" dirty="0"/>
              <a:t>                        number = 8 + (4 – 2)! = 10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550" dirty="0"/>
              <a:t>                    p = [2,4] is prefix:</a:t>
            </a:r>
          </a:p>
          <a:p>
            <a:r>
              <a:rPr lang="en-US" sz="1550" dirty="0"/>
              <a:t>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([2,4], number, o):</a:t>
            </a:r>
          </a:p>
          <a:p>
            <a:r>
              <a:rPr lang="en-US" sz="1550" dirty="0"/>
              <a:t>            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        p = [2,4,1] is prefix:</a:t>
            </a:r>
          </a:p>
          <a:p>
            <a:r>
              <a:rPr lang="en-US" sz="1550" dirty="0"/>
              <a:t>        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([2,4,1], number, o):</a:t>
            </a:r>
          </a:p>
          <a:p>
            <a:r>
              <a:rPr lang="en-US" sz="1550" dirty="0"/>
              <a:t>                                    </a:t>
            </a:r>
            <a:r>
              <a:rPr lang="en-US" sz="15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550" dirty="0"/>
              <a:t>                                    </a:t>
            </a:r>
            <a:r>
              <a:rPr lang="en-US" sz="155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550" dirty="0"/>
              <a:t>                                    </a:t>
            </a:r>
            <a:r>
              <a:rPr lang="en-US" sz="15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550" dirty="0"/>
              <a:t>                                        p = [2,4,1,3] is prefix:</a:t>
            </a:r>
          </a:p>
          <a:p>
            <a:r>
              <a:rPr lang="en-US" sz="1550" dirty="0"/>
              <a:t>                    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([2,4,1,3], number, o)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DDD738D-A95A-4744-9604-4EA92C978048}"/>
              </a:ext>
            </a:extLst>
          </p:cNvPr>
          <p:cNvSpPr/>
          <p:nvPr/>
        </p:nvSpPr>
        <p:spPr>
          <a:xfrm>
            <a:off x="10938745" y="1412634"/>
            <a:ext cx="774780" cy="335993"/>
          </a:xfrm>
          <a:prstGeom prst="ellips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85AA4E3-F02D-4527-B97F-AD8624C8684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10832627" y="982384"/>
            <a:ext cx="493508" cy="43025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B5B09E3-ED5F-4F22-8CF5-1351C43CFA86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 flipH="1">
            <a:off x="10513935" y="1699422"/>
            <a:ext cx="538274" cy="32823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FE260CB1-26E1-4B79-BA49-90A21E758878}"/>
              </a:ext>
            </a:extLst>
          </p:cNvPr>
          <p:cNvSpPr/>
          <p:nvPr/>
        </p:nvSpPr>
        <p:spPr>
          <a:xfrm>
            <a:off x="10126545" y="2027655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E1A745-314F-4191-8D13-ABC224BAE144}"/>
              </a:ext>
            </a:extLst>
          </p:cNvPr>
          <p:cNvCxnSpPr>
            <a:cxnSpLocks/>
            <a:stCxn id="11" idx="4"/>
            <a:endCxn id="18" idx="0"/>
          </p:cNvCxnSpPr>
          <p:nvPr/>
        </p:nvCxnSpPr>
        <p:spPr>
          <a:xfrm flipH="1">
            <a:off x="11220017" y="1748627"/>
            <a:ext cx="106118" cy="55932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1BDCF66A-88DD-4A20-BDA9-4B99D14AB5CC}"/>
              </a:ext>
            </a:extLst>
          </p:cNvPr>
          <p:cNvSpPr/>
          <p:nvPr/>
        </p:nvSpPr>
        <p:spPr>
          <a:xfrm>
            <a:off x="10832627" y="23079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61D4D06-BA64-4554-8C61-00A0B9F4C58E}"/>
              </a:ext>
            </a:extLst>
          </p:cNvPr>
          <p:cNvCxnSpPr>
            <a:cxnSpLocks/>
            <a:stCxn id="11" idx="5"/>
            <a:endCxn id="20" idx="0"/>
          </p:cNvCxnSpPr>
          <p:nvPr/>
        </p:nvCxnSpPr>
        <p:spPr>
          <a:xfrm>
            <a:off x="11600061" y="1699422"/>
            <a:ext cx="113464" cy="10331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5E93B8F2-B7F0-4CB3-9D80-CAC977546C63}"/>
              </a:ext>
            </a:extLst>
          </p:cNvPr>
          <p:cNvSpPr/>
          <p:nvPr/>
        </p:nvSpPr>
        <p:spPr>
          <a:xfrm>
            <a:off x="11326135" y="273256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9298CE1-5A62-41A6-BF79-03CF18994CD8}"/>
              </a:ext>
            </a:extLst>
          </p:cNvPr>
          <p:cNvCxnSpPr>
            <a:cxnSpLocks/>
            <a:stCxn id="20" idx="3"/>
            <a:endCxn id="22" idx="0"/>
          </p:cNvCxnSpPr>
          <p:nvPr/>
        </p:nvCxnSpPr>
        <p:spPr>
          <a:xfrm flipH="1">
            <a:off x="11079381" y="3019355"/>
            <a:ext cx="360218" cy="3061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516394DF-E2B1-475C-884C-33E8212C7664}"/>
              </a:ext>
            </a:extLst>
          </p:cNvPr>
          <p:cNvSpPr/>
          <p:nvPr/>
        </p:nvSpPr>
        <p:spPr>
          <a:xfrm>
            <a:off x="10691991" y="332553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6770061-AEAC-4441-AD03-4B18B18B9AD6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>
            <a:off x="11079381" y="3661530"/>
            <a:ext cx="0" cy="306182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51DE30EE-82B1-4785-9DCE-2AB0DC89E6BE}"/>
              </a:ext>
            </a:extLst>
          </p:cNvPr>
          <p:cNvSpPr/>
          <p:nvPr/>
        </p:nvSpPr>
        <p:spPr>
          <a:xfrm>
            <a:off x="10691991" y="3967712"/>
            <a:ext cx="774780" cy="335993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2413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B5C26C-A65F-4057-92F2-C46A3790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B54E90-20C4-4C16-8046-0DDA9EA8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089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C90D-AA43-4EB7-9ECD-5EF750B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2576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Получение номера перестановки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895E8C2-6E06-4137-9327-724E2D82F6DD}"/>
              </a:ext>
            </a:extLst>
          </p:cNvPr>
          <p:cNvSpPr txBox="1">
            <a:spLocks/>
          </p:cNvSpPr>
          <p:nvPr/>
        </p:nvSpPr>
        <p:spPr>
          <a:xfrm>
            <a:off x="249055" y="2655951"/>
            <a:ext cx="5461373" cy="37842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2"/>
                </a:solidFill>
                <a:latin typeface="Consolas" panose="020B0609020204030204" pitchFamily="49" charset="0"/>
              </a:rPr>
              <a:t>permutation_to_number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factorial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ABB26-58CF-41CA-B977-926D6D9B47B9}"/>
              </a:ext>
            </a:extLst>
          </p:cNvPr>
          <p:cNvSpPr txBox="1"/>
          <p:nvPr/>
        </p:nvSpPr>
        <p:spPr>
          <a:xfrm>
            <a:off x="215043" y="826750"/>
            <a:ext cx="3674359" cy="70788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dirty="0"/>
              <a:t>n = 4</a:t>
            </a:r>
          </a:p>
          <a:p>
            <a:r>
              <a:rPr lang="en-US" sz="2000" dirty="0"/>
              <a:t>o = [2,4,1,3]</a:t>
            </a:r>
          </a:p>
          <a:p>
            <a:r>
              <a:rPr lang="en-US" sz="2000" dirty="0"/>
              <a:t>p = [2,4,1,3]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number = 10</a:t>
            </a:r>
            <a:endParaRPr lang="ru-RU" sz="2000" dirty="0">
              <a:solidFill>
                <a:schemeClr val="accent2"/>
              </a:solidFill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6B9C1CE-3AC0-45F4-B902-72A3F537C247}"/>
              </a:ext>
            </a:extLst>
          </p:cNvPr>
          <p:cNvSpPr/>
          <p:nvPr/>
        </p:nvSpPr>
        <p:spPr>
          <a:xfrm>
            <a:off x="10445237" y="646391"/>
            <a:ext cx="774780" cy="335993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5E52-A3DD-4B32-B9DA-B68999BD8E87}"/>
              </a:ext>
            </a:extLst>
          </p:cNvPr>
          <p:cNvSpPr txBox="1"/>
          <p:nvPr/>
        </p:nvSpPr>
        <p:spPr>
          <a:xfrm>
            <a:off x="5662376" y="646391"/>
            <a:ext cx="6438539" cy="6532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(p, number, o):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p = [1] is not prefix:</a:t>
            </a:r>
          </a:p>
          <a:p>
            <a:r>
              <a:rPr lang="en-US" sz="1550" dirty="0"/>
              <a:t>            number = (4 - 1)! = 6</a:t>
            </a:r>
          </a:p>
          <a:p>
            <a:r>
              <a:rPr lang="en-US" sz="1550" dirty="0"/>
              <a:t>    </a:t>
            </a:r>
            <a:r>
              <a:rPr lang="en-US" sz="15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550" dirty="0"/>
              <a:t>        p = [2] is prefix:</a:t>
            </a:r>
          </a:p>
          <a:p>
            <a:r>
              <a:rPr lang="en-US" sz="1550" dirty="0"/>
              <a:t>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([2], number, o):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p = [2,1] is not prefix:</a:t>
            </a:r>
          </a:p>
          <a:p>
            <a:r>
              <a:rPr lang="en-US" sz="1550" dirty="0"/>
              <a:t>                        number = 6 + (4 – 2)! = 8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550" dirty="0"/>
              <a:t>                    p = [2,3] is not prefix:</a:t>
            </a:r>
          </a:p>
          <a:p>
            <a:r>
              <a:rPr lang="en-US" sz="1550" dirty="0"/>
              <a:t>                        number = 8 + (4 – 2)! = 10</a:t>
            </a:r>
          </a:p>
          <a:p>
            <a:r>
              <a:rPr lang="en-US" sz="1550" dirty="0"/>
              <a:t>                </a:t>
            </a:r>
            <a:r>
              <a:rPr lang="en-US" sz="15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550" dirty="0"/>
              <a:t>                    p = [2,4] is prefix:</a:t>
            </a:r>
          </a:p>
          <a:p>
            <a:r>
              <a:rPr lang="en-US" sz="1550" dirty="0"/>
              <a:t>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([2,4], number, o):</a:t>
            </a:r>
          </a:p>
          <a:p>
            <a:r>
              <a:rPr lang="en-US" sz="1550" dirty="0"/>
              <a:t>                            </a:t>
            </a:r>
            <a:r>
              <a:rPr lang="en-US" sz="15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550" dirty="0"/>
              <a:t>                            p = [2,4,1] is prefix:</a:t>
            </a:r>
          </a:p>
          <a:p>
            <a:r>
              <a:rPr lang="en-US" sz="1550" dirty="0"/>
              <a:t>        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([2,4,1], number, o):</a:t>
            </a:r>
          </a:p>
          <a:p>
            <a:r>
              <a:rPr lang="en-US" sz="1550" dirty="0"/>
              <a:t>                                    </a:t>
            </a:r>
            <a:r>
              <a:rPr lang="en-US" sz="15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550" dirty="0"/>
              <a:t>                                    </a:t>
            </a:r>
            <a:r>
              <a:rPr lang="en-US" sz="1550" u="sng" dirty="0">
                <a:solidFill>
                  <a:schemeClr val="accent2"/>
                </a:solidFill>
              </a:rPr>
              <a:t>c = 2 is used</a:t>
            </a:r>
          </a:p>
          <a:p>
            <a:r>
              <a:rPr lang="en-US" sz="1550" dirty="0"/>
              <a:t>                                    </a:t>
            </a:r>
            <a:r>
              <a:rPr lang="en-US" sz="15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550" dirty="0"/>
              <a:t>                                        p = [2,4,1,3] is prefix:</a:t>
            </a:r>
          </a:p>
          <a:p>
            <a:r>
              <a:rPr lang="en-US" sz="1550" dirty="0"/>
              <a:t>                                            </a:t>
            </a:r>
            <a:r>
              <a:rPr lang="en-US" sz="1550" i="1" dirty="0" err="1">
                <a:solidFill>
                  <a:schemeClr val="accent1"/>
                </a:solidFill>
              </a:rPr>
              <a:t>permutation_to_number</a:t>
            </a:r>
            <a:r>
              <a:rPr lang="en-US" sz="1550" i="1" dirty="0">
                <a:solidFill>
                  <a:schemeClr val="accent1"/>
                </a:solidFill>
              </a:rPr>
              <a:t>([2,4,1,3], number, o):</a:t>
            </a:r>
          </a:p>
          <a:p>
            <a:r>
              <a:rPr lang="en-US" sz="1550" dirty="0"/>
              <a:t>                                                </a:t>
            </a:r>
            <a:r>
              <a:rPr lang="en-US" sz="1550" b="1" dirty="0"/>
              <a:t>length(p) = n = 4</a:t>
            </a:r>
            <a:endParaRPr lang="ru-RU" sz="1550" b="1" dirty="0"/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4EEF751-367A-48BA-B0D1-040A89A9616C}"/>
              </a:ext>
            </a:extLst>
          </p:cNvPr>
          <p:cNvGraphicFramePr>
            <a:graphicFrameLocks noGrp="1"/>
          </p:cNvGraphicFramePr>
          <p:nvPr/>
        </p:nvGraphicFramePr>
        <p:xfrm>
          <a:off x="276727" y="1857832"/>
          <a:ext cx="3550992" cy="67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748">
                  <a:extLst>
                    <a:ext uri="{9D8B030D-6E8A-4147-A177-3AD203B41FA5}">
                      <a16:colId xmlns:a16="http://schemas.microsoft.com/office/drawing/2014/main" val="1982471808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656608745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3106703652"/>
                    </a:ext>
                  </a:extLst>
                </a:gridCol>
                <a:gridCol w="887748">
                  <a:extLst>
                    <a:ext uri="{9D8B030D-6E8A-4147-A177-3AD203B41FA5}">
                      <a16:colId xmlns:a16="http://schemas.microsoft.com/office/drawing/2014/main" val="2413051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used(1)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used(2)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used(3)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used(4)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670"/>
                  </a:ext>
                </a:extLst>
              </a:tr>
              <a:tr h="252607"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ru-RU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07962"/>
                  </a:ext>
                </a:extLst>
              </a:tr>
            </a:tbl>
          </a:graphicData>
        </a:graphic>
      </p:graphicFrame>
      <p:sp>
        <p:nvSpPr>
          <p:cNvPr id="9" name="Овал 8">
            <a:extLst>
              <a:ext uri="{FF2B5EF4-FFF2-40B4-BE49-F238E27FC236}">
                <a16:creationId xmlns:a16="http://schemas.microsoft.com/office/drawing/2014/main" id="{E1EB4215-BADF-4E40-98E8-83B6706B05FE}"/>
              </a:ext>
            </a:extLst>
          </p:cNvPr>
          <p:cNvSpPr/>
          <p:nvPr/>
        </p:nvSpPr>
        <p:spPr>
          <a:xfrm>
            <a:off x="10081780" y="1404874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A49967-D89D-4423-A365-C21A3708604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469170" y="933179"/>
            <a:ext cx="89531" cy="47169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DDD738D-A95A-4744-9604-4EA92C978048}"/>
              </a:ext>
            </a:extLst>
          </p:cNvPr>
          <p:cNvSpPr/>
          <p:nvPr/>
        </p:nvSpPr>
        <p:spPr>
          <a:xfrm>
            <a:off x="10938745" y="1412634"/>
            <a:ext cx="774780" cy="335993"/>
          </a:xfrm>
          <a:prstGeom prst="ellips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85AA4E3-F02D-4527-B97F-AD8624C8684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10832627" y="982384"/>
            <a:ext cx="493508" cy="43025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B5B09E3-ED5F-4F22-8CF5-1351C43CFA86}"/>
              </a:ext>
            </a:extLst>
          </p:cNvPr>
          <p:cNvCxnSpPr>
            <a:cxnSpLocks/>
            <a:stCxn id="11" idx="3"/>
            <a:endCxn id="17" idx="0"/>
          </p:cNvCxnSpPr>
          <p:nvPr/>
        </p:nvCxnSpPr>
        <p:spPr>
          <a:xfrm flipH="1">
            <a:off x="10513935" y="1699422"/>
            <a:ext cx="538274" cy="32823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FE260CB1-26E1-4B79-BA49-90A21E758878}"/>
              </a:ext>
            </a:extLst>
          </p:cNvPr>
          <p:cNvSpPr/>
          <p:nvPr/>
        </p:nvSpPr>
        <p:spPr>
          <a:xfrm>
            <a:off x="10126545" y="2027655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E1A745-314F-4191-8D13-ABC224BAE144}"/>
              </a:ext>
            </a:extLst>
          </p:cNvPr>
          <p:cNvCxnSpPr>
            <a:cxnSpLocks/>
            <a:stCxn id="11" idx="4"/>
            <a:endCxn id="18" idx="0"/>
          </p:cNvCxnSpPr>
          <p:nvPr/>
        </p:nvCxnSpPr>
        <p:spPr>
          <a:xfrm flipH="1">
            <a:off x="11220017" y="1748627"/>
            <a:ext cx="106118" cy="55932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1BDCF66A-88DD-4A20-BDA9-4B99D14AB5CC}"/>
              </a:ext>
            </a:extLst>
          </p:cNvPr>
          <p:cNvSpPr/>
          <p:nvPr/>
        </p:nvSpPr>
        <p:spPr>
          <a:xfrm>
            <a:off x="10832627" y="2307947"/>
            <a:ext cx="774780" cy="335993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23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61D4D06-BA64-4554-8C61-00A0B9F4C58E}"/>
              </a:ext>
            </a:extLst>
          </p:cNvPr>
          <p:cNvCxnSpPr>
            <a:cxnSpLocks/>
            <a:stCxn id="11" idx="5"/>
            <a:endCxn id="20" idx="0"/>
          </p:cNvCxnSpPr>
          <p:nvPr/>
        </p:nvCxnSpPr>
        <p:spPr>
          <a:xfrm>
            <a:off x="11600061" y="1699422"/>
            <a:ext cx="113464" cy="10331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5E93B8F2-B7F0-4CB3-9D80-CAC977546C63}"/>
              </a:ext>
            </a:extLst>
          </p:cNvPr>
          <p:cNvSpPr/>
          <p:nvPr/>
        </p:nvSpPr>
        <p:spPr>
          <a:xfrm>
            <a:off x="11326135" y="273256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9298CE1-5A62-41A6-BF79-03CF18994CD8}"/>
              </a:ext>
            </a:extLst>
          </p:cNvPr>
          <p:cNvCxnSpPr>
            <a:cxnSpLocks/>
            <a:stCxn id="20" idx="3"/>
            <a:endCxn id="22" idx="0"/>
          </p:cNvCxnSpPr>
          <p:nvPr/>
        </p:nvCxnSpPr>
        <p:spPr>
          <a:xfrm flipH="1">
            <a:off x="11079381" y="3019355"/>
            <a:ext cx="360218" cy="3061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516394DF-E2B1-475C-884C-33E8212C7664}"/>
              </a:ext>
            </a:extLst>
          </p:cNvPr>
          <p:cNvSpPr/>
          <p:nvPr/>
        </p:nvSpPr>
        <p:spPr>
          <a:xfrm>
            <a:off x="10691991" y="3325537"/>
            <a:ext cx="774780" cy="33599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241</a:t>
            </a:r>
            <a:endParaRPr lang="ru-RU" sz="1300" dirty="0">
              <a:latin typeface="Consolas" panose="020B0609020204030204" pitchFamily="49" charset="0"/>
            </a:endParaRP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6770061-AEAC-4441-AD03-4B18B18B9AD6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>
            <a:off x="11079381" y="3661530"/>
            <a:ext cx="0" cy="3061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51DE30EE-82B1-4785-9DCE-2AB0DC89E6BE}"/>
              </a:ext>
            </a:extLst>
          </p:cNvPr>
          <p:cNvSpPr/>
          <p:nvPr/>
        </p:nvSpPr>
        <p:spPr>
          <a:xfrm>
            <a:off x="10691991" y="3967712"/>
            <a:ext cx="774780" cy="33599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Consolas" panose="020B0609020204030204" pitchFamily="49" charset="0"/>
              </a:rPr>
              <a:t>2413</a:t>
            </a:r>
            <a:endParaRPr lang="ru-RU" sz="13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36DA7B-9F3A-43CC-AABC-097D64E3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B07CF3-74A8-4C63-9B24-94C4A97E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9837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Генерация размещений</a:t>
            </a:r>
            <a:r>
              <a:rPr lang="en-US" dirty="0"/>
              <a:t> </a:t>
            </a:r>
            <a:r>
              <a:rPr lang="ru-RU" dirty="0"/>
              <a:t>без повторений в лексикографическом порядке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74826" y="1844825"/>
            <a:ext cx="8893175" cy="907941"/>
          </a:xfrm>
        </p:spPr>
        <p:txBody>
          <a:bodyPr wrap="square">
            <a:spAutoFit/>
          </a:bodyPr>
          <a:lstStyle/>
          <a:p>
            <a:r>
              <a:rPr lang="ru-RU" sz="2400" dirty="0"/>
              <a:t>Пример. </a:t>
            </a:r>
            <a:r>
              <a:rPr lang="en-US" sz="2400" i="1" dirty="0"/>
              <a:t>N</a:t>
            </a:r>
            <a:r>
              <a:rPr lang="en-US" sz="2400" dirty="0"/>
              <a:t>=4, </a:t>
            </a:r>
            <a:r>
              <a:rPr lang="en-US" sz="2400" i="1" dirty="0"/>
              <a:t>M</a:t>
            </a:r>
            <a:r>
              <a:rPr lang="en-US" sz="2400" dirty="0"/>
              <a:t>=3</a:t>
            </a:r>
          </a:p>
          <a:p>
            <a:r>
              <a:rPr lang="en-US" sz="2400" dirty="0"/>
              <a:t>123 124 132 134 142 143 213 214 231 234 </a:t>
            </a:r>
          </a:p>
        </p:txBody>
      </p:sp>
      <p:sp>
        <p:nvSpPr>
          <p:cNvPr id="5" name="Содержимое 2"/>
          <p:cNvSpPr txBox="1"/>
          <p:nvPr/>
        </p:nvSpPr>
        <p:spPr bwMode="auto">
          <a:xfrm>
            <a:off x="1847528" y="3573017"/>
            <a:ext cx="86423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243 312 314 321 324 341 342 </a:t>
            </a:r>
          </a:p>
        </p:txBody>
      </p:sp>
      <p:sp>
        <p:nvSpPr>
          <p:cNvPr id="6" name="Содержимое 2"/>
          <p:cNvSpPr txBox="1"/>
          <p:nvPr/>
        </p:nvSpPr>
        <p:spPr bwMode="auto">
          <a:xfrm>
            <a:off x="1703512" y="4437113"/>
            <a:ext cx="86423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413 421 423 431 432</a:t>
            </a:r>
            <a:endParaRPr lang="ru-RU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775521" y="3541648"/>
            <a:ext cx="73289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 panose="020F0502020204030204"/>
                <a:cs typeface="Segoe UI" panose="020B0502040204020203" pitchFamily="34" charset="0"/>
              </a:rPr>
              <a:t>241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03513" y="4407321"/>
            <a:ext cx="73289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 panose="020F0502020204030204"/>
                <a:cs typeface="Segoe UI" panose="020B0502040204020203" pitchFamily="34" charset="0"/>
              </a:rPr>
              <a:t>412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83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1055D8-539C-4167-1785-C3DE4B15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100" y="1"/>
            <a:ext cx="9232900" cy="865187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размещений без повторений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8000" y="1245838"/>
            <a:ext cx="9144000" cy="436632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Solve (t: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integer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//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t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- номер позиции в размещении</a:t>
            </a:r>
          </a:p>
          <a:p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ru-RU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ru-RU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n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ru-RU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//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Перебираем цифры и находим первую неиспользованную</a:t>
            </a:r>
          </a:p>
          <a:p>
            <a:r>
              <a:rPr lang="en-US" sz="1800" i="1" dirty="0">
                <a:latin typeface="Segoe UI" panose="020B0502040204020203" pitchFamily="34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in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S)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</a:p>
          <a:p>
            <a:r>
              <a:rPr lang="en-US" sz="1800" i="1" dirty="0">
                <a:latin typeface="Segoe UI" panose="020B0502040204020203" pitchFamily="34" charset="0"/>
              </a:rPr>
              <a:t>      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S + [i];   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//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Запоминаем её в множестве занятых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цифр</a:t>
            </a:r>
          </a:p>
          <a:p>
            <a:r>
              <a:rPr lang="en-US" sz="1800" i="1" dirty="0">
                <a:latin typeface="Segoe UI" panose="020B0502040204020203" pitchFamily="34" charset="0"/>
              </a:rPr>
              <a:t>      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A[t]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i;      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//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Записываем её в размещение</a:t>
            </a:r>
          </a:p>
          <a:p>
            <a:r>
              <a:rPr lang="en-US" sz="1800" i="1" dirty="0">
                <a:latin typeface="Segoe UI" panose="020B0502040204020203" pitchFamily="34" charset="0"/>
              </a:rPr>
              <a:t>     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t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m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Solve(t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1)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Print; </a:t>
            </a:r>
          </a:p>
          <a:p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                               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//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</a:t>
            </a:r>
            <a:r>
              <a:rPr lang="en-US" sz="1800" i="1" dirty="0" err="1">
                <a:solidFill>
                  <a:srgbClr val="00B050"/>
                </a:solidFill>
                <a:latin typeface="Segoe UI" panose="020B0502040204020203" pitchFamily="34" charset="0"/>
              </a:rPr>
              <a:t>Если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размещение не получено, то идем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к следующей позиции, </a:t>
            </a:r>
          </a:p>
          <a:p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                              // иначе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 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выводим очередное размещение</a:t>
            </a:r>
          </a:p>
          <a:p>
            <a:r>
              <a:rPr lang="en-US" sz="1800" i="1" dirty="0">
                <a:latin typeface="Segoe UI" panose="020B0502040204020203" pitchFamily="34" charset="0"/>
              </a:rPr>
              <a:t>       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S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- [i];  </a:t>
            </a:r>
            <a:r>
              <a:rPr lang="en-US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//</a:t>
            </a:r>
            <a:r>
              <a:rPr lang="ru-RU" sz="1800" i="1" dirty="0">
                <a:solidFill>
                  <a:srgbClr val="00B050"/>
                </a:solidFill>
                <a:latin typeface="Segoe UI" panose="020B0502040204020203" pitchFamily="34" charset="0"/>
              </a:rPr>
              <a:t>Возвращаем цифру в неиспользованные</a:t>
            </a:r>
          </a:p>
          <a:p>
            <a:r>
              <a:rPr lang="en-US" sz="1800" i="1" dirty="0">
                <a:latin typeface="Segoe UI" panose="020B0502040204020203" pitchFamily="34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Endif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84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87376-FC33-C1BC-3B55-952DB809E02B}"/>
              </a:ext>
            </a:extLst>
          </p:cNvPr>
          <p:cNvSpPr txBox="1"/>
          <p:nvPr/>
        </p:nvSpPr>
        <p:spPr>
          <a:xfrm>
            <a:off x="6977743" y="1518124"/>
            <a:ext cx="5105398" cy="3003899"/>
          </a:xfrm>
          <a:custGeom>
            <a:avLst/>
            <a:gdLst>
              <a:gd name="connsiteX0" fmla="*/ 0 w 5105398"/>
              <a:gd name="connsiteY0" fmla="*/ 0 h 3003899"/>
              <a:gd name="connsiteX1" fmla="*/ 516212 w 5105398"/>
              <a:gd name="connsiteY1" fmla="*/ 0 h 3003899"/>
              <a:gd name="connsiteX2" fmla="*/ 1185587 w 5105398"/>
              <a:gd name="connsiteY2" fmla="*/ 0 h 3003899"/>
              <a:gd name="connsiteX3" fmla="*/ 1803907 w 5105398"/>
              <a:gd name="connsiteY3" fmla="*/ 0 h 3003899"/>
              <a:gd name="connsiteX4" fmla="*/ 2473282 w 5105398"/>
              <a:gd name="connsiteY4" fmla="*/ 0 h 3003899"/>
              <a:gd name="connsiteX5" fmla="*/ 3091602 w 5105398"/>
              <a:gd name="connsiteY5" fmla="*/ 0 h 3003899"/>
              <a:gd name="connsiteX6" fmla="*/ 3760977 w 5105398"/>
              <a:gd name="connsiteY6" fmla="*/ 0 h 3003899"/>
              <a:gd name="connsiteX7" fmla="*/ 4226135 w 5105398"/>
              <a:gd name="connsiteY7" fmla="*/ 0 h 3003899"/>
              <a:gd name="connsiteX8" fmla="*/ 5105398 w 5105398"/>
              <a:gd name="connsiteY8" fmla="*/ 0 h 3003899"/>
              <a:gd name="connsiteX9" fmla="*/ 5105398 w 5105398"/>
              <a:gd name="connsiteY9" fmla="*/ 530689 h 3003899"/>
              <a:gd name="connsiteX10" fmla="*/ 5105398 w 5105398"/>
              <a:gd name="connsiteY10" fmla="*/ 1061378 h 3003899"/>
              <a:gd name="connsiteX11" fmla="*/ 5105398 w 5105398"/>
              <a:gd name="connsiteY11" fmla="*/ 1592066 h 3003899"/>
              <a:gd name="connsiteX12" fmla="*/ 5105398 w 5105398"/>
              <a:gd name="connsiteY12" fmla="*/ 2062677 h 3003899"/>
              <a:gd name="connsiteX13" fmla="*/ 5105398 w 5105398"/>
              <a:gd name="connsiteY13" fmla="*/ 3003899 h 3003899"/>
              <a:gd name="connsiteX14" fmla="*/ 4538132 w 5105398"/>
              <a:gd name="connsiteY14" fmla="*/ 3003899 h 3003899"/>
              <a:gd name="connsiteX15" fmla="*/ 3868757 w 5105398"/>
              <a:gd name="connsiteY15" fmla="*/ 3003899 h 3003899"/>
              <a:gd name="connsiteX16" fmla="*/ 3403599 w 5105398"/>
              <a:gd name="connsiteY16" fmla="*/ 3003899 h 3003899"/>
              <a:gd name="connsiteX17" fmla="*/ 2989494 w 5105398"/>
              <a:gd name="connsiteY17" fmla="*/ 3003899 h 3003899"/>
              <a:gd name="connsiteX18" fmla="*/ 2320120 w 5105398"/>
              <a:gd name="connsiteY18" fmla="*/ 3003899 h 3003899"/>
              <a:gd name="connsiteX19" fmla="*/ 1803907 w 5105398"/>
              <a:gd name="connsiteY19" fmla="*/ 3003899 h 3003899"/>
              <a:gd name="connsiteX20" fmla="*/ 1338749 w 5105398"/>
              <a:gd name="connsiteY20" fmla="*/ 3003899 h 3003899"/>
              <a:gd name="connsiteX21" fmla="*/ 873590 w 5105398"/>
              <a:gd name="connsiteY21" fmla="*/ 3003899 h 3003899"/>
              <a:gd name="connsiteX22" fmla="*/ 0 w 5105398"/>
              <a:gd name="connsiteY22" fmla="*/ 3003899 h 3003899"/>
              <a:gd name="connsiteX23" fmla="*/ 0 w 5105398"/>
              <a:gd name="connsiteY23" fmla="*/ 2593366 h 3003899"/>
              <a:gd name="connsiteX24" fmla="*/ 0 w 5105398"/>
              <a:gd name="connsiteY24" fmla="*/ 2152794 h 3003899"/>
              <a:gd name="connsiteX25" fmla="*/ 0 w 5105398"/>
              <a:gd name="connsiteY25" fmla="*/ 1622105 h 3003899"/>
              <a:gd name="connsiteX26" fmla="*/ 0 w 5105398"/>
              <a:gd name="connsiteY26" fmla="*/ 1211573 h 3003899"/>
              <a:gd name="connsiteX27" fmla="*/ 0 w 5105398"/>
              <a:gd name="connsiteY27" fmla="*/ 650845 h 3003899"/>
              <a:gd name="connsiteX28" fmla="*/ 0 w 5105398"/>
              <a:gd name="connsiteY28" fmla="*/ 0 h 300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105398" h="3003899" fill="none" extrusionOk="0">
                <a:moveTo>
                  <a:pt x="0" y="0"/>
                </a:moveTo>
                <a:cubicBezTo>
                  <a:pt x="245768" y="-10745"/>
                  <a:pt x="259660" y="43121"/>
                  <a:pt x="516212" y="0"/>
                </a:cubicBezTo>
                <a:cubicBezTo>
                  <a:pt x="772764" y="-43121"/>
                  <a:pt x="862217" y="53591"/>
                  <a:pt x="1185587" y="0"/>
                </a:cubicBezTo>
                <a:cubicBezTo>
                  <a:pt x="1508957" y="-53591"/>
                  <a:pt x="1518156" y="25939"/>
                  <a:pt x="1803907" y="0"/>
                </a:cubicBezTo>
                <a:cubicBezTo>
                  <a:pt x="2089658" y="-25939"/>
                  <a:pt x="2285472" y="11999"/>
                  <a:pt x="2473282" y="0"/>
                </a:cubicBezTo>
                <a:cubicBezTo>
                  <a:pt x="2661092" y="-11999"/>
                  <a:pt x="2867051" y="35056"/>
                  <a:pt x="3091602" y="0"/>
                </a:cubicBezTo>
                <a:cubicBezTo>
                  <a:pt x="3316153" y="-35056"/>
                  <a:pt x="3565404" y="74293"/>
                  <a:pt x="3760977" y="0"/>
                </a:cubicBezTo>
                <a:cubicBezTo>
                  <a:pt x="3956551" y="-74293"/>
                  <a:pt x="4012106" y="32815"/>
                  <a:pt x="4226135" y="0"/>
                </a:cubicBezTo>
                <a:cubicBezTo>
                  <a:pt x="4440164" y="-32815"/>
                  <a:pt x="4795311" y="54445"/>
                  <a:pt x="5105398" y="0"/>
                </a:cubicBezTo>
                <a:cubicBezTo>
                  <a:pt x="5143962" y="249901"/>
                  <a:pt x="5073030" y="404831"/>
                  <a:pt x="5105398" y="530689"/>
                </a:cubicBezTo>
                <a:cubicBezTo>
                  <a:pt x="5137766" y="656547"/>
                  <a:pt x="5077668" y="881648"/>
                  <a:pt x="5105398" y="1061378"/>
                </a:cubicBezTo>
                <a:cubicBezTo>
                  <a:pt x="5133128" y="1241108"/>
                  <a:pt x="5063099" y="1405205"/>
                  <a:pt x="5105398" y="1592066"/>
                </a:cubicBezTo>
                <a:cubicBezTo>
                  <a:pt x="5147697" y="1778927"/>
                  <a:pt x="5067108" y="1867140"/>
                  <a:pt x="5105398" y="2062677"/>
                </a:cubicBezTo>
                <a:cubicBezTo>
                  <a:pt x="5143688" y="2258214"/>
                  <a:pt x="5105169" y="2557623"/>
                  <a:pt x="5105398" y="3003899"/>
                </a:cubicBezTo>
                <a:cubicBezTo>
                  <a:pt x="4935939" y="3054677"/>
                  <a:pt x="4782597" y="2941505"/>
                  <a:pt x="4538132" y="3003899"/>
                </a:cubicBezTo>
                <a:cubicBezTo>
                  <a:pt x="4293667" y="3066293"/>
                  <a:pt x="4088452" y="2974146"/>
                  <a:pt x="3868757" y="3003899"/>
                </a:cubicBezTo>
                <a:cubicBezTo>
                  <a:pt x="3649062" y="3033652"/>
                  <a:pt x="3630572" y="2980302"/>
                  <a:pt x="3403599" y="3003899"/>
                </a:cubicBezTo>
                <a:cubicBezTo>
                  <a:pt x="3176626" y="3027496"/>
                  <a:pt x="3155227" y="2961115"/>
                  <a:pt x="2989494" y="3003899"/>
                </a:cubicBezTo>
                <a:cubicBezTo>
                  <a:pt x="2823762" y="3046683"/>
                  <a:pt x="2515894" y="2945339"/>
                  <a:pt x="2320120" y="3003899"/>
                </a:cubicBezTo>
                <a:cubicBezTo>
                  <a:pt x="2124346" y="3062459"/>
                  <a:pt x="2037973" y="2946053"/>
                  <a:pt x="1803907" y="3003899"/>
                </a:cubicBezTo>
                <a:cubicBezTo>
                  <a:pt x="1569841" y="3061745"/>
                  <a:pt x="1482633" y="2998059"/>
                  <a:pt x="1338749" y="3003899"/>
                </a:cubicBezTo>
                <a:cubicBezTo>
                  <a:pt x="1194865" y="3009739"/>
                  <a:pt x="1098360" y="2962360"/>
                  <a:pt x="873590" y="3003899"/>
                </a:cubicBezTo>
                <a:cubicBezTo>
                  <a:pt x="648820" y="3045438"/>
                  <a:pt x="181185" y="2946783"/>
                  <a:pt x="0" y="3003899"/>
                </a:cubicBezTo>
                <a:cubicBezTo>
                  <a:pt x="-10200" y="2877264"/>
                  <a:pt x="32806" y="2798604"/>
                  <a:pt x="0" y="2593366"/>
                </a:cubicBezTo>
                <a:cubicBezTo>
                  <a:pt x="-32806" y="2388128"/>
                  <a:pt x="21800" y="2328538"/>
                  <a:pt x="0" y="2152794"/>
                </a:cubicBezTo>
                <a:cubicBezTo>
                  <a:pt x="-21800" y="1977050"/>
                  <a:pt x="48178" y="1801247"/>
                  <a:pt x="0" y="1622105"/>
                </a:cubicBezTo>
                <a:cubicBezTo>
                  <a:pt x="-48178" y="1442963"/>
                  <a:pt x="47287" y="1410709"/>
                  <a:pt x="0" y="1211573"/>
                </a:cubicBezTo>
                <a:cubicBezTo>
                  <a:pt x="-47287" y="1012437"/>
                  <a:pt x="17974" y="877823"/>
                  <a:pt x="0" y="650845"/>
                </a:cubicBezTo>
                <a:cubicBezTo>
                  <a:pt x="-17974" y="423867"/>
                  <a:pt x="20437" y="265947"/>
                  <a:pt x="0" y="0"/>
                </a:cubicBezTo>
                <a:close/>
              </a:path>
              <a:path w="5105398" h="3003899" stroke="0" extrusionOk="0">
                <a:moveTo>
                  <a:pt x="0" y="0"/>
                </a:moveTo>
                <a:cubicBezTo>
                  <a:pt x="172680" y="-44420"/>
                  <a:pt x="373715" y="59083"/>
                  <a:pt x="669374" y="0"/>
                </a:cubicBezTo>
                <a:cubicBezTo>
                  <a:pt x="965033" y="-59083"/>
                  <a:pt x="1121168" y="47120"/>
                  <a:pt x="1236641" y="0"/>
                </a:cubicBezTo>
                <a:cubicBezTo>
                  <a:pt x="1352114" y="-47120"/>
                  <a:pt x="1476597" y="16856"/>
                  <a:pt x="1650745" y="0"/>
                </a:cubicBezTo>
                <a:cubicBezTo>
                  <a:pt x="1824893" y="-16856"/>
                  <a:pt x="2170173" y="41580"/>
                  <a:pt x="2320120" y="0"/>
                </a:cubicBezTo>
                <a:cubicBezTo>
                  <a:pt x="2470068" y="-41580"/>
                  <a:pt x="2681347" y="143"/>
                  <a:pt x="2785278" y="0"/>
                </a:cubicBezTo>
                <a:cubicBezTo>
                  <a:pt x="2889209" y="-143"/>
                  <a:pt x="3162803" y="57001"/>
                  <a:pt x="3301491" y="0"/>
                </a:cubicBezTo>
                <a:cubicBezTo>
                  <a:pt x="3440179" y="-57001"/>
                  <a:pt x="3751176" y="17685"/>
                  <a:pt x="3970865" y="0"/>
                </a:cubicBezTo>
                <a:cubicBezTo>
                  <a:pt x="4190554" y="-17685"/>
                  <a:pt x="4246552" y="2771"/>
                  <a:pt x="4487078" y="0"/>
                </a:cubicBezTo>
                <a:cubicBezTo>
                  <a:pt x="4727604" y="-2771"/>
                  <a:pt x="4921714" y="45341"/>
                  <a:pt x="5105398" y="0"/>
                </a:cubicBezTo>
                <a:cubicBezTo>
                  <a:pt x="5151677" y="219262"/>
                  <a:pt x="5103308" y="366270"/>
                  <a:pt x="5105398" y="530689"/>
                </a:cubicBezTo>
                <a:cubicBezTo>
                  <a:pt x="5107488" y="695108"/>
                  <a:pt x="5076773" y="825293"/>
                  <a:pt x="5105398" y="1001300"/>
                </a:cubicBezTo>
                <a:cubicBezTo>
                  <a:pt x="5134023" y="1177307"/>
                  <a:pt x="5068483" y="1294993"/>
                  <a:pt x="5105398" y="1501950"/>
                </a:cubicBezTo>
                <a:cubicBezTo>
                  <a:pt x="5142313" y="1708907"/>
                  <a:pt x="5100984" y="1873899"/>
                  <a:pt x="5105398" y="2062677"/>
                </a:cubicBezTo>
                <a:cubicBezTo>
                  <a:pt x="5109812" y="2251455"/>
                  <a:pt x="5056637" y="2759655"/>
                  <a:pt x="5105398" y="3003899"/>
                </a:cubicBezTo>
                <a:cubicBezTo>
                  <a:pt x="4780237" y="3079016"/>
                  <a:pt x="4756272" y="2943481"/>
                  <a:pt x="4436024" y="3003899"/>
                </a:cubicBezTo>
                <a:cubicBezTo>
                  <a:pt x="4115776" y="3064317"/>
                  <a:pt x="4090600" y="2980741"/>
                  <a:pt x="3970865" y="3003899"/>
                </a:cubicBezTo>
                <a:cubicBezTo>
                  <a:pt x="3851130" y="3027057"/>
                  <a:pt x="3540139" y="2949385"/>
                  <a:pt x="3352545" y="3003899"/>
                </a:cubicBezTo>
                <a:cubicBezTo>
                  <a:pt x="3164951" y="3058413"/>
                  <a:pt x="2901033" y="3001133"/>
                  <a:pt x="2683170" y="3003899"/>
                </a:cubicBezTo>
                <a:cubicBezTo>
                  <a:pt x="2465307" y="3006665"/>
                  <a:pt x="2417291" y="2973501"/>
                  <a:pt x="2269066" y="3003899"/>
                </a:cubicBezTo>
                <a:cubicBezTo>
                  <a:pt x="2120841" y="3034297"/>
                  <a:pt x="1789922" y="2998323"/>
                  <a:pt x="1599691" y="3003899"/>
                </a:cubicBezTo>
                <a:cubicBezTo>
                  <a:pt x="1409460" y="3009475"/>
                  <a:pt x="1125972" y="3003178"/>
                  <a:pt x="981371" y="3003899"/>
                </a:cubicBezTo>
                <a:cubicBezTo>
                  <a:pt x="836770" y="3004620"/>
                  <a:pt x="768737" y="2961508"/>
                  <a:pt x="567266" y="3003899"/>
                </a:cubicBezTo>
                <a:cubicBezTo>
                  <a:pt x="365795" y="3046290"/>
                  <a:pt x="202934" y="2993094"/>
                  <a:pt x="0" y="3003899"/>
                </a:cubicBezTo>
                <a:cubicBezTo>
                  <a:pt x="-9183" y="2823035"/>
                  <a:pt x="1126" y="2641799"/>
                  <a:pt x="0" y="2533288"/>
                </a:cubicBezTo>
                <a:cubicBezTo>
                  <a:pt x="-1126" y="2424777"/>
                  <a:pt x="38849" y="2248281"/>
                  <a:pt x="0" y="2032638"/>
                </a:cubicBezTo>
                <a:cubicBezTo>
                  <a:pt x="-38849" y="1816995"/>
                  <a:pt x="46611" y="1755981"/>
                  <a:pt x="0" y="1531988"/>
                </a:cubicBezTo>
                <a:cubicBezTo>
                  <a:pt x="-46611" y="1307995"/>
                  <a:pt x="25014" y="1203122"/>
                  <a:pt x="0" y="1001300"/>
                </a:cubicBezTo>
                <a:cubicBezTo>
                  <a:pt x="-25014" y="799478"/>
                  <a:pt x="30310" y="693560"/>
                  <a:pt x="0" y="530689"/>
                </a:cubicBezTo>
                <a:cubicBezTo>
                  <a:pt x="-30310" y="367818"/>
                  <a:pt x="19365" y="252816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0562088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A – </a:t>
            </a:r>
            <a:r>
              <a:rPr lang="ru-RU" sz="2200" dirty="0"/>
              <a:t>массив для хранения размещений </a:t>
            </a:r>
            <a:r>
              <a:rPr lang="en-US" sz="2200" dirty="0"/>
              <a:t>[</a:t>
            </a:r>
            <a:r>
              <a:rPr lang="en-US" sz="2200" dirty="0" err="1"/>
              <a:t>1..M</a:t>
            </a:r>
            <a:r>
              <a:rPr lang="en-US" sz="2200" dirty="0"/>
              <a:t>]</a:t>
            </a:r>
            <a:endParaRPr lang="ru-RU" sz="2200" dirty="0"/>
          </a:p>
          <a:p>
            <a:r>
              <a:rPr lang="en-US" sz="2200" dirty="0"/>
              <a:t>S</a:t>
            </a:r>
            <a:r>
              <a:rPr lang="ru-RU" sz="2200" dirty="0"/>
              <a:t> – множество для хранения использованных в размещении чисел</a:t>
            </a:r>
            <a:endParaRPr lang="en-US" sz="2200" dirty="0"/>
          </a:p>
          <a:p>
            <a:r>
              <a:rPr lang="en-US" sz="2200" dirty="0"/>
              <a:t>t</a:t>
            </a:r>
            <a:r>
              <a:rPr lang="ru-RU" sz="2200" dirty="0"/>
              <a:t> </a:t>
            </a:r>
            <a:r>
              <a:rPr lang="en-US" sz="2200" dirty="0"/>
              <a:t>–</a:t>
            </a:r>
            <a:r>
              <a:rPr lang="ru-RU" sz="2200" dirty="0"/>
              <a:t> номер позиции в размещении</a:t>
            </a:r>
            <a:endParaRPr lang="en-US" sz="2200" dirty="0"/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200" dirty="0">
                <a:latin typeface="Segoe UI" panose="020B0502040204020203" pitchFamily="34" charset="0"/>
                <a:cs typeface="Segoe UI" panose="020B0502040204020203" pitchFamily="34" charset="0"/>
              </a:rPr>
              <a:t>Основная программа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S = [];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Solve(1);</a:t>
            </a:r>
            <a:endParaRPr lang="ru-RU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7BC255-0AA2-F9ED-30E4-1AB792AB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C177943-6AD3-E042-A8B3-AFE06D013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25" y="1461551"/>
            <a:ext cx="6272463" cy="4928364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bool </a:t>
            </a:r>
            <a:r>
              <a:rPr lang="en" dirty="0" err="1">
                <a:latin typeface="Consolas" panose="020B0609020204030204" pitchFamily="49" charset="0"/>
              </a:rPr>
              <a:t>NextSet</a:t>
            </a:r>
            <a:r>
              <a:rPr lang="en" dirty="0">
                <a:latin typeface="Consolas" panose="020B0609020204030204" pitchFamily="49" charset="0"/>
              </a:rPr>
              <a:t>(int *a, int n, int m)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j;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do  // </a:t>
            </a:r>
            <a:r>
              <a:rPr lang="ru-RU" dirty="0">
                <a:latin typeface="Consolas" panose="020B0609020204030204" pitchFamily="49" charset="0"/>
              </a:rPr>
              <a:t>повторяем пока не будет найдено следующее размещение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  </a:t>
            </a:r>
            <a:r>
              <a:rPr lang="en" dirty="0">
                <a:latin typeface="Consolas" panose="020B0609020204030204" pitchFamily="49" charset="0"/>
              </a:rPr>
              <a:t>j = n - 1;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while (j != -1 &amp;&amp; a[j] &gt;= a[j + 1]) j--;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if (j == -1)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  return false; // </a:t>
            </a:r>
            <a:r>
              <a:rPr lang="ru-RU" dirty="0">
                <a:latin typeface="Consolas" panose="020B0609020204030204" pitchFamily="49" charset="0"/>
              </a:rPr>
              <a:t>больше размещений нет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  </a:t>
            </a:r>
            <a:r>
              <a:rPr lang="en" dirty="0">
                <a:latin typeface="Consolas" panose="020B0609020204030204" pitchFamily="49" charset="0"/>
              </a:rPr>
              <a:t>int k = n - 1;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while (a[j] &gt;= a[k]) k--;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swap(a, j, k);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int l = j + 1, r = n - 1; // </a:t>
            </a:r>
            <a:r>
              <a:rPr lang="ru-RU" dirty="0">
                <a:latin typeface="Consolas" panose="020B0609020204030204" pitchFamily="49" charset="0"/>
              </a:rPr>
              <a:t>сортируем оставшуюся часть последовательности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  </a:t>
            </a:r>
            <a:r>
              <a:rPr lang="en" dirty="0">
                <a:latin typeface="Consolas" panose="020B0609020204030204" pitchFamily="49" charset="0"/>
              </a:rPr>
              <a:t>while (l &lt; r)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  swap(a, l++, r--);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} while (j &gt; m - 1);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true;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void Print(int *a, int n)  // </a:t>
            </a:r>
            <a:r>
              <a:rPr lang="ru-RU" dirty="0">
                <a:latin typeface="Consolas" panose="020B0609020204030204" pitchFamily="49" charset="0"/>
              </a:rPr>
              <a:t>вывод размещения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>
                <a:latin typeface="Consolas" panose="020B0609020204030204" pitchFamily="49" charset="0"/>
              </a:rPr>
              <a:t>static int num = 1; // </a:t>
            </a:r>
            <a:r>
              <a:rPr lang="ru-RU" dirty="0">
                <a:latin typeface="Consolas" panose="020B0609020204030204" pitchFamily="49" charset="0"/>
              </a:rPr>
              <a:t>номер размещения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cout.width</a:t>
            </a:r>
            <a:r>
              <a:rPr lang="en" dirty="0">
                <a:latin typeface="Consolas" panose="020B0609020204030204" pitchFamily="49" charset="0"/>
              </a:rPr>
              <a:t>(3); // </a:t>
            </a:r>
            <a:r>
              <a:rPr lang="ru-RU" dirty="0">
                <a:latin typeface="Consolas" panose="020B0609020204030204" pitchFamily="49" charset="0"/>
              </a:rPr>
              <a:t>ширина поля вывода номера размещения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num++ &lt;&lt; ": 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= 0;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&lt; n;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a[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] &lt;&lt; "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</a:t>
            </a:r>
            <a:r>
              <a:rPr lang="en" dirty="0" err="1">
                <a:latin typeface="Consolas" panose="020B0609020204030204" pitchFamily="49" charset="0"/>
              </a:rPr>
              <a:t>endl</a:t>
            </a:r>
            <a:r>
              <a:rPr lang="en" dirty="0">
                <a:latin typeface="Consolas" panose="020B0609020204030204" pitchFamily="49" charset="0"/>
              </a:rPr>
              <a:t>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C1B2736-4383-764B-8DCC-B031B2E42C7E}"/>
              </a:ext>
            </a:extLst>
          </p:cNvPr>
          <p:cNvSpPr txBox="1">
            <a:spLocks/>
          </p:cNvSpPr>
          <p:nvPr/>
        </p:nvSpPr>
        <p:spPr>
          <a:xfrm>
            <a:off x="6668359" y="2299750"/>
            <a:ext cx="4981073" cy="38267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int main() 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n, m, *a;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cout &lt;&lt; "N =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cin &gt;&gt; n;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cout &lt;&lt; "M =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cin &gt;&gt; m;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a = new int[n];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i = 0; i &lt; n; i++)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a[i] = i + 1;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Print(a, m);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(NextSet(a, n, m))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Print(a, m);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cin.get(); cin.get();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0;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8FBD2B3-3503-67BB-13B0-1A26292B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28" y="35491"/>
            <a:ext cx="9232900" cy="865187"/>
          </a:xfrm>
        </p:spPr>
        <p:txBody>
          <a:bodyPr>
            <a:normAutofit fontScale="90000"/>
          </a:bodyPr>
          <a:lstStyle/>
          <a:p>
            <a:r>
              <a:rPr lang="ru-RU" dirty="0"/>
              <a:t>Генерация размещений без повторений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E377A7AD-69EF-8975-BFD2-1345D791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166413-928C-9453-A570-3E845A28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5861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B620C-65A9-274B-8B73-C7C1353A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AB6FA7-5F74-5D42-9409-0A40255D8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0ED0DB-99FD-DA45-8F67-385FDB6E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340" y="0"/>
            <a:ext cx="4234632" cy="6506614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41A202-87B3-75CD-1C1D-FE553BBE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6F6459-8F6A-FBF8-EA70-8105774B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2841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4D9ABE3-1206-4117-8003-D9CE9A7C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267" dirty="0"/>
              <a:t>Генерация размещений с повторениями в лексикографическом порядке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8184A8-3F52-4C0E-AF38-8D43C9DF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05A172-239E-4EE4-94C7-FD3C1B6F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87</a:t>
            </a:fld>
            <a:endParaRPr lang="ru-RU" dirty="0"/>
          </a:p>
        </p:txBody>
      </p:sp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63AFB6F7-60AB-4F0A-B711-C98E0DFAB59A}"/>
              </a:ext>
            </a:extLst>
          </p:cNvPr>
          <p:cNvSpPr txBox="1">
            <a:spLocks/>
          </p:cNvSpPr>
          <p:nvPr/>
        </p:nvSpPr>
        <p:spPr>
          <a:xfrm>
            <a:off x="596763" y="1786044"/>
            <a:ext cx="8893175" cy="2583400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vert="horz" wrap="square" lIns="121920" tIns="60960" rIns="121920" bIns="60960" rtlCol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FB600"/>
              </a:buClr>
              <a:buFontTx/>
              <a:buNone/>
              <a:defRPr sz="15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FFB600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FFB600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FFB600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FFB600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Пример. </a:t>
            </a:r>
            <a:r>
              <a:rPr lang="en-US" sz="2000" i="1" dirty="0"/>
              <a:t>N</a:t>
            </a:r>
            <a:r>
              <a:rPr lang="en-US" sz="2000" dirty="0"/>
              <a:t>=4, </a:t>
            </a:r>
            <a:r>
              <a:rPr lang="en-US" sz="2000" i="1" dirty="0"/>
              <a:t>k</a:t>
            </a:r>
            <a:r>
              <a:rPr lang="en-US" sz="2000" dirty="0"/>
              <a:t>=3</a:t>
            </a:r>
          </a:p>
          <a:p>
            <a:r>
              <a:rPr lang="ru-RU" sz="2000" dirty="0"/>
              <a:t>111</a:t>
            </a:r>
            <a:r>
              <a:rPr lang="en-US" sz="2000" dirty="0"/>
              <a:t> </a:t>
            </a:r>
            <a:r>
              <a:rPr lang="ru-RU" sz="2000" dirty="0"/>
              <a:t>112  113  114  121  122  123  124  131  132  133  134  141  142  143  </a:t>
            </a:r>
          </a:p>
          <a:p>
            <a:r>
              <a:rPr lang="ru-RU" sz="2000" dirty="0"/>
              <a:t>144</a:t>
            </a:r>
          </a:p>
          <a:p>
            <a:r>
              <a:rPr lang="en-US" sz="2000" dirty="0"/>
              <a:t>???   </a:t>
            </a:r>
          </a:p>
          <a:p>
            <a:r>
              <a:rPr lang="en-US" sz="2000" dirty="0"/>
              <a:t>???</a:t>
            </a:r>
          </a:p>
          <a:p>
            <a:r>
              <a:rPr lang="en-US" sz="2000" dirty="0"/>
              <a:t>???                                                                                                         444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F882E2-D7B7-4445-88B3-45F05A927EC9}"/>
              </a:ext>
            </a:extLst>
          </p:cNvPr>
          <p:cNvSpPr txBox="1"/>
          <p:nvPr/>
        </p:nvSpPr>
        <p:spPr>
          <a:xfrm>
            <a:off x="638393" y="5117042"/>
            <a:ext cx="5945551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>
                <a:latin typeface="Segoe UI" pitchFamily="34" charset="0"/>
              </a:rPr>
              <a:t>Общее </a:t>
            </a:r>
            <a:r>
              <a:rPr lang="ru-RU" i="1" dirty="0">
                <a:latin typeface="Segoe UI" pitchFamily="34" charset="0"/>
              </a:rPr>
              <a:t>количество размещений с повторениями</a:t>
            </a:r>
          </a:p>
          <a:p>
            <a:endParaRPr lang="ru-RU" i="1" dirty="0">
              <a:latin typeface="Segoe UI" pitchFamily="34" charset="0"/>
            </a:endParaRPr>
          </a:p>
          <a:p>
            <a:r>
              <a:rPr lang="ru-RU" dirty="0">
                <a:latin typeface="Segoe UI" pitchFamily="34" charset="0"/>
              </a:rPr>
              <a:t>Здесь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8CA168-C974-439F-BD29-972A6C9695BD}"/>
                  </a:ext>
                </a:extLst>
              </p:cNvPr>
              <p:cNvSpPr txBox="1"/>
              <p:nvPr/>
            </p:nvSpPr>
            <p:spPr>
              <a:xfrm>
                <a:off x="7098813" y="5101332"/>
                <a:ext cx="1584176" cy="3763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bSup>
                        </m:e>
                      </m:acc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8CA168-C974-439F-BD29-972A6C969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813" y="5101332"/>
                <a:ext cx="1584176" cy="3763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CE11E7-A38E-4399-9B1A-F718407B5836}"/>
                  </a:ext>
                </a:extLst>
              </p:cNvPr>
              <p:cNvSpPr txBox="1"/>
              <p:nvPr/>
            </p:nvSpPr>
            <p:spPr>
              <a:xfrm>
                <a:off x="7098813" y="5691088"/>
                <a:ext cx="1584176" cy="371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bSup>
                        </m:e>
                      </m:acc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𝟔𝟒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CE11E7-A38E-4399-9B1A-F718407B5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813" y="5691088"/>
                <a:ext cx="1584176" cy="371961"/>
              </a:xfrm>
              <a:prstGeom prst="rect">
                <a:avLst/>
              </a:prstGeom>
              <a:blipFill>
                <a:blip r:embed="rId3"/>
                <a:stretch>
                  <a:fillRect l="-4247" r="-3861" b="-163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D:\HSE\Ахметсафина\Учебные материалы\Smilies\Animated\bu головой об стенку.gif">
            <a:extLst>
              <a:ext uri="{FF2B5EF4-FFF2-40B4-BE49-F238E27FC236}">
                <a16:creationId xmlns:a16="http://schemas.microsoft.com/office/drawing/2014/main" id="{3FF71A41-6AFB-4006-B28B-593D647C4C5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344137" y="5477589"/>
            <a:ext cx="1691680" cy="862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30918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19D1D-CE72-4A06-936F-D7A66D61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267" dirty="0"/>
              <a:t>Генерация размещений с повторениями в лексикографическом порядке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1E36A3-36C0-42D0-8C85-19AD7D130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77" y="1727766"/>
            <a:ext cx="10946512" cy="4764049"/>
          </a:xfrm>
        </p:spPr>
        <p:txBody>
          <a:bodyPr>
            <a:normAutofit fontScale="92500" lnSpcReduction="10000"/>
          </a:bodyPr>
          <a:lstStyle/>
          <a:p>
            <a:r>
              <a:rPr lang="en-US" sz="2133" dirty="0"/>
              <a:t>A – </a:t>
            </a:r>
            <a:r>
              <a:rPr lang="ru-RU" sz="2133" dirty="0"/>
              <a:t>массив для хранения текущего размещения </a:t>
            </a:r>
            <a:r>
              <a:rPr lang="en-US" sz="2133" dirty="0"/>
              <a:t>[1..k]</a:t>
            </a:r>
            <a:endParaRPr lang="ru-RU" sz="2133" dirty="0"/>
          </a:p>
          <a:p>
            <a:r>
              <a:rPr lang="en-US" sz="2133" dirty="0"/>
              <a:t>s</a:t>
            </a:r>
            <a:r>
              <a:rPr lang="ru-RU" sz="2133" dirty="0"/>
              <a:t> </a:t>
            </a:r>
            <a:r>
              <a:rPr lang="en-US" sz="2133" dirty="0"/>
              <a:t>–</a:t>
            </a:r>
            <a:r>
              <a:rPr lang="ru-RU" sz="2133" dirty="0"/>
              <a:t> номер позиции в размещении</a:t>
            </a:r>
          </a:p>
          <a:p>
            <a:pPr marL="342891" indent="-342891" defTabSz="914377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133" dirty="0">
                <a:cs typeface="Consolas" pitchFamily="49" charset="0"/>
              </a:rPr>
              <a:t>Первая последовательность </a:t>
            </a:r>
            <a:r>
              <a:rPr lang="en-US" sz="2133" dirty="0">
                <a:cs typeface="Consolas" pitchFamily="49" charset="0"/>
              </a:rPr>
              <a:t>   &lt;1 1 … 1&gt;</a:t>
            </a:r>
          </a:p>
          <a:p>
            <a:pPr marL="342891" indent="-342891" defTabSz="914377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sz="2133" dirty="0">
                <a:cs typeface="Consolas" pitchFamily="49" charset="0"/>
              </a:rPr>
              <a:t>Последняя последовательность </a:t>
            </a:r>
            <a:r>
              <a:rPr lang="en-US" sz="2133" dirty="0">
                <a:cs typeface="Consolas" pitchFamily="49" charset="0"/>
              </a:rPr>
              <a:t>&lt;N </a:t>
            </a:r>
            <a:r>
              <a:rPr lang="en-US" sz="2133" dirty="0" err="1">
                <a:cs typeface="Consolas" pitchFamily="49" charset="0"/>
              </a:rPr>
              <a:t>N</a:t>
            </a:r>
            <a:r>
              <a:rPr lang="en-US" sz="2133" dirty="0">
                <a:cs typeface="Consolas" pitchFamily="49" charset="0"/>
              </a:rPr>
              <a:t> … N&gt;</a:t>
            </a:r>
            <a:endParaRPr lang="ru-RU" sz="2133" dirty="0">
              <a:cs typeface="Consolas" pitchFamily="49" charset="0"/>
            </a:endParaRPr>
          </a:p>
          <a:p>
            <a:endParaRPr lang="ru-RU" sz="2133" dirty="0"/>
          </a:p>
          <a:p>
            <a:r>
              <a:rPr lang="ru-RU" sz="2133" dirty="0"/>
              <a:t>Как перейти от А к следующей последовательности?</a:t>
            </a:r>
          </a:p>
          <a:p>
            <a:r>
              <a:rPr lang="ru-RU" sz="2133" dirty="0"/>
              <a:t>У следующей последовательности первые </a:t>
            </a:r>
            <a:r>
              <a:rPr lang="en-US" sz="2133" dirty="0"/>
              <a:t>s</a:t>
            </a:r>
            <a:r>
              <a:rPr lang="ru-RU" sz="2133" dirty="0"/>
              <a:t> элементов должны быть такие же, а (</a:t>
            </a:r>
            <a:r>
              <a:rPr lang="en-US" sz="2133" dirty="0"/>
              <a:t>s+1)</a:t>
            </a:r>
            <a:r>
              <a:rPr lang="ru-RU" sz="2133" dirty="0"/>
              <a:t>-й элемент – больше. Это возможно, если в текущей последовательности </a:t>
            </a:r>
            <a:r>
              <a:rPr lang="en-US" sz="2133" dirty="0"/>
              <a:t>a[s+1]</a:t>
            </a:r>
            <a:r>
              <a:rPr lang="ru-RU" sz="2133" dirty="0"/>
              <a:t> </a:t>
            </a:r>
            <a:r>
              <a:rPr lang="en-US" sz="2133" dirty="0"/>
              <a:t>&lt; N</a:t>
            </a:r>
            <a:r>
              <a:rPr lang="ru-RU" sz="2133" dirty="0"/>
              <a:t>.</a:t>
            </a:r>
          </a:p>
          <a:p>
            <a:r>
              <a:rPr lang="ru-RU" sz="2133" dirty="0"/>
              <a:t>Надо выбрать наибольшее такое </a:t>
            </a:r>
            <a:r>
              <a:rPr lang="en-US" sz="2133" dirty="0"/>
              <a:t>s</a:t>
            </a:r>
            <a:r>
              <a:rPr lang="ru-RU" sz="2133" dirty="0"/>
              <a:t> и</a:t>
            </a:r>
            <a:r>
              <a:rPr lang="en-US" sz="2133" dirty="0"/>
              <a:t> </a:t>
            </a:r>
            <a:r>
              <a:rPr lang="ru-RU" sz="2133" dirty="0"/>
              <a:t>увеличить </a:t>
            </a:r>
            <a:r>
              <a:rPr lang="en-US" sz="2133" dirty="0"/>
              <a:t>a[s+1] </a:t>
            </a:r>
            <a:r>
              <a:rPr lang="ru-RU" sz="2133" dirty="0"/>
              <a:t>на единицу.</a:t>
            </a:r>
            <a:endParaRPr lang="en-US" sz="2133" dirty="0"/>
          </a:p>
          <a:p>
            <a:endParaRPr lang="ru-RU" sz="2133" dirty="0"/>
          </a:p>
          <a:p>
            <a:r>
              <a:rPr lang="ru-RU" sz="2133" dirty="0"/>
              <a:t>Т.е. двигаясь справа налево найти самый правый элемент, меньший </a:t>
            </a:r>
            <a:r>
              <a:rPr lang="en-US" sz="2133" dirty="0"/>
              <a:t>N</a:t>
            </a:r>
            <a:r>
              <a:rPr lang="ru-RU" sz="2133" dirty="0"/>
              <a:t>, увеличить его на 1, а все элементы последовательности, идущие за ним, положить равными единице.</a:t>
            </a:r>
          </a:p>
          <a:p>
            <a:r>
              <a:rPr lang="ru-RU" sz="2133" dirty="0"/>
              <a:t>Примеры: 		144 -</a:t>
            </a:r>
            <a:r>
              <a:rPr lang="en-US" sz="2133" dirty="0"/>
              <a:t>&gt;</a:t>
            </a:r>
            <a:r>
              <a:rPr lang="ru-RU" sz="2133" dirty="0"/>
              <a:t> 211,   134 -</a:t>
            </a:r>
            <a:r>
              <a:rPr lang="en-US" sz="2133" dirty="0"/>
              <a:t>&gt; 141</a:t>
            </a:r>
            <a:endParaRPr lang="ru-RU" dirty="0">
              <a:latin typeface="+mn-lt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4370203-CB8E-4FB1-9C40-FE487C07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1F8FA4-04EB-40A8-9B47-4D1E2BC23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88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9120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9FD62D7-D905-714A-8CB8-D6D9B4B08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8" y="1569131"/>
            <a:ext cx="5976257" cy="4729389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bool </a:t>
            </a:r>
            <a:r>
              <a:rPr lang="en" dirty="0" err="1">
                <a:latin typeface="Consolas" panose="020B0609020204030204" pitchFamily="49" charset="0"/>
              </a:rPr>
              <a:t>NextSet</a:t>
            </a:r>
            <a:r>
              <a:rPr lang="en" dirty="0">
                <a:latin typeface="Consolas" panose="020B0609020204030204" pitchFamily="49" charset="0"/>
              </a:rPr>
              <a:t>(int *a, int n, int m)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j = m - 1;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(j &gt;= 0 &amp;&amp; a[j] == n) j--;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(j &lt; 0) return false;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(a[j] &gt;= n)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j--;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a[j]++;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(j == m - 1) return true;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k = j + 1; k &lt; m; k++)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a[k] =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true;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void Print(int *a, int n) 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static int num =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cout.width</a:t>
            </a:r>
            <a:r>
              <a:rPr lang="en" dirty="0">
                <a:latin typeface="Consolas" panose="020B0609020204030204" pitchFamily="49" charset="0"/>
              </a:rPr>
              <a:t>(3);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num++ &lt;&lt; ": 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= 0;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&lt; n;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a[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] &lt;&lt; "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</a:t>
            </a:r>
            <a:r>
              <a:rPr lang="en" dirty="0" err="1">
                <a:latin typeface="Consolas" panose="020B0609020204030204" pitchFamily="49" charset="0"/>
              </a:rPr>
              <a:t>endl</a:t>
            </a:r>
            <a:r>
              <a:rPr lang="en" dirty="0">
                <a:latin typeface="Consolas" panose="020B0609020204030204" pitchFamily="49" charset="0"/>
              </a:rPr>
              <a:t>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00CBB4E-5367-5042-BBAF-D6B84723FA3A}"/>
              </a:ext>
            </a:extLst>
          </p:cNvPr>
          <p:cNvSpPr txBox="1">
            <a:spLocks/>
          </p:cNvSpPr>
          <p:nvPr/>
        </p:nvSpPr>
        <p:spPr>
          <a:xfrm>
            <a:off x="6955972" y="1836738"/>
            <a:ext cx="4648200" cy="43157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1600" dirty="0">
                <a:latin typeface="Consolas" panose="020B0609020204030204" pitchFamily="49" charset="0"/>
              </a:rPr>
              <a:t>int main() 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{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int n, m, *a;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cout</a:t>
            </a:r>
            <a:r>
              <a:rPr lang="en" sz="1600" dirty="0">
                <a:latin typeface="Consolas" panose="020B0609020204030204" pitchFamily="49" charset="0"/>
              </a:rPr>
              <a:t> &lt;&lt; "N = ";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cin</a:t>
            </a:r>
            <a:r>
              <a:rPr lang="en" sz="1600" dirty="0">
                <a:latin typeface="Consolas" panose="020B0609020204030204" pitchFamily="49" charset="0"/>
              </a:rPr>
              <a:t> &gt;&gt; n;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cout</a:t>
            </a:r>
            <a:r>
              <a:rPr lang="en" sz="1600" dirty="0">
                <a:latin typeface="Consolas" panose="020B0609020204030204" pitchFamily="49" charset="0"/>
              </a:rPr>
              <a:t> &lt;&lt; "M = ";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cin</a:t>
            </a:r>
            <a:r>
              <a:rPr lang="en" sz="1600" dirty="0">
                <a:latin typeface="Consolas" panose="020B0609020204030204" pitchFamily="49" charset="0"/>
              </a:rPr>
              <a:t> &gt;&gt; m;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int h = n &gt; m ? n : m; // </a:t>
            </a:r>
            <a:r>
              <a:rPr lang="ru-RU" sz="1600" dirty="0">
                <a:latin typeface="Consolas" panose="020B0609020204030204" pitchFamily="49" charset="0"/>
              </a:rPr>
              <a:t>размер массива а выбирается как </a:t>
            </a:r>
            <a:r>
              <a:rPr lang="en" sz="1600" dirty="0">
                <a:latin typeface="Consolas" panose="020B0609020204030204" pitchFamily="49" charset="0"/>
              </a:rPr>
              <a:t>max(</a:t>
            </a:r>
            <a:r>
              <a:rPr lang="en" sz="1600" dirty="0" err="1">
                <a:latin typeface="Consolas" panose="020B0609020204030204" pitchFamily="49" charset="0"/>
              </a:rPr>
              <a:t>n,m</a:t>
            </a:r>
            <a:r>
              <a:rPr lang="en" sz="1600" dirty="0">
                <a:latin typeface="Consolas" panose="020B0609020204030204" pitchFamily="49" charset="0"/>
              </a:rPr>
              <a:t>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a = new int[h];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for (int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= 0;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&lt; h;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++)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a[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] = 1;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Print(a, m);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while (</a:t>
            </a:r>
            <a:r>
              <a:rPr lang="en" sz="1600" dirty="0" err="1">
                <a:latin typeface="Consolas" panose="020B0609020204030204" pitchFamily="49" charset="0"/>
              </a:rPr>
              <a:t>NextSet</a:t>
            </a:r>
            <a:r>
              <a:rPr lang="en" sz="1600" dirty="0">
                <a:latin typeface="Consolas" panose="020B0609020204030204" pitchFamily="49" charset="0"/>
              </a:rPr>
              <a:t>(a, n, m))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Print(a, m);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cin.get</a:t>
            </a:r>
            <a:r>
              <a:rPr lang="en" sz="1600" dirty="0">
                <a:latin typeface="Consolas" panose="020B0609020204030204" pitchFamily="49" charset="0"/>
              </a:rPr>
              <a:t>(); </a:t>
            </a:r>
            <a:r>
              <a:rPr lang="en" sz="1600" dirty="0" err="1">
                <a:latin typeface="Consolas" panose="020B0609020204030204" pitchFamily="49" charset="0"/>
              </a:rPr>
              <a:t>cin.get</a:t>
            </a:r>
            <a:r>
              <a:rPr lang="en" sz="1600" dirty="0">
                <a:latin typeface="Consolas" panose="020B0609020204030204" pitchFamily="49" charset="0"/>
              </a:rPr>
              <a:t>();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return 0;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913FB01-0D86-7769-9FE1-1550BB87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267" dirty="0"/>
              <a:t>Генерация размещений с повторениями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C3EF30-7805-45DC-F51B-5327FC52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18B5E6-2EBA-6C63-2697-E1F457672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51612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6D933-6329-E045-B722-B56BB0C0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FD1A07-A599-B84C-A96E-32B0FFEB2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ACDF60-EC5A-6247-97AD-49EB023D0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279400"/>
            <a:ext cx="6769100" cy="6299200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3A487-FBAC-1A44-148A-A0B37C12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30AC84-0972-28C2-6C01-696B67E4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5774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638100" y="1222982"/>
            <a:ext cx="9767777" cy="4574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646191C-CDA1-4F8C-A3BF-D4EC8D40E156}"/>
              </a:ext>
            </a:extLst>
          </p:cNvPr>
          <p:cNvSpPr/>
          <p:nvPr/>
        </p:nvSpPr>
        <p:spPr>
          <a:xfrm>
            <a:off x="7010400" y="4267200"/>
            <a:ext cx="4629108" cy="2276902"/>
          </a:xfrm>
          <a:custGeom>
            <a:avLst/>
            <a:gdLst>
              <a:gd name="connsiteX0" fmla="*/ 0 w 4629108"/>
              <a:gd name="connsiteY0" fmla="*/ 0 h 2276902"/>
              <a:gd name="connsiteX1" fmla="*/ 624930 w 4629108"/>
              <a:gd name="connsiteY1" fmla="*/ 0 h 2276902"/>
              <a:gd name="connsiteX2" fmla="*/ 1157277 w 4629108"/>
              <a:gd name="connsiteY2" fmla="*/ 0 h 2276902"/>
              <a:gd name="connsiteX3" fmla="*/ 1735916 w 4629108"/>
              <a:gd name="connsiteY3" fmla="*/ 0 h 2276902"/>
              <a:gd name="connsiteX4" fmla="*/ 2407136 w 4629108"/>
              <a:gd name="connsiteY4" fmla="*/ 0 h 2276902"/>
              <a:gd name="connsiteX5" fmla="*/ 2939484 w 4629108"/>
              <a:gd name="connsiteY5" fmla="*/ 0 h 2276902"/>
              <a:gd name="connsiteX6" fmla="*/ 3425540 w 4629108"/>
              <a:gd name="connsiteY6" fmla="*/ 0 h 2276902"/>
              <a:gd name="connsiteX7" fmla="*/ 4050470 w 4629108"/>
              <a:gd name="connsiteY7" fmla="*/ 0 h 2276902"/>
              <a:gd name="connsiteX8" fmla="*/ 4629108 w 4629108"/>
              <a:gd name="connsiteY8" fmla="*/ 0 h 2276902"/>
              <a:gd name="connsiteX9" fmla="*/ 4629108 w 4629108"/>
              <a:gd name="connsiteY9" fmla="*/ 500918 h 2276902"/>
              <a:gd name="connsiteX10" fmla="*/ 4629108 w 4629108"/>
              <a:gd name="connsiteY10" fmla="*/ 1001837 h 2276902"/>
              <a:gd name="connsiteX11" fmla="*/ 4629108 w 4629108"/>
              <a:gd name="connsiteY11" fmla="*/ 1525524 h 2276902"/>
              <a:gd name="connsiteX12" fmla="*/ 4629108 w 4629108"/>
              <a:gd name="connsiteY12" fmla="*/ 2276902 h 2276902"/>
              <a:gd name="connsiteX13" fmla="*/ 4143052 w 4629108"/>
              <a:gd name="connsiteY13" fmla="*/ 2276902 h 2276902"/>
              <a:gd name="connsiteX14" fmla="*/ 3703286 w 4629108"/>
              <a:gd name="connsiteY14" fmla="*/ 2276902 h 2276902"/>
              <a:gd name="connsiteX15" fmla="*/ 3032066 w 4629108"/>
              <a:gd name="connsiteY15" fmla="*/ 2276902 h 2276902"/>
              <a:gd name="connsiteX16" fmla="*/ 2407136 w 4629108"/>
              <a:gd name="connsiteY16" fmla="*/ 2276902 h 2276902"/>
              <a:gd name="connsiteX17" fmla="*/ 1967371 w 4629108"/>
              <a:gd name="connsiteY17" fmla="*/ 2276902 h 2276902"/>
              <a:gd name="connsiteX18" fmla="*/ 1435023 w 4629108"/>
              <a:gd name="connsiteY18" fmla="*/ 2276902 h 2276902"/>
              <a:gd name="connsiteX19" fmla="*/ 995258 w 4629108"/>
              <a:gd name="connsiteY19" fmla="*/ 2276902 h 2276902"/>
              <a:gd name="connsiteX20" fmla="*/ 0 w 4629108"/>
              <a:gd name="connsiteY20" fmla="*/ 2276902 h 2276902"/>
              <a:gd name="connsiteX21" fmla="*/ 0 w 4629108"/>
              <a:gd name="connsiteY21" fmla="*/ 1775984 h 2276902"/>
              <a:gd name="connsiteX22" fmla="*/ 0 w 4629108"/>
              <a:gd name="connsiteY22" fmla="*/ 1229527 h 2276902"/>
              <a:gd name="connsiteX23" fmla="*/ 0 w 4629108"/>
              <a:gd name="connsiteY23" fmla="*/ 728609 h 2276902"/>
              <a:gd name="connsiteX24" fmla="*/ 0 w 4629108"/>
              <a:gd name="connsiteY24" fmla="*/ 0 h 2276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629108" h="2276902" fill="none" extrusionOk="0">
                <a:moveTo>
                  <a:pt x="0" y="0"/>
                </a:moveTo>
                <a:cubicBezTo>
                  <a:pt x="159255" y="-52342"/>
                  <a:pt x="331390" y="10640"/>
                  <a:pt x="624930" y="0"/>
                </a:cubicBezTo>
                <a:cubicBezTo>
                  <a:pt x="918470" y="-10640"/>
                  <a:pt x="933720" y="7274"/>
                  <a:pt x="1157277" y="0"/>
                </a:cubicBezTo>
                <a:cubicBezTo>
                  <a:pt x="1380834" y="-7274"/>
                  <a:pt x="1589910" y="57161"/>
                  <a:pt x="1735916" y="0"/>
                </a:cubicBezTo>
                <a:cubicBezTo>
                  <a:pt x="1881922" y="-57161"/>
                  <a:pt x="2078707" y="72665"/>
                  <a:pt x="2407136" y="0"/>
                </a:cubicBezTo>
                <a:cubicBezTo>
                  <a:pt x="2735565" y="-72665"/>
                  <a:pt x="2724223" y="9564"/>
                  <a:pt x="2939484" y="0"/>
                </a:cubicBezTo>
                <a:cubicBezTo>
                  <a:pt x="3154745" y="-9564"/>
                  <a:pt x="3281034" y="20764"/>
                  <a:pt x="3425540" y="0"/>
                </a:cubicBezTo>
                <a:cubicBezTo>
                  <a:pt x="3570046" y="-20764"/>
                  <a:pt x="3801053" y="17029"/>
                  <a:pt x="4050470" y="0"/>
                </a:cubicBezTo>
                <a:cubicBezTo>
                  <a:pt x="4299887" y="-17029"/>
                  <a:pt x="4348181" y="29223"/>
                  <a:pt x="4629108" y="0"/>
                </a:cubicBezTo>
                <a:cubicBezTo>
                  <a:pt x="4662173" y="239374"/>
                  <a:pt x="4603198" y="314993"/>
                  <a:pt x="4629108" y="500918"/>
                </a:cubicBezTo>
                <a:cubicBezTo>
                  <a:pt x="4655018" y="686843"/>
                  <a:pt x="4617989" y="871818"/>
                  <a:pt x="4629108" y="1001837"/>
                </a:cubicBezTo>
                <a:cubicBezTo>
                  <a:pt x="4640227" y="1131856"/>
                  <a:pt x="4578197" y="1364036"/>
                  <a:pt x="4629108" y="1525524"/>
                </a:cubicBezTo>
                <a:cubicBezTo>
                  <a:pt x="4680019" y="1687012"/>
                  <a:pt x="4589968" y="1930877"/>
                  <a:pt x="4629108" y="2276902"/>
                </a:cubicBezTo>
                <a:cubicBezTo>
                  <a:pt x="4388554" y="2331266"/>
                  <a:pt x="4287840" y="2273628"/>
                  <a:pt x="4143052" y="2276902"/>
                </a:cubicBezTo>
                <a:cubicBezTo>
                  <a:pt x="3998264" y="2280176"/>
                  <a:pt x="3851405" y="2268077"/>
                  <a:pt x="3703286" y="2276902"/>
                </a:cubicBezTo>
                <a:cubicBezTo>
                  <a:pt x="3555167" y="2285727"/>
                  <a:pt x="3345150" y="2233189"/>
                  <a:pt x="3032066" y="2276902"/>
                </a:cubicBezTo>
                <a:cubicBezTo>
                  <a:pt x="2718982" y="2320615"/>
                  <a:pt x="2576968" y="2272305"/>
                  <a:pt x="2407136" y="2276902"/>
                </a:cubicBezTo>
                <a:cubicBezTo>
                  <a:pt x="2237304" y="2281499"/>
                  <a:pt x="2176561" y="2231866"/>
                  <a:pt x="1967371" y="2276902"/>
                </a:cubicBezTo>
                <a:cubicBezTo>
                  <a:pt x="1758182" y="2321938"/>
                  <a:pt x="1547424" y="2228207"/>
                  <a:pt x="1435023" y="2276902"/>
                </a:cubicBezTo>
                <a:cubicBezTo>
                  <a:pt x="1322622" y="2325597"/>
                  <a:pt x="1172857" y="2228589"/>
                  <a:pt x="995258" y="2276902"/>
                </a:cubicBezTo>
                <a:cubicBezTo>
                  <a:pt x="817659" y="2325215"/>
                  <a:pt x="258386" y="2172240"/>
                  <a:pt x="0" y="2276902"/>
                </a:cubicBezTo>
                <a:cubicBezTo>
                  <a:pt x="-29498" y="2165770"/>
                  <a:pt x="27698" y="1967883"/>
                  <a:pt x="0" y="1775984"/>
                </a:cubicBezTo>
                <a:cubicBezTo>
                  <a:pt x="-27698" y="1584085"/>
                  <a:pt x="20886" y="1401933"/>
                  <a:pt x="0" y="1229527"/>
                </a:cubicBezTo>
                <a:cubicBezTo>
                  <a:pt x="-20886" y="1057121"/>
                  <a:pt x="9417" y="883475"/>
                  <a:pt x="0" y="728609"/>
                </a:cubicBezTo>
                <a:cubicBezTo>
                  <a:pt x="-9417" y="573743"/>
                  <a:pt x="12224" y="207876"/>
                  <a:pt x="0" y="0"/>
                </a:cubicBezTo>
                <a:close/>
              </a:path>
              <a:path w="4629108" h="2276902" stroke="0" extrusionOk="0">
                <a:moveTo>
                  <a:pt x="0" y="0"/>
                </a:moveTo>
                <a:cubicBezTo>
                  <a:pt x="175320" y="-47075"/>
                  <a:pt x="268122" y="16981"/>
                  <a:pt x="439765" y="0"/>
                </a:cubicBezTo>
                <a:cubicBezTo>
                  <a:pt x="611408" y="-16981"/>
                  <a:pt x="869002" y="565"/>
                  <a:pt x="1110986" y="0"/>
                </a:cubicBezTo>
                <a:cubicBezTo>
                  <a:pt x="1352970" y="-565"/>
                  <a:pt x="1543585" y="19871"/>
                  <a:pt x="1689624" y="0"/>
                </a:cubicBezTo>
                <a:cubicBezTo>
                  <a:pt x="1835663" y="-19871"/>
                  <a:pt x="2051093" y="24321"/>
                  <a:pt x="2360845" y="0"/>
                </a:cubicBezTo>
                <a:cubicBezTo>
                  <a:pt x="2670597" y="-24321"/>
                  <a:pt x="2745504" y="5676"/>
                  <a:pt x="3032066" y="0"/>
                </a:cubicBezTo>
                <a:cubicBezTo>
                  <a:pt x="3318628" y="-5676"/>
                  <a:pt x="3375936" y="76366"/>
                  <a:pt x="3703286" y="0"/>
                </a:cubicBezTo>
                <a:cubicBezTo>
                  <a:pt x="4030636" y="-76366"/>
                  <a:pt x="4338166" y="67234"/>
                  <a:pt x="4629108" y="0"/>
                </a:cubicBezTo>
                <a:cubicBezTo>
                  <a:pt x="4653911" y="113080"/>
                  <a:pt x="4607512" y="346202"/>
                  <a:pt x="4629108" y="546456"/>
                </a:cubicBezTo>
                <a:cubicBezTo>
                  <a:pt x="4650704" y="746710"/>
                  <a:pt x="4574963" y="863523"/>
                  <a:pt x="4629108" y="1070144"/>
                </a:cubicBezTo>
                <a:cubicBezTo>
                  <a:pt x="4683253" y="1276765"/>
                  <a:pt x="4564095" y="1407375"/>
                  <a:pt x="4629108" y="1616600"/>
                </a:cubicBezTo>
                <a:cubicBezTo>
                  <a:pt x="4694121" y="1825825"/>
                  <a:pt x="4598542" y="1968156"/>
                  <a:pt x="4629108" y="2276902"/>
                </a:cubicBezTo>
                <a:cubicBezTo>
                  <a:pt x="4367259" y="2330251"/>
                  <a:pt x="4312382" y="2263959"/>
                  <a:pt x="4050470" y="2276902"/>
                </a:cubicBezTo>
                <a:cubicBezTo>
                  <a:pt x="3788558" y="2289845"/>
                  <a:pt x="3800234" y="2263432"/>
                  <a:pt x="3564413" y="2276902"/>
                </a:cubicBezTo>
                <a:cubicBezTo>
                  <a:pt x="3328592" y="2290372"/>
                  <a:pt x="3254414" y="2260152"/>
                  <a:pt x="3032066" y="2276902"/>
                </a:cubicBezTo>
                <a:cubicBezTo>
                  <a:pt x="2809718" y="2293652"/>
                  <a:pt x="2654311" y="2241134"/>
                  <a:pt x="2499718" y="2276902"/>
                </a:cubicBezTo>
                <a:cubicBezTo>
                  <a:pt x="2345125" y="2312670"/>
                  <a:pt x="2157538" y="2266979"/>
                  <a:pt x="1828498" y="2276902"/>
                </a:cubicBezTo>
                <a:cubicBezTo>
                  <a:pt x="1499458" y="2286825"/>
                  <a:pt x="1446330" y="2215240"/>
                  <a:pt x="1249859" y="2276902"/>
                </a:cubicBezTo>
                <a:cubicBezTo>
                  <a:pt x="1053388" y="2338564"/>
                  <a:pt x="887364" y="2237563"/>
                  <a:pt x="578639" y="2276902"/>
                </a:cubicBezTo>
                <a:cubicBezTo>
                  <a:pt x="269914" y="2316241"/>
                  <a:pt x="131217" y="2226738"/>
                  <a:pt x="0" y="2276902"/>
                </a:cubicBezTo>
                <a:cubicBezTo>
                  <a:pt x="-34966" y="2071399"/>
                  <a:pt x="25897" y="1914487"/>
                  <a:pt x="0" y="1707677"/>
                </a:cubicBezTo>
                <a:cubicBezTo>
                  <a:pt x="-25897" y="1500868"/>
                  <a:pt x="49322" y="1379291"/>
                  <a:pt x="0" y="1183989"/>
                </a:cubicBezTo>
                <a:cubicBezTo>
                  <a:pt x="-49322" y="988687"/>
                  <a:pt x="52636" y="736969"/>
                  <a:pt x="0" y="591995"/>
                </a:cubicBezTo>
                <a:cubicBezTo>
                  <a:pt x="-52636" y="447021"/>
                  <a:pt x="13058" y="286762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26744461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Рассчитать коэффициенты </a:t>
            </a:r>
            <a:r>
              <a:rPr lang="en-US" dirty="0"/>
              <a:t>A(n, k)</a:t>
            </a:r>
            <a:r>
              <a:rPr lang="ru-RU" dirty="0"/>
              <a:t> можно заранее или использовать динамическое программирование.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хранения уже использованных символов можно использовать массив.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0C1DBF4-9002-4D4D-B2EB-48EFA370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928626-52AB-44B9-A8CD-7E3CAB6B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6449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10</a:t>
            </a:r>
          </a:p>
          <a:p>
            <a:r>
              <a:rPr lang="en-US" sz="2400" dirty="0"/>
              <a:t>p = []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5769428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</a:t>
            </a:r>
            <a:endParaRPr lang="ru-RU" sz="1250" b="1" dirty="0"/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9C4DFF0A-E031-4896-844D-B4A222EC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D2465C3-147A-4871-9E4A-87927202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0840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10</a:t>
            </a:r>
          </a:p>
          <a:p>
            <a:r>
              <a:rPr lang="en-US" sz="2400" dirty="0"/>
              <a:t>p = []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3409400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97D4D2DF-6630-4DCF-8AC9-4FA56342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9DB88C0-2FC7-4820-A950-F56C6A01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4966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10</a:t>
            </a:r>
          </a:p>
          <a:p>
            <a:r>
              <a:rPr lang="en-US" sz="2400" dirty="0"/>
              <a:t>p = [1]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34094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BE042D3-9A7C-41C2-ADA6-777A6FD6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F94B815-BE4F-4450-8606-8FD96A74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2030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7</a:t>
            </a:r>
          </a:p>
          <a:p>
            <a:r>
              <a:rPr lang="en-US" sz="2400" dirty="0"/>
              <a:t>p = [1]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34094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    7 &gt;= 3:</a:t>
            </a:r>
          </a:p>
          <a:p>
            <a:r>
              <a:rPr lang="en-US" sz="1250" dirty="0"/>
              <a:t>                              number = 7 – 3 = 4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20C8F16-AE0E-48BD-ADF8-98D9A64C10C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10329121" y="1669870"/>
            <a:ext cx="142802" cy="68570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6520326-75E5-439D-ACBA-AFACB7604166}"/>
              </a:ext>
            </a:extLst>
          </p:cNvPr>
          <p:cNvSpPr/>
          <p:nvPr/>
        </p:nvSpPr>
        <p:spPr>
          <a:xfrm>
            <a:off x="9909135" y="2355576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C476CC5-DF3E-4217-B373-970D0E76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F7D77A1-009F-4B49-90A1-3A83D9DE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9927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4</a:t>
            </a:r>
          </a:p>
          <a:p>
            <a:r>
              <a:rPr lang="en-US" sz="2400" dirty="0"/>
              <a:t>p = [1]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34094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    7 &gt;= 3:</a:t>
            </a:r>
          </a:p>
          <a:p>
            <a:r>
              <a:rPr lang="en-US" sz="1250" dirty="0"/>
              <a:t>                              number = 7 – 3 = 4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4 &gt;= 3:</a:t>
            </a:r>
          </a:p>
          <a:p>
            <a:r>
              <a:rPr lang="en-US" sz="1250" dirty="0"/>
              <a:t>                          number = 4 – 3 = 1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20C8F16-AE0E-48BD-ADF8-98D9A64C10C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10329121" y="1669870"/>
            <a:ext cx="142802" cy="6857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6520326-75E5-439D-ACBA-AFACB7604166}"/>
              </a:ext>
            </a:extLst>
          </p:cNvPr>
          <p:cNvSpPr/>
          <p:nvPr/>
        </p:nvSpPr>
        <p:spPr>
          <a:xfrm>
            <a:off x="9909135" y="235557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DB36E-2C34-40E4-B759-1AEDA06CE174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10768898" y="1617972"/>
            <a:ext cx="123011" cy="24272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3F823D87-37A1-4C1A-B67B-BF9B0AF59647}"/>
              </a:ext>
            </a:extLst>
          </p:cNvPr>
          <p:cNvSpPr/>
          <p:nvPr/>
        </p:nvSpPr>
        <p:spPr>
          <a:xfrm>
            <a:off x="10639784" y="1860698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18F284FD-B1C0-4871-9513-8B5F5826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DBABA9D-2A99-4A5D-99D0-BABB95EF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173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1</a:t>
            </a:r>
          </a:p>
          <a:p>
            <a:r>
              <a:rPr lang="en-US" sz="2400" dirty="0"/>
              <a:t>p = [1]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404168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    7 &gt;= 3:</a:t>
            </a:r>
          </a:p>
          <a:p>
            <a:r>
              <a:rPr lang="en-US" sz="1250" dirty="0"/>
              <a:t>                              number = 7 – 3 = 4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4 &gt;= 3:</a:t>
            </a:r>
          </a:p>
          <a:p>
            <a:r>
              <a:rPr lang="en-US" sz="1250" dirty="0"/>
              <a:t>                          number = 4 – 3 = 1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5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1 &lt; 3:</a:t>
            </a:r>
          </a:p>
          <a:p>
            <a:r>
              <a:rPr lang="en-US" sz="1250" dirty="0"/>
              <a:t>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([1,5], number)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20C8F16-AE0E-48BD-ADF8-98D9A64C10C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10329121" y="1669870"/>
            <a:ext cx="142802" cy="6857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6520326-75E5-439D-ACBA-AFACB7604166}"/>
              </a:ext>
            </a:extLst>
          </p:cNvPr>
          <p:cNvSpPr/>
          <p:nvPr/>
        </p:nvSpPr>
        <p:spPr>
          <a:xfrm>
            <a:off x="9909135" y="235557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DB36E-2C34-40E4-B759-1AEDA06CE174}"/>
              </a:ext>
            </a:extLst>
          </p:cNvPr>
          <p:cNvCxnSpPr>
            <a:cxnSpLocks/>
            <a:stCxn id="17" idx="5"/>
            <a:endCxn id="18" idx="0"/>
          </p:cNvCxnSpPr>
          <p:nvPr/>
        </p:nvCxnSpPr>
        <p:spPr>
          <a:xfrm>
            <a:off x="10768898" y="1617972"/>
            <a:ext cx="145424" cy="34706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3F823D87-37A1-4C1A-B67B-BF9B0AF59647}"/>
              </a:ext>
            </a:extLst>
          </p:cNvPr>
          <p:cNvSpPr/>
          <p:nvPr/>
        </p:nvSpPr>
        <p:spPr>
          <a:xfrm>
            <a:off x="10494336" y="196504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9209E94-E1C0-45BD-896D-69C43E28AAE6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10891909" y="1492680"/>
            <a:ext cx="484458" cy="160108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E9E8C20F-8016-425E-A403-23C1A1F10D95}"/>
              </a:ext>
            </a:extLst>
          </p:cNvPr>
          <p:cNvSpPr/>
          <p:nvPr/>
        </p:nvSpPr>
        <p:spPr>
          <a:xfrm>
            <a:off x="11253356" y="1600890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08EB75B6-6CD5-4FC9-A4EB-75171676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CF44F62-168A-460C-8BB4-41187ADD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7058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1</a:t>
            </a:r>
          </a:p>
          <a:p>
            <a:r>
              <a:rPr lang="en-US" sz="2400" dirty="0"/>
              <a:t>p = [1,5]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4041688" cy="528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    7 &gt;= 3:</a:t>
            </a:r>
          </a:p>
          <a:p>
            <a:r>
              <a:rPr lang="en-US" sz="1250" dirty="0"/>
              <a:t>                              number = 7 – 3 = 4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4 &gt;= 3:</a:t>
            </a:r>
          </a:p>
          <a:p>
            <a:r>
              <a:rPr lang="en-US" sz="1250" dirty="0"/>
              <a:t>                          number = 4 – 3 = 1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5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1 &lt; 3:</a:t>
            </a:r>
          </a:p>
          <a:p>
            <a:r>
              <a:rPr lang="en-US" sz="1250" dirty="0"/>
              <a:t>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([1,5], number):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  <a:br>
              <a:rPr lang="en-US" sz="1250" u="sng" dirty="0">
                <a:solidFill>
                  <a:schemeClr val="accent3"/>
                </a:solidFill>
              </a:rPr>
            </a:br>
            <a:r>
              <a:rPr lang="en-US" sz="1250" dirty="0"/>
              <a:t>                                  t = A(5 – 3, 3 – 3) = A(2, 0) = 1</a:t>
            </a:r>
          </a:p>
          <a:p>
            <a:r>
              <a:rPr lang="en-US" sz="1250" dirty="0"/>
              <a:t>                                  1 &gt;= 1:</a:t>
            </a:r>
          </a:p>
          <a:p>
            <a:r>
              <a:rPr lang="en-US" sz="1250" dirty="0"/>
              <a:t>                                      number = 1 – 1 = 0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20C8F16-AE0E-48BD-ADF8-98D9A64C10C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10329121" y="1669870"/>
            <a:ext cx="142802" cy="6857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6520326-75E5-439D-ACBA-AFACB7604166}"/>
              </a:ext>
            </a:extLst>
          </p:cNvPr>
          <p:cNvSpPr/>
          <p:nvPr/>
        </p:nvSpPr>
        <p:spPr>
          <a:xfrm>
            <a:off x="9909135" y="235557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DB36E-2C34-40E4-B759-1AEDA06CE174}"/>
              </a:ext>
            </a:extLst>
          </p:cNvPr>
          <p:cNvCxnSpPr>
            <a:cxnSpLocks/>
            <a:stCxn id="17" idx="5"/>
            <a:endCxn id="18" idx="0"/>
          </p:cNvCxnSpPr>
          <p:nvPr/>
        </p:nvCxnSpPr>
        <p:spPr>
          <a:xfrm>
            <a:off x="10768898" y="1617972"/>
            <a:ext cx="145424" cy="34706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3F823D87-37A1-4C1A-B67B-BF9B0AF59647}"/>
              </a:ext>
            </a:extLst>
          </p:cNvPr>
          <p:cNvSpPr/>
          <p:nvPr/>
        </p:nvSpPr>
        <p:spPr>
          <a:xfrm>
            <a:off x="10494336" y="196504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9209E94-E1C0-45BD-896D-69C43E28AAE6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10891909" y="1492680"/>
            <a:ext cx="484458" cy="1601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E9E8C20F-8016-425E-A403-23C1A1F10D95}"/>
              </a:ext>
            </a:extLst>
          </p:cNvPr>
          <p:cNvSpPr/>
          <p:nvPr/>
        </p:nvSpPr>
        <p:spPr>
          <a:xfrm>
            <a:off x="11253356" y="1600890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1FBEF27-7E1D-423E-A9AB-445E6AF76570}"/>
              </a:ext>
            </a:extLst>
          </p:cNvPr>
          <p:cNvCxnSpPr>
            <a:cxnSpLocks/>
            <a:stCxn id="21" idx="4"/>
            <a:endCxn id="24" idx="0"/>
          </p:cNvCxnSpPr>
          <p:nvPr/>
        </p:nvCxnSpPr>
        <p:spPr>
          <a:xfrm flipH="1">
            <a:off x="10714152" y="1955271"/>
            <a:ext cx="959190" cy="886303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EF648D52-0D2D-49CE-A9AA-B0A2C3DDF406}"/>
              </a:ext>
            </a:extLst>
          </p:cNvPr>
          <p:cNvSpPr/>
          <p:nvPr/>
        </p:nvSpPr>
        <p:spPr>
          <a:xfrm>
            <a:off x="10294166" y="2841574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6094ECC8-37AB-4894-A7EC-14BEF871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A5F55B0-C05F-4B04-B637-2812978B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1402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0</a:t>
            </a:r>
          </a:p>
          <a:p>
            <a:r>
              <a:rPr lang="en-US" sz="2400" dirty="0"/>
              <a:t>p = [1,5]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478816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    7 &gt;= 3:</a:t>
            </a:r>
          </a:p>
          <a:p>
            <a:r>
              <a:rPr lang="en-US" sz="1250" dirty="0"/>
              <a:t>                              number = 7 – 3 = 4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4 &gt;= 3:</a:t>
            </a:r>
          </a:p>
          <a:p>
            <a:r>
              <a:rPr lang="en-US" sz="1250" dirty="0"/>
              <a:t>                          number = 4 – 3 = 1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5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1 &lt; 3:</a:t>
            </a:r>
          </a:p>
          <a:p>
            <a:r>
              <a:rPr lang="en-US" sz="1250" dirty="0"/>
              <a:t>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([1,5], number):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  <a:br>
              <a:rPr lang="en-US" sz="1250" u="sng" dirty="0">
                <a:solidFill>
                  <a:schemeClr val="accent3"/>
                </a:solidFill>
              </a:rPr>
            </a:br>
            <a:r>
              <a:rPr lang="en-US" sz="1250" dirty="0"/>
              <a:t>                                  t = A(5 – 3, 3 – 3) = A(2, 0) = 1</a:t>
            </a:r>
          </a:p>
          <a:p>
            <a:r>
              <a:rPr lang="en-US" sz="1250" dirty="0"/>
              <a:t>                                  1 &gt;= 1:</a:t>
            </a:r>
          </a:p>
          <a:p>
            <a:r>
              <a:rPr lang="en-US" sz="1250" dirty="0"/>
              <a:t>                                      number = 1 – 1 = 0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            t = 1</a:t>
            </a:r>
          </a:p>
          <a:p>
            <a:r>
              <a:rPr lang="en-US" sz="1250" dirty="0"/>
              <a:t>                                  0 &lt; 1:</a:t>
            </a:r>
          </a:p>
          <a:p>
            <a:r>
              <a:rPr lang="en-US" sz="1250" dirty="0"/>
              <a:t>            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([1,5,3], number)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20C8F16-AE0E-48BD-ADF8-98D9A64C10C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10329121" y="1669870"/>
            <a:ext cx="142802" cy="6857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6520326-75E5-439D-ACBA-AFACB7604166}"/>
              </a:ext>
            </a:extLst>
          </p:cNvPr>
          <p:cNvSpPr/>
          <p:nvPr/>
        </p:nvSpPr>
        <p:spPr>
          <a:xfrm>
            <a:off x="9909135" y="235557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DB36E-2C34-40E4-B759-1AEDA06CE174}"/>
              </a:ext>
            </a:extLst>
          </p:cNvPr>
          <p:cNvCxnSpPr>
            <a:cxnSpLocks/>
            <a:stCxn id="17" idx="5"/>
            <a:endCxn id="18" idx="0"/>
          </p:cNvCxnSpPr>
          <p:nvPr/>
        </p:nvCxnSpPr>
        <p:spPr>
          <a:xfrm>
            <a:off x="10768898" y="1617972"/>
            <a:ext cx="145424" cy="34706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3F823D87-37A1-4C1A-B67B-BF9B0AF59647}"/>
              </a:ext>
            </a:extLst>
          </p:cNvPr>
          <p:cNvSpPr/>
          <p:nvPr/>
        </p:nvSpPr>
        <p:spPr>
          <a:xfrm>
            <a:off x="10494336" y="196504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9209E94-E1C0-45BD-896D-69C43E28AAE6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10891909" y="1492680"/>
            <a:ext cx="484458" cy="1601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E9E8C20F-8016-425E-A403-23C1A1F10D95}"/>
              </a:ext>
            </a:extLst>
          </p:cNvPr>
          <p:cNvSpPr/>
          <p:nvPr/>
        </p:nvSpPr>
        <p:spPr>
          <a:xfrm>
            <a:off x="11253356" y="1600890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1FBEF27-7E1D-423E-A9AB-445E6AF76570}"/>
              </a:ext>
            </a:extLst>
          </p:cNvPr>
          <p:cNvCxnSpPr>
            <a:cxnSpLocks/>
            <a:stCxn id="21" idx="4"/>
            <a:endCxn id="24" idx="0"/>
          </p:cNvCxnSpPr>
          <p:nvPr/>
        </p:nvCxnSpPr>
        <p:spPr>
          <a:xfrm flipH="1">
            <a:off x="10714152" y="1955271"/>
            <a:ext cx="959190" cy="88630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EF648D52-0D2D-49CE-A9AA-B0A2C3DDF406}"/>
              </a:ext>
            </a:extLst>
          </p:cNvPr>
          <p:cNvSpPr/>
          <p:nvPr/>
        </p:nvSpPr>
        <p:spPr>
          <a:xfrm>
            <a:off x="10294166" y="2841574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62666A6-0AA8-4904-9DA3-644AD9484E62}"/>
              </a:ext>
            </a:extLst>
          </p:cNvPr>
          <p:cNvCxnSpPr>
            <a:cxnSpLocks/>
            <a:stCxn id="21" idx="5"/>
            <a:endCxn id="23" idx="0"/>
          </p:cNvCxnSpPr>
          <p:nvPr/>
        </p:nvCxnSpPr>
        <p:spPr>
          <a:xfrm flipH="1">
            <a:off x="11041708" y="1903373"/>
            <a:ext cx="928609" cy="1468088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B631D6B8-CC3C-4929-BCD4-FBEAA3FB0DA1}"/>
              </a:ext>
            </a:extLst>
          </p:cNvPr>
          <p:cNvSpPr/>
          <p:nvPr/>
        </p:nvSpPr>
        <p:spPr>
          <a:xfrm>
            <a:off x="10621722" y="3371461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D3EB9A6-88B6-43BA-9B09-2D113119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D9D9D4-5CCC-485B-94CF-996F6DB7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5841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0</a:t>
            </a:r>
          </a:p>
          <a:p>
            <a:r>
              <a:rPr lang="en-US" sz="2400" dirty="0"/>
              <a:t>p = [1,5,3]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478816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    7 &gt;= 3:</a:t>
            </a:r>
          </a:p>
          <a:p>
            <a:r>
              <a:rPr lang="en-US" sz="1250" dirty="0"/>
              <a:t>                              number = 7 – 3 = 4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4 &gt;= 3:</a:t>
            </a:r>
          </a:p>
          <a:p>
            <a:r>
              <a:rPr lang="en-US" sz="1250" dirty="0"/>
              <a:t>                          number = 4 – 3 = 1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5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1 &lt; 3:</a:t>
            </a:r>
          </a:p>
          <a:p>
            <a:r>
              <a:rPr lang="en-US" sz="1250" dirty="0"/>
              <a:t>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([1,5], number):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  <a:br>
              <a:rPr lang="en-US" sz="1250" u="sng" dirty="0">
                <a:solidFill>
                  <a:schemeClr val="accent3"/>
                </a:solidFill>
              </a:rPr>
            </a:br>
            <a:r>
              <a:rPr lang="en-US" sz="1250" dirty="0"/>
              <a:t>                                  t = A(5 – 3, 3 – 3) = A(2, 0) = 1</a:t>
            </a:r>
          </a:p>
          <a:p>
            <a:r>
              <a:rPr lang="en-US" sz="1250" dirty="0"/>
              <a:t>                                  1 &gt;= 1:</a:t>
            </a:r>
          </a:p>
          <a:p>
            <a:r>
              <a:rPr lang="en-US" sz="1250" dirty="0"/>
              <a:t>                                      number = 1 – 1 = 0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            t = 1</a:t>
            </a:r>
          </a:p>
          <a:p>
            <a:r>
              <a:rPr lang="en-US" sz="1250" dirty="0"/>
              <a:t>                                  0 &lt; 1:</a:t>
            </a:r>
          </a:p>
          <a:p>
            <a:r>
              <a:rPr lang="en-US" sz="1250" dirty="0"/>
              <a:t>            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([1,5,3], number)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20C8F16-AE0E-48BD-ADF8-98D9A64C10C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10329121" y="1669870"/>
            <a:ext cx="142802" cy="6857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6520326-75E5-439D-ACBA-AFACB7604166}"/>
              </a:ext>
            </a:extLst>
          </p:cNvPr>
          <p:cNvSpPr/>
          <p:nvPr/>
        </p:nvSpPr>
        <p:spPr>
          <a:xfrm>
            <a:off x="9909135" y="235557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DB36E-2C34-40E4-B759-1AEDA06CE174}"/>
              </a:ext>
            </a:extLst>
          </p:cNvPr>
          <p:cNvCxnSpPr>
            <a:cxnSpLocks/>
            <a:stCxn id="17" idx="5"/>
            <a:endCxn id="18" idx="0"/>
          </p:cNvCxnSpPr>
          <p:nvPr/>
        </p:nvCxnSpPr>
        <p:spPr>
          <a:xfrm>
            <a:off x="10768898" y="1617972"/>
            <a:ext cx="145424" cy="34706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3F823D87-37A1-4C1A-B67B-BF9B0AF59647}"/>
              </a:ext>
            </a:extLst>
          </p:cNvPr>
          <p:cNvSpPr/>
          <p:nvPr/>
        </p:nvSpPr>
        <p:spPr>
          <a:xfrm>
            <a:off x="10494336" y="196504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9209E94-E1C0-45BD-896D-69C43E28AAE6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10891909" y="1492680"/>
            <a:ext cx="484458" cy="1601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E9E8C20F-8016-425E-A403-23C1A1F10D95}"/>
              </a:ext>
            </a:extLst>
          </p:cNvPr>
          <p:cNvSpPr/>
          <p:nvPr/>
        </p:nvSpPr>
        <p:spPr>
          <a:xfrm>
            <a:off x="11253356" y="1600890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1FBEF27-7E1D-423E-A9AB-445E6AF76570}"/>
              </a:ext>
            </a:extLst>
          </p:cNvPr>
          <p:cNvCxnSpPr>
            <a:cxnSpLocks/>
            <a:stCxn id="21" idx="4"/>
            <a:endCxn id="24" idx="0"/>
          </p:cNvCxnSpPr>
          <p:nvPr/>
        </p:nvCxnSpPr>
        <p:spPr>
          <a:xfrm flipH="1">
            <a:off x="10714152" y="1955271"/>
            <a:ext cx="959190" cy="88630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EF648D52-0D2D-49CE-A9AA-B0A2C3DDF406}"/>
              </a:ext>
            </a:extLst>
          </p:cNvPr>
          <p:cNvSpPr/>
          <p:nvPr/>
        </p:nvSpPr>
        <p:spPr>
          <a:xfrm>
            <a:off x="10294166" y="2841574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62666A6-0AA8-4904-9DA3-644AD9484E62}"/>
              </a:ext>
            </a:extLst>
          </p:cNvPr>
          <p:cNvCxnSpPr>
            <a:cxnSpLocks/>
            <a:stCxn id="21" idx="5"/>
            <a:endCxn id="23" idx="0"/>
          </p:cNvCxnSpPr>
          <p:nvPr/>
        </p:nvCxnSpPr>
        <p:spPr>
          <a:xfrm flipH="1">
            <a:off x="11041708" y="1903373"/>
            <a:ext cx="928609" cy="14680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B631D6B8-CC3C-4929-BCD4-FBEAA3FB0DA1}"/>
              </a:ext>
            </a:extLst>
          </p:cNvPr>
          <p:cNvSpPr/>
          <p:nvPr/>
        </p:nvSpPr>
        <p:spPr>
          <a:xfrm>
            <a:off x="10621722" y="3371461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A100B81-0F89-4162-8CE4-EC81F43D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49C89EE-1FDA-49C0-B1E8-050A253C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61552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E8EA1-8BE6-4A09-A112-29CD488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52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размещения по номеру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6626D00-18A8-4956-9427-A23E8996ACA4}"/>
              </a:ext>
            </a:extLst>
          </p:cNvPr>
          <p:cNvSpPr txBox="1">
            <a:spLocks/>
          </p:cNvSpPr>
          <p:nvPr/>
        </p:nvSpPr>
        <p:spPr>
          <a:xfrm>
            <a:off x="496586" y="3064622"/>
            <a:ext cx="5806243" cy="3042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number_to_arrangement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3C076-C6B9-43A3-8D30-9B22F42F7F93}"/>
              </a:ext>
            </a:extLst>
          </p:cNvPr>
          <p:cNvSpPr txBox="1"/>
          <p:nvPr/>
        </p:nvSpPr>
        <p:spPr>
          <a:xfrm>
            <a:off x="496586" y="913450"/>
            <a:ext cx="4692102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dirty="0"/>
              <a:t>n = 5</a:t>
            </a:r>
          </a:p>
          <a:p>
            <a:r>
              <a:rPr lang="en-US" sz="2400" dirty="0"/>
              <a:t>k = 3</a:t>
            </a:r>
          </a:p>
          <a:p>
            <a:endParaRPr lang="en-US" sz="2400" dirty="0"/>
          </a:p>
          <a:p>
            <a:r>
              <a:rPr lang="en-US" sz="2400" dirty="0"/>
              <a:t>number = 0</a:t>
            </a:r>
          </a:p>
          <a:p>
            <a:r>
              <a:rPr lang="en-US" sz="2400" dirty="0"/>
              <a:t>p = [1,5,3]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5309CF4-882F-4D56-82B7-612A86F03AD7}"/>
              </a:ext>
            </a:extLst>
          </p:cNvPr>
          <p:cNvSpPr/>
          <p:nvPr/>
        </p:nvSpPr>
        <p:spPr>
          <a:xfrm>
            <a:off x="10684635" y="746146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AAC9C-2278-4FBF-8988-7FDECA2DBC82}"/>
              </a:ext>
            </a:extLst>
          </p:cNvPr>
          <p:cNvSpPr txBox="1"/>
          <p:nvPr/>
        </p:nvSpPr>
        <p:spPr>
          <a:xfrm>
            <a:off x="5925986" y="638644"/>
            <a:ext cx="478816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([], number):</a:t>
            </a:r>
          </a:p>
          <a:p>
            <a:r>
              <a:rPr lang="en-US" sz="1250" dirty="0"/>
              <a:t>    </a:t>
            </a:r>
            <a:r>
              <a:rPr lang="en-US" sz="125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250" dirty="0"/>
              <a:t>        t = A(5 – 1, 3 – 1) = A(4, 2) = 12</a:t>
            </a:r>
          </a:p>
          <a:p>
            <a:r>
              <a:rPr lang="en-US" sz="1250" dirty="0"/>
              <a:t>        10 &lt; 12:</a:t>
            </a:r>
          </a:p>
          <a:p>
            <a:r>
              <a:rPr lang="en-US" sz="1250" dirty="0"/>
              <a:t>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250" dirty="0"/>
              <a:t>                     t = A(5 – 2, 3 – 2) = A(3, 1) = 3</a:t>
            </a:r>
          </a:p>
          <a:p>
            <a:r>
              <a:rPr lang="en-US" sz="1250" dirty="0"/>
              <a:t>                         10 &gt;= 3:</a:t>
            </a:r>
          </a:p>
          <a:p>
            <a:r>
              <a:rPr lang="en-US" sz="1250" dirty="0"/>
              <a:t>                             number = 10 – 3 = 7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    7 &gt;= 3:</a:t>
            </a:r>
          </a:p>
          <a:p>
            <a:r>
              <a:rPr lang="en-US" sz="1250" dirty="0"/>
              <a:t>                              number = 7 – 3 = 4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4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4 &gt;= 3:</a:t>
            </a:r>
          </a:p>
          <a:p>
            <a:r>
              <a:rPr lang="en-US" sz="1250" dirty="0"/>
              <a:t>                          number = 4 – 3 = 1</a:t>
            </a:r>
          </a:p>
          <a:p>
            <a:r>
              <a:rPr lang="en-US" sz="1250" dirty="0"/>
              <a:t>                  </a:t>
            </a:r>
            <a:r>
              <a:rPr lang="en-US" sz="1250" u="sng" dirty="0">
                <a:solidFill>
                  <a:schemeClr val="accent3"/>
                </a:solidFill>
              </a:rPr>
              <a:t>c = 5 is not used:</a:t>
            </a:r>
          </a:p>
          <a:p>
            <a:r>
              <a:rPr lang="en-US" sz="1250" dirty="0"/>
              <a:t>                      t = 3</a:t>
            </a:r>
          </a:p>
          <a:p>
            <a:r>
              <a:rPr lang="en-US" sz="1250" dirty="0"/>
              <a:t>                      1 &lt; 3:</a:t>
            </a:r>
          </a:p>
          <a:p>
            <a:r>
              <a:rPr lang="en-US" sz="1250" dirty="0"/>
              <a:t>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([1,5], number):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3"/>
                </a:solidFill>
              </a:rPr>
              <a:t>c = 2 is not used:</a:t>
            </a:r>
            <a:br>
              <a:rPr lang="en-US" sz="1250" u="sng" dirty="0">
                <a:solidFill>
                  <a:schemeClr val="accent3"/>
                </a:solidFill>
              </a:rPr>
            </a:br>
            <a:r>
              <a:rPr lang="en-US" sz="1250" dirty="0"/>
              <a:t>                                  t = A(5 – 3, 3 – 3) = A(2, 0) = 1</a:t>
            </a:r>
          </a:p>
          <a:p>
            <a:r>
              <a:rPr lang="en-US" sz="1250" dirty="0"/>
              <a:t>                                  1 &gt;= 1:</a:t>
            </a:r>
          </a:p>
          <a:p>
            <a:r>
              <a:rPr lang="en-US" sz="1250" dirty="0"/>
              <a:t>                                      number = 1 – 1 = 0</a:t>
            </a:r>
          </a:p>
          <a:p>
            <a:r>
              <a:rPr lang="en-US" sz="1250" dirty="0"/>
              <a:t>                              </a:t>
            </a:r>
            <a:r>
              <a:rPr lang="en-US" sz="125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250" dirty="0"/>
              <a:t>                                  t = 1</a:t>
            </a:r>
          </a:p>
          <a:p>
            <a:r>
              <a:rPr lang="en-US" sz="1250" dirty="0"/>
              <a:t>                                  0 &lt; 1:</a:t>
            </a:r>
          </a:p>
          <a:p>
            <a:r>
              <a:rPr lang="en-US" sz="1250" dirty="0"/>
              <a:t>                                      </a:t>
            </a:r>
            <a:r>
              <a:rPr lang="en-US" sz="1250" i="1" dirty="0" err="1">
                <a:solidFill>
                  <a:schemeClr val="accent1"/>
                </a:solidFill>
              </a:rPr>
              <a:t>number_to_arrangement</a:t>
            </a:r>
            <a:r>
              <a:rPr lang="en-US" sz="1250" i="1" dirty="0">
                <a:solidFill>
                  <a:schemeClr val="accent1"/>
                </a:solidFill>
              </a:rPr>
              <a:t>([1,5,3], number):</a:t>
            </a:r>
          </a:p>
          <a:p>
            <a:r>
              <a:rPr lang="en-US" sz="1250" dirty="0"/>
              <a:t>                                          </a:t>
            </a:r>
            <a:r>
              <a:rPr lang="en-US" sz="1250" b="1" dirty="0"/>
              <a:t>length([1,5,3]) = k = 3</a:t>
            </a:r>
            <a:endParaRPr lang="ru-RU" sz="1250" b="1" dirty="0"/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7CEA64B8-21BE-4ECD-8F72-898722A82373}"/>
              </a:ext>
            </a:extLst>
          </p:cNvPr>
          <p:cNvGraphicFramePr>
            <a:graphicFrameLocks noGrp="1"/>
          </p:cNvGraphicFramePr>
          <p:nvPr/>
        </p:nvGraphicFramePr>
        <p:xfrm>
          <a:off x="546207" y="1973029"/>
          <a:ext cx="546119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38">
                  <a:extLst>
                    <a:ext uri="{9D8B030D-6E8A-4147-A177-3AD203B41FA5}">
                      <a16:colId xmlns:a16="http://schemas.microsoft.com/office/drawing/2014/main" val="3066372285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228334110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3633366517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712147318"/>
                    </a:ext>
                  </a:extLst>
                </a:gridCol>
                <a:gridCol w="1092238">
                  <a:extLst>
                    <a:ext uri="{9D8B030D-6E8A-4147-A177-3AD203B41FA5}">
                      <a16:colId xmlns:a16="http://schemas.microsoft.com/office/drawing/2014/main" val="1085632798"/>
                    </a:ext>
                  </a:extLst>
                </a:gridCol>
              </a:tblGrid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8076"/>
                  </a:ext>
                </a:extLst>
              </a:tr>
              <a:tr h="363181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87060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9F8D09D-4A4C-4598-91BF-84D64959637C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10471923" y="1048629"/>
            <a:ext cx="335723" cy="266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049B2954-E418-4602-8020-558917427BE7}"/>
              </a:ext>
            </a:extLst>
          </p:cNvPr>
          <p:cNvSpPr/>
          <p:nvPr/>
        </p:nvSpPr>
        <p:spPr>
          <a:xfrm>
            <a:off x="10051937" y="1315489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B028E-6715-463B-AD22-109FF6AA1698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9920177" y="1617972"/>
            <a:ext cx="254771" cy="2427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EFAF978A-C99E-4807-88C1-215CAF2CF9FC}"/>
              </a:ext>
            </a:extLst>
          </p:cNvPr>
          <p:cNvSpPr/>
          <p:nvPr/>
        </p:nvSpPr>
        <p:spPr>
          <a:xfrm>
            <a:off x="9500191" y="186069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20C8F16-AE0E-48BD-ADF8-98D9A64C10C6}"/>
              </a:ext>
            </a:extLst>
          </p:cNvPr>
          <p:cNvCxnSpPr>
            <a:cxnSpLocks/>
            <a:stCxn id="17" idx="4"/>
            <a:endCxn id="16" idx="0"/>
          </p:cNvCxnSpPr>
          <p:nvPr/>
        </p:nvCxnSpPr>
        <p:spPr>
          <a:xfrm flipH="1">
            <a:off x="10329121" y="1669870"/>
            <a:ext cx="142802" cy="6857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6520326-75E5-439D-ACBA-AFACB7604166}"/>
              </a:ext>
            </a:extLst>
          </p:cNvPr>
          <p:cNvSpPr/>
          <p:nvPr/>
        </p:nvSpPr>
        <p:spPr>
          <a:xfrm>
            <a:off x="9909135" y="235557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DB36E-2C34-40E4-B759-1AEDA06CE174}"/>
              </a:ext>
            </a:extLst>
          </p:cNvPr>
          <p:cNvCxnSpPr>
            <a:cxnSpLocks/>
            <a:stCxn id="17" idx="5"/>
            <a:endCxn id="18" idx="0"/>
          </p:cNvCxnSpPr>
          <p:nvPr/>
        </p:nvCxnSpPr>
        <p:spPr>
          <a:xfrm>
            <a:off x="10768898" y="1617972"/>
            <a:ext cx="145424" cy="34706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3F823D87-37A1-4C1A-B67B-BF9B0AF59647}"/>
              </a:ext>
            </a:extLst>
          </p:cNvPr>
          <p:cNvSpPr/>
          <p:nvPr/>
        </p:nvSpPr>
        <p:spPr>
          <a:xfrm>
            <a:off x="10494336" y="196504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9209E94-E1C0-45BD-896D-69C43E28AAE6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10891909" y="1492680"/>
            <a:ext cx="484458" cy="1601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Овал 20">
            <a:extLst>
              <a:ext uri="{FF2B5EF4-FFF2-40B4-BE49-F238E27FC236}">
                <a16:creationId xmlns:a16="http://schemas.microsoft.com/office/drawing/2014/main" id="{E9E8C20F-8016-425E-A403-23C1A1F10D95}"/>
              </a:ext>
            </a:extLst>
          </p:cNvPr>
          <p:cNvSpPr/>
          <p:nvPr/>
        </p:nvSpPr>
        <p:spPr>
          <a:xfrm>
            <a:off x="11253356" y="1600890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1FBEF27-7E1D-423E-A9AB-445E6AF76570}"/>
              </a:ext>
            </a:extLst>
          </p:cNvPr>
          <p:cNvCxnSpPr>
            <a:cxnSpLocks/>
            <a:stCxn id="21" idx="4"/>
            <a:endCxn id="24" idx="0"/>
          </p:cNvCxnSpPr>
          <p:nvPr/>
        </p:nvCxnSpPr>
        <p:spPr>
          <a:xfrm flipH="1">
            <a:off x="10714152" y="1955271"/>
            <a:ext cx="959190" cy="88630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EF648D52-0D2D-49CE-A9AA-B0A2C3DDF406}"/>
              </a:ext>
            </a:extLst>
          </p:cNvPr>
          <p:cNvSpPr/>
          <p:nvPr/>
        </p:nvSpPr>
        <p:spPr>
          <a:xfrm>
            <a:off x="10294166" y="2841574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62666A6-0AA8-4904-9DA3-644AD9484E62}"/>
              </a:ext>
            </a:extLst>
          </p:cNvPr>
          <p:cNvCxnSpPr>
            <a:cxnSpLocks/>
            <a:stCxn id="21" idx="5"/>
            <a:endCxn id="23" idx="0"/>
          </p:cNvCxnSpPr>
          <p:nvPr/>
        </p:nvCxnSpPr>
        <p:spPr>
          <a:xfrm flipH="1">
            <a:off x="11041708" y="1903373"/>
            <a:ext cx="928609" cy="14680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B631D6B8-CC3C-4929-BCD4-FBEAA3FB0DA1}"/>
              </a:ext>
            </a:extLst>
          </p:cNvPr>
          <p:cNvSpPr/>
          <p:nvPr/>
        </p:nvSpPr>
        <p:spPr>
          <a:xfrm>
            <a:off x="10621722" y="3371461"/>
            <a:ext cx="839972" cy="35438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1370A54B-0CEE-479E-8774-41B90B11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F15CE1A-6D2D-4099-B2AB-92A59DBF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57043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3764A-916D-4856-AB11-5EDAAE3DD5A2}"/>
              </a:ext>
            </a:extLst>
          </p:cNvPr>
          <p:cNvSpPr txBox="1"/>
          <p:nvPr/>
        </p:nvSpPr>
        <p:spPr>
          <a:xfrm>
            <a:off x="7809875" y="4900383"/>
            <a:ext cx="2960906" cy="3095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A(n – length(p + c), k – length(p + c))</a:t>
            </a:r>
            <a:endParaRPr lang="ru-RU" sz="1400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838200" y="1055275"/>
            <a:ext cx="9767777" cy="4574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AD517F-1489-446E-8C7A-68BCB9356408}"/>
              </a:ext>
            </a:extLst>
          </p:cNvPr>
          <p:cNvSpPr/>
          <p:nvPr/>
        </p:nvSpPr>
        <p:spPr>
          <a:xfrm>
            <a:off x="7081282" y="4518838"/>
            <a:ext cx="4882118" cy="2047062"/>
          </a:xfrm>
          <a:custGeom>
            <a:avLst/>
            <a:gdLst>
              <a:gd name="connsiteX0" fmla="*/ 0 w 4882118"/>
              <a:gd name="connsiteY0" fmla="*/ 0 h 2047062"/>
              <a:gd name="connsiteX1" fmla="*/ 640100 w 4882118"/>
              <a:gd name="connsiteY1" fmla="*/ 0 h 2047062"/>
              <a:gd name="connsiteX2" fmla="*/ 1280200 w 4882118"/>
              <a:gd name="connsiteY2" fmla="*/ 0 h 2047062"/>
              <a:gd name="connsiteX3" fmla="*/ 1773836 w 4882118"/>
              <a:gd name="connsiteY3" fmla="*/ 0 h 2047062"/>
              <a:gd name="connsiteX4" fmla="*/ 2218651 w 4882118"/>
              <a:gd name="connsiteY4" fmla="*/ 0 h 2047062"/>
              <a:gd name="connsiteX5" fmla="*/ 2809930 w 4882118"/>
              <a:gd name="connsiteY5" fmla="*/ 0 h 2047062"/>
              <a:gd name="connsiteX6" fmla="*/ 3303567 w 4882118"/>
              <a:gd name="connsiteY6" fmla="*/ 0 h 2047062"/>
              <a:gd name="connsiteX7" fmla="*/ 3699561 w 4882118"/>
              <a:gd name="connsiteY7" fmla="*/ 0 h 2047062"/>
              <a:gd name="connsiteX8" fmla="*/ 4095555 w 4882118"/>
              <a:gd name="connsiteY8" fmla="*/ 0 h 2047062"/>
              <a:gd name="connsiteX9" fmla="*/ 4882118 w 4882118"/>
              <a:gd name="connsiteY9" fmla="*/ 0 h 2047062"/>
              <a:gd name="connsiteX10" fmla="*/ 4882118 w 4882118"/>
              <a:gd name="connsiteY10" fmla="*/ 532236 h 2047062"/>
              <a:gd name="connsiteX11" fmla="*/ 4882118 w 4882118"/>
              <a:gd name="connsiteY11" fmla="*/ 1003060 h 2047062"/>
              <a:gd name="connsiteX12" fmla="*/ 4882118 w 4882118"/>
              <a:gd name="connsiteY12" fmla="*/ 1514826 h 2047062"/>
              <a:gd name="connsiteX13" fmla="*/ 4882118 w 4882118"/>
              <a:gd name="connsiteY13" fmla="*/ 2047062 h 2047062"/>
              <a:gd name="connsiteX14" fmla="*/ 4242018 w 4882118"/>
              <a:gd name="connsiteY14" fmla="*/ 2047062 h 2047062"/>
              <a:gd name="connsiteX15" fmla="*/ 3846024 w 4882118"/>
              <a:gd name="connsiteY15" fmla="*/ 2047062 h 2047062"/>
              <a:gd name="connsiteX16" fmla="*/ 3352388 w 4882118"/>
              <a:gd name="connsiteY16" fmla="*/ 2047062 h 2047062"/>
              <a:gd name="connsiteX17" fmla="*/ 2956394 w 4882118"/>
              <a:gd name="connsiteY17" fmla="*/ 2047062 h 2047062"/>
              <a:gd name="connsiteX18" fmla="*/ 2462757 w 4882118"/>
              <a:gd name="connsiteY18" fmla="*/ 2047062 h 2047062"/>
              <a:gd name="connsiteX19" fmla="*/ 2066763 w 4882118"/>
              <a:gd name="connsiteY19" fmla="*/ 2047062 h 2047062"/>
              <a:gd name="connsiteX20" fmla="*/ 1573127 w 4882118"/>
              <a:gd name="connsiteY20" fmla="*/ 2047062 h 2047062"/>
              <a:gd name="connsiteX21" fmla="*/ 1177133 w 4882118"/>
              <a:gd name="connsiteY21" fmla="*/ 2047062 h 2047062"/>
              <a:gd name="connsiteX22" fmla="*/ 537033 w 4882118"/>
              <a:gd name="connsiteY22" fmla="*/ 2047062 h 2047062"/>
              <a:gd name="connsiteX23" fmla="*/ 0 w 4882118"/>
              <a:gd name="connsiteY23" fmla="*/ 2047062 h 2047062"/>
              <a:gd name="connsiteX24" fmla="*/ 0 w 4882118"/>
              <a:gd name="connsiteY24" fmla="*/ 1596708 h 2047062"/>
              <a:gd name="connsiteX25" fmla="*/ 0 w 4882118"/>
              <a:gd name="connsiteY25" fmla="*/ 1105413 h 2047062"/>
              <a:gd name="connsiteX26" fmla="*/ 0 w 4882118"/>
              <a:gd name="connsiteY26" fmla="*/ 614119 h 2047062"/>
              <a:gd name="connsiteX27" fmla="*/ 0 w 4882118"/>
              <a:gd name="connsiteY27" fmla="*/ 0 h 2047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882118" h="2047062" fill="none" extrusionOk="0">
                <a:moveTo>
                  <a:pt x="0" y="0"/>
                </a:moveTo>
                <a:cubicBezTo>
                  <a:pt x="211718" y="-28143"/>
                  <a:pt x="398169" y="23253"/>
                  <a:pt x="640100" y="0"/>
                </a:cubicBezTo>
                <a:cubicBezTo>
                  <a:pt x="882031" y="-23253"/>
                  <a:pt x="1114117" y="69041"/>
                  <a:pt x="1280200" y="0"/>
                </a:cubicBezTo>
                <a:cubicBezTo>
                  <a:pt x="1446283" y="-69041"/>
                  <a:pt x="1624238" y="4621"/>
                  <a:pt x="1773836" y="0"/>
                </a:cubicBezTo>
                <a:cubicBezTo>
                  <a:pt x="1923434" y="-4621"/>
                  <a:pt x="2120131" y="5521"/>
                  <a:pt x="2218651" y="0"/>
                </a:cubicBezTo>
                <a:cubicBezTo>
                  <a:pt x="2317171" y="-5521"/>
                  <a:pt x="2626951" y="5605"/>
                  <a:pt x="2809930" y="0"/>
                </a:cubicBezTo>
                <a:cubicBezTo>
                  <a:pt x="2992909" y="-5605"/>
                  <a:pt x="3107900" y="24749"/>
                  <a:pt x="3303567" y="0"/>
                </a:cubicBezTo>
                <a:cubicBezTo>
                  <a:pt x="3499234" y="-24749"/>
                  <a:pt x="3583237" y="34109"/>
                  <a:pt x="3699561" y="0"/>
                </a:cubicBezTo>
                <a:cubicBezTo>
                  <a:pt x="3815885" y="-34109"/>
                  <a:pt x="4000110" y="47030"/>
                  <a:pt x="4095555" y="0"/>
                </a:cubicBezTo>
                <a:cubicBezTo>
                  <a:pt x="4191000" y="-47030"/>
                  <a:pt x="4704624" y="92207"/>
                  <a:pt x="4882118" y="0"/>
                </a:cubicBezTo>
                <a:cubicBezTo>
                  <a:pt x="4943317" y="259827"/>
                  <a:pt x="4850325" y="362745"/>
                  <a:pt x="4882118" y="532236"/>
                </a:cubicBezTo>
                <a:cubicBezTo>
                  <a:pt x="4913911" y="701727"/>
                  <a:pt x="4828260" y="847234"/>
                  <a:pt x="4882118" y="1003060"/>
                </a:cubicBezTo>
                <a:cubicBezTo>
                  <a:pt x="4935976" y="1158886"/>
                  <a:pt x="4878514" y="1313607"/>
                  <a:pt x="4882118" y="1514826"/>
                </a:cubicBezTo>
                <a:cubicBezTo>
                  <a:pt x="4885722" y="1716045"/>
                  <a:pt x="4843423" y="1823025"/>
                  <a:pt x="4882118" y="2047062"/>
                </a:cubicBezTo>
                <a:cubicBezTo>
                  <a:pt x="4734297" y="2067176"/>
                  <a:pt x="4431823" y="2006901"/>
                  <a:pt x="4242018" y="2047062"/>
                </a:cubicBezTo>
                <a:cubicBezTo>
                  <a:pt x="4052213" y="2087223"/>
                  <a:pt x="4003022" y="2020778"/>
                  <a:pt x="3846024" y="2047062"/>
                </a:cubicBezTo>
                <a:cubicBezTo>
                  <a:pt x="3689026" y="2073346"/>
                  <a:pt x="3502177" y="2008584"/>
                  <a:pt x="3352388" y="2047062"/>
                </a:cubicBezTo>
                <a:cubicBezTo>
                  <a:pt x="3202599" y="2085540"/>
                  <a:pt x="3093810" y="2022098"/>
                  <a:pt x="2956394" y="2047062"/>
                </a:cubicBezTo>
                <a:cubicBezTo>
                  <a:pt x="2818978" y="2072026"/>
                  <a:pt x="2701994" y="2041042"/>
                  <a:pt x="2462757" y="2047062"/>
                </a:cubicBezTo>
                <a:cubicBezTo>
                  <a:pt x="2223520" y="2053082"/>
                  <a:pt x="2223338" y="2027829"/>
                  <a:pt x="2066763" y="2047062"/>
                </a:cubicBezTo>
                <a:cubicBezTo>
                  <a:pt x="1910188" y="2066295"/>
                  <a:pt x="1703915" y="2004155"/>
                  <a:pt x="1573127" y="2047062"/>
                </a:cubicBezTo>
                <a:cubicBezTo>
                  <a:pt x="1442339" y="2089969"/>
                  <a:pt x="1342962" y="2027607"/>
                  <a:pt x="1177133" y="2047062"/>
                </a:cubicBezTo>
                <a:cubicBezTo>
                  <a:pt x="1011304" y="2066517"/>
                  <a:pt x="743983" y="2032989"/>
                  <a:pt x="537033" y="2047062"/>
                </a:cubicBezTo>
                <a:cubicBezTo>
                  <a:pt x="330083" y="2061135"/>
                  <a:pt x="235522" y="2003258"/>
                  <a:pt x="0" y="2047062"/>
                </a:cubicBezTo>
                <a:cubicBezTo>
                  <a:pt x="-18689" y="1920441"/>
                  <a:pt x="6616" y="1750318"/>
                  <a:pt x="0" y="1596708"/>
                </a:cubicBezTo>
                <a:cubicBezTo>
                  <a:pt x="-6616" y="1443098"/>
                  <a:pt x="26068" y="1211339"/>
                  <a:pt x="0" y="1105413"/>
                </a:cubicBezTo>
                <a:cubicBezTo>
                  <a:pt x="-26068" y="999488"/>
                  <a:pt x="14712" y="847432"/>
                  <a:pt x="0" y="614119"/>
                </a:cubicBezTo>
                <a:cubicBezTo>
                  <a:pt x="-14712" y="380806"/>
                  <a:pt x="9059" y="188747"/>
                  <a:pt x="0" y="0"/>
                </a:cubicBezTo>
                <a:close/>
              </a:path>
              <a:path w="4882118" h="2047062" stroke="0" extrusionOk="0">
                <a:moveTo>
                  <a:pt x="0" y="0"/>
                </a:moveTo>
                <a:cubicBezTo>
                  <a:pt x="118311" y="-4059"/>
                  <a:pt x="274814" y="46735"/>
                  <a:pt x="395994" y="0"/>
                </a:cubicBezTo>
                <a:cubicBezTo>
                  <a:pt x="517174" y="-46735"/>
                  <a:pt x="856955" y="51208"/>
                  <a:pt x="1036094" y="0"/>
                </a:cubicBezTo>
                <a:cubicBezTo>
                  <a:pt x="1215233" y="-51208"/>
                  <a:pt x="1377487" y="52689"/>
                  <a:pt x="1578551" y="0"/>
                </a:cubicBezTo>
                <a:cubicBezTo>
                  <a:pt x="1779615" y="-52689"/>
                  <a:pt x="1941375" y="18546"/>
                  <a:pt x="2218651" y="0"/>
                </a:cubicBezTo>
                <a:cubicBezTo>
                  <a:pt x="2495927" y="-18546"/>
                  <a:pt x="2627122" y="14033"/>
                  <a:pt x="2858751" y="0"/>
                </a:cubicBezTo>
                <a:cubicBezTo>
                  <a:pt x="3090380" y="-14033"/>
                  <a:pt x="3286066" y="60132"/>
                  <a:pt x="3498851" y="0"/>
                </a:cubicBezTo>
                <a:cubicBezTo>
                  <a:pt x="3711636" y="-60132"/>
                  <a:pt x="3822287" y="34310"/>
                  <a:pt x="4090130" y="0"/>
                </a:cubicBezTo>
                <a:cubicBezTo>
                  <a:pt x="4357973" y="-34310"/>
                  <a:pt x="4594607" y="78023"/>
                  <a:pt x="4882118" y="0"/>
                </a:cubicBezTo>
                <a:cubicBezTo>
                  <a:pt x="4897430" y="206114"/>
                  <a:pt x="4867911" y="304932"/>
                  <a:pt x="4882118" y="491295"/>
                </a:cubicBezTo>
                <a:cubicBezTo>
                  <a:pt x="4896325" y="677658"/>
                  <a:pt x="4857686" y="840052"/>
                  <a:pt x="4882118" y="982590"/>
                </a:cubicBezTo>
                <a:cubicBezTo>
                  <a:pt x="4906550" y="1125129"/>
                  <a:pt x="4865238" y="1296770"/>
                  <a:pt x="4882118" y="1453414"/>
                </a:cubicBezTo>
                <a:cubicBezTo>
                  <a:pt x="4898998" y="1610058"/>
                  <a:pt x="4851868" y="1791255"/>
                  <a:pt x="4882118" y="2047062"/>
                </a:cubicBezTo>
                <a:cubicBezTo>
                  <a:pt x="4694687" y="2047161"/>
                  <a:pt x="4597411" y="2025454"/>
                  <a:pt x="4486124" y="2047062"/>
                </a:cubicBezTo>
                <a:cubicBezTo>
                  <a:pt x="4374837" y="2068670"/>
                  <a:pt x="4229723" y="1993504"/>
                  <a:pt x="3992488" y="2047062"/>
                </a:cubicBezTo>
                <a:cubicBezTo>
                  <a:pt x="3755253" y="2100620"/>
                  <a:pt x="3649325" y="1995195"/>
                  <a:pt x="3498851" y="2047062"/>
                </a:cubicBezTo>
                <a:cubicBezTo>
                  <a:pt x="3348377" y="2098929"/>
                  <a:pt x="3044551" y="2019991"/>
                  <a:pt x="2858751" y="2047062"/>
                </a:cubicBezTo>
                <a:cubicBezTo>
                  <a:pt x="2672951" y="2074133"/>
                  <a:pt x="2552457" y="2024757"/>
                  <a:pt x="2316294" y="2047062"/>
                </a:cubicBezTo>
                <a:cubicBezTo>
                  <a:pt x="2080131" y="2069367"/>
                  <a:pt x="1975021" y="1988077"/>
                  <a:pt x="1676194" y="2047062"/>
                </a:cubicBezTo>
                <a:cubicBezTo>
                  <a:pt x="1377367" y="2106047"/>
                  <a:pt x="1368487" y="1999403"/>
                  <a:pt x="1133736" y="2047062"/>
                </a:cubicBezTo>
                <a:cubicBezTo>
                  <a:pt x="898985" y="2094721"/>
                  <a:pt x="774513" y="2017582"/>
                  <a:pt x="591279" y="2047062"/>
                </a:cubicBezTo>
                <a:cubicBezTo>
                  <a:pt x="408045" y="2076542"/>
                  <a:pt x="188372" y="2035105"/>
                  <a:pt x="0" y="2047062"/>
                </a:cubicBezTo>
                <a:cubicBezTo>
                  <a:pt x="-29565" y="1836558"/>
                  <a:pt x="40748" y="1770395"/>
                  <a:pt x="0" y="1535297"/>
                </a:cubicBezTo>
                <a:cubicBezTo>
                  <a:pt x="-40748" y="1300199"/>
                  <a:pt x="35852" y="1231296"/>
                  <a:pt x="0" y="982590"/>
                </a:cubicBezTo>
                <a:cubicBezTo>
                  <a:pt x="-35852" y="733884"/>
                  <a:pt x="35957" y="602080"/>
                  <a:pt x="0" y="450354"/>
                </a:cubicBezTo>
                <a:cubicBezTo>
                  <a:pt x="-35957" y="298628"/>
                  <a:pt x="4128" y="191578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26744461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Рассчитать коэффициенты</a:t>
            </a:r>
            <a:r>
              <a:rPr lang="en-US" dirty="0"/>
              <a:t> A(</a:t>
            </a:r>
            <a:r>
              <a:rPr lang="en-US" dirty="0" err="1"/>
              <a:t>n,k</a:t>
            </a:r>
            <a:r>
              <a:rPr lang="en-US" dirty="0"/>
              <a:t>)</a:t>
            </a:r>
            <a:r>
              <a:rPr lang="ru-RU" dirty="0"/>
              <a:t> можно заранее или использовать динамическое программирование.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Функция </a:t>
            </a:r>
            <a:r>
              <a:rPr lang="en-US" dirty="0" err="1"/>
              <a:t>is_prefix</a:t>
            </a:r>
            <a:r>
              <a:rPr lang="ru-RU" dirty="0"/>
              <a:t>(</a:t>
            </a:r>
            <a:r>
              <a:rPr lang="en-US" dirty="0"/>
              <a:t>p, o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сверяет совпадение последнего числа префикса и числа </a:t>
            </a:r>
            <a:r>
              <a:rPr lang="ru-RU" dirty="0" err="1"/>
              <a:t>к.о</a:t>
            </a:r>
            <a:r>
              <a:rPr lang="ru-RU" dirty="0"/>
              <a:t>. на той же позиции.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B6DE66-2520-4D63-95D7-232589607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6EDAE2-E958-4068-B7E5-53916972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19336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326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3586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</a:t>
            </a:r>
            <a:endParaRPr lang="ru-RU" sz="1600" b="1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BCEFA4-8A4F-44D7-B1D9-43992135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090C960-F6D2-4D02-8CDD-7B38A9FA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8829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326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43735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31A956-B570-4821-9A7B-244C3A3A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9C0972CF-5185-4EB7-8183-EC2F09C7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86424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326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[1]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471475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FF779D-F9A2-411A-AC76-1FE3251F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9BE08C3-BD40-4DF9-B822-A0C21C9E2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5620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326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3</a:t>
            </a:r>
          </a:p>
          <a:p>
            <a:r>
              <a:rPr lang="en-US" dirty="0"/>
              <a:t>p = [1]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471475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8FC2CC-1EF7-4BB6-94A5-D818E0F6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6A15795-7FC9-4E08-AAD6-3F166DA8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7424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326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6</a:t>
            </a:r>
          </a:p>
          <a:p>
            <a:r>
              <a:rPr lang="en-US" dirty="0"/>
              <a:t>p = [1]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471475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4 is not used:</a:t>
            </a:r>
            <a:br>
              <a:rPr lang="en-US" sz="1600" dirty="0"/>
            </a:br>
            <a:r>
              <a:rPr lang="en-US" sz="1600" dirty="0"/>
              <a:t>                    [1,4] is not prefix:</a:t>
            </a:r>
          </a:p>
          <a:p>
            <a:r>
              <a:rPr lang="en-US" sz="1600" dirty="0"/>
              <a:t>                         number = 6 + 3 = 9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2B9E8D9-085B-4E5D-89BD-499A2A0F8828}"/>
              </a:ext>
            </a:extLst>
          </p:cNvPr>
          <p:cNvCxnSpPr>
            <a:cxnSpLocks/>
            <a:stCxn id="14" idx="5"/>
            <a:endCxn id="19" idx="1"/>
          </p:cNvCxnSpPr>
          <p:nvPr/>
        </p:nvCxnSpPr>
        <p:spPr>
          <a:xfrm>
            <a:off x="3459166" y="1420450"/>
            <a:ext cx="218375" cy="32069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70109DC-B8FD-4EBF-9BCF-90784E8C1CDC}"/>
              </a:ext>
            </a:extLst>
          </p:cNvPr>
          <p:cNvSpPr/>
          <p:nvPr/>
        </p:nvSpPr>
        <p:spPr>
          <a:xfrm>
            <a:off x="3554530" y="1689248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5A72B9-BC42-42FF-9CEB-472D0708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AB5015C-00CA-4B50-B7F4-48005997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17220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326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9</a:t>
            </a:r>
          </a:p>
          <a:p>
            <a:r>
              <a:rPr lang="en-US" dirty="0"/>
              <a:t>p = [1]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5211876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4 is not used:</a:t>
            </a:r>
            <a:br>
              <a:rPr lang="en-US" sz="1600" dirty="0"/>
            </a:br>
            <a:r>
              <a:rPr lang="en-US" sz="1600" dirty="0"/>
              <a:t>                    [1,4] is not prefix:</a:t>
            </a:r>
          </a:p>
          <a:p>
            <a:r>
              <a:rPr lang="en-US" sz="1600" dirty="0"/>
              <a:t>                         number = 6 + 3 = 9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5 is prefix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        [1,5] is prefix:</a:t>
            </a:r>
          </a:p>
          <a:p>
            <a:r>
              <a:rPr lang="en-US" sz="1600" dirty="0"/>
              <a:t>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([1,5], number, o)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2B9E8D9-085B-4E5D-89BD-499A2A0F8828}"/>
              </a:ext>
            </a:extLst>
          </p:cNvPr>
          <p:cNvCxnSpPr>
            <a:cxnSpLocks/>
            <a:stCxn id="14" idx="5"/>
            <a:endCxn id="19" idx="1"/>
          </p:cNvCxnSpPr>
          <p:nvPr/>
        </p:nvCxnSpPr>
        <p:spPr>
          <a:xfrm>
            <a:off x="3459166" y="1420450"/>
            <a:ext cx="218375" cy="32069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70109DC-B8FD-4EBF-9BCF-90784E8C1CDC}"/>
              </a:ext>
            </a:extLst>
          </p:cNvPr>
          <p:cNvSpPr/>
          <p:nvPr/>
        </p:nvSpPr>
        <p:spPr>
          <a:xfrm>
            <a:off x="3554530" y="168924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6BC7EAD-7361-4941-8108-5C999B73D0AC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>
            <a:off x="3582177" y="1295158"/>
            <a:ext cx="419558" cy="36605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CC30A5B0-8314-44B9-B64F-AD39463B9D34}"/>
              </a:ext>
            </a:extLst>
          </p:cNvPr>
          <p:cNvSpPr/>
          <p:nvPr/>
        </p:nvSpPr>
        <p:spPr>
          <a:xfrm>
            <a:off x="4001735" y="1154572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CA4B85-BC30-478A-9F6C-93EFCF6E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31E39EE8-9944-4032-8EBF-7213732F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8545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326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9</a:t>
            </a:r>
          </a:p>
          <a:p>
            <a:r>
              <a:rPr lang="en-US" dirty="0"/>
              <a:t>p = [1,5]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521187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4 is not used:</a:t>
            </a:r>
            <a:br>
              <a:rPr lang="en-US" sz="1600" dirty="0"/>
            </a:br>
            <a:r>
              <a:rPr lang="en-US" sz="1600" dirty="0"/>
              <a:t>                    [1,4] is not prefix:</a:t>
            </a:r>
          </a:p>
          <a:p>
            <a:r>
              <a:rPr lang="en-US" sz="1600" dirty="0"/>
              <a:t>                         number = 6 + 3 = 9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5 is prefix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        [1,5] is prefix:</a:t>
            </a:r>
          </a:p>
          <a:p>
            <a:r>
              <a:rPr lang="en-US" sz="1600" dirty="0"/>
              <a:t>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([1,5], number, o):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             [1,5,2] is not prefix:</a:t>
            </a:r>
          </a:p>
          <a:p>
            <a:r>
              <a:rPr lang="en-US" sz="1600" dirty="0"/>
              <a:t>                                     number = 9 + A(5 – 3, 3 – 3) = 10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2B9E8D9-085B-4E5D-89BD-499A2A0F8828}"/>
              </a:ext>
            </a:extLst>
          </p:cNvPr>
          <p:cNvCxnSpPr>
            <a:cxnSpLocks/>
            <a:stCxn id="14" idx="5"/>
            <a:endCxn id="19" idx="1"/>
          </p:cNvCxnSpPr>
          <p:nvPr/>
        </p:nvCxnSpPr>
        <p:spPr>
          <a:xfrm>
            <a:off x="3459166" y="1420450"/>
            <a:ext cx="218375" cy="32069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70109DC-B8FD-4EBF-9BCF-90784E8C1CDC}"/>
              </a:ext>
            </a:extLst>
          </p:cNvPr>
          <p:cNvSpPr/>
          <p:nvPr/>
        </p:nvSpPr>
        <p:spPr>
          <a:xfrm>
            <a:off x="3554530" y="168924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6BC7EAD-7361-4941-8108-5C999B73D0AC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>
            <a:off x="3582177" y="1295158"/>
            <a:ext cx="419558" cy="36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CC30A5B0-8314-44B9-B64F-AD39463B9D34}"/>
              </a:ext>
            </a:extLst>
          </p:cNvPr>
          <p:cNvSpPr/>
          <p:nvPr/>
        </p:nvSpPr>
        <p:spPr>
          <a:xfrm>
            <a:off x="4001735" y="1154572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30C7439-97CE-4620-9786-A784527E1B9C}"/>
              </a:ext>
            </a:extLst>
          </p:cNvPr>
          <p:cNvCxnSpPr>
            <a:cxnSpLocks/>
            <a:stCxn id="20" idx="7"/>
            <a:endCxn id="22" idx="2"/>
          </p:cNvCxnSpPr>
          <p:nvPr/>
        </p:nvCxnSpPr>
        <p:spPr>
          <a:xfrm flipV="1">
            <a:off x="4718696" y="1136270"/>
            <a:ext cx="277172" cy="7020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AE29C9C0-DF05-4AE4-A99F-177C8CBE6960}"/>
              </a:ext>
            </a:extLst>
          </p:cNvPr>
          <p:cNvSpPr/>
          <p:nvPr/>
        </p:nvSpPr>
        <p:spPr>
          <a:xfrm>
            <a:off x="4995868" y="959079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657810-1F02-40FE-A1A5-F4BB61C8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3BB4890-945C-42A2-8A9A-E531E9E6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69022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4532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10</a:t>
            </a:r>
          </a:p>
          <a:p>
            <a:r>
              <a:rPr lang="en-US" dirty="0"/>
              <a:t>p = [1,5]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6050246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4 is not used:</a:t>
            </a:r>
            <a:br>
              <a:rPr lang="en-US" sz="1600" dirty="0"/>
            </a:br>
            <a:r>
              <a:rPr lang="en-US" sz="1600" dirty="0"/>
              <a:t>                    [1,4] is not prefix:</a:t>
            </a:r>
          </a:p>
          <a:p>
            <a:r>
              <a:rPr lang="en-US" sz="1600" dirty="0"/>
              <a:t>                         number = 6 + 3 = 9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5 is prefix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        [1,5] is prefix:</a:t>
            </a:r>
          </a:p>
          <a:p>
            <a:r>
              <a:rPr lang="en-US" sz="1600" dirty="0"/>
              <a:t>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([1,5], number, o):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             [1,5,2] is not prefix:</a:t>
            </a:r>
          </a:p>
          <a:p>
            <a:r>
              <a:rPr lang="en-US" sz="1600" dirty="0"/>
              <a:t>                                     number = 9 + A(5 – 3, 3 – 3) = 10</a:t>
            </a:r>
          </a:p>
          <a:p>
            <a:r>
              <a:rPr lang="en-US" sz="1600" dirty="0"/>
              <a:t> 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              [1,5,3] is prefix:</a:t>
            </a:r>
          </a:p>
          <a:p>
            <a:r>
              <a:rPr lang="en-US" sz="1600" dirty="0"/>
              <a:t>             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([1,5,3], number, o)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2B9E8D9-085B-4E5D-89BD-499A2A0F8828}"/>
              </a:ext>
            </a:extLst>
          </p:cNvPr>
          <p:cNvCxnSpPr>
            <a:cxnSpLocks/>
            <a:stCxn id="14" idx="5"/>
            <a:endCxn id="19" idx="1"/>
          </p:cNvCxnSpPr>
          <p:nvPr/>
        </p:nvCxnSpPr>
        <p:spPr>
          <a:xfrm>
            <a:off x="3459166" y="1420450"/>
            <a:ext cx="218375" cy="32069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70109DC-B8FD-4EBF-9BCF-90784E8C1CDC}"/>
              </a:ext>
            </a:extLst>
          </p:cNvPr>
          <p:cNvSpPr/>
          <p:nvPr/>
        </p:nvSpPr>
        <p:spPr>
          <a:xfrm>
            <a:off x="3554530" y="168924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6BC7EAD-7361-4941-8108-5C999B73D0AC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>
            <a:off x="3582177" y="1295158"/>
            <a:ext cx="419558" cy="36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CC30A5B0-8314-44B9-B64F-AD39463B9D34}"/>
              </a:ext>
            </a:extLst>
          </p:cNvPr>
          <p:cNvSpPr/>
          <p:nvPr/>
        </p:nvSpPr>
        <p:spPr>
          <a:xfrm>
            <a:off x="4001735" y="1154572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30C7439-97CE-4620-9786-A784527E1B9C}"/>
              </a:ext>
            </a:extLst>
          </p:cNvPr>
          <p:cNvCxnSpPr>
            <a:cxnSpLocks/>
            <a:stCxn id="20" idx="7"/>
            <a:endCxn id="22" idx="2"/>
          </p:cNvCxnSpPr>
          <p:nvPr/>
        </p:nvCxnSpPr>
        <p:spPr>
          <a:xfrm flipV="1">
            <a:off x="4718696" y="1136270"/>
            <a:ext cx="277172" cy="702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AE29C9C0-DF05-4AE4-A99F-177C8CBE6960}"/>
              </a:ext>
            </a:extLst>
          </p:cNvPr>
          <p:cNvSpPr/>
          <p:nvPr/>
        </p:nvSpPr>
        <p:spPr>
          <a:xfrm>
            <a:off x="4995868" y="959079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9DE1E73-210E-42FB-82BF-B8F400C12D50}"/>
              </a:ext>
            </a:extLst>
          </p:cNvPr>
          <p:cNvCxnSpPr>
            <a:cxnSpLocks/>
            <a:stCxn id="20" idx="5"/>
            <a:endCxn id="24" idx="2"/>
          </p:cNvCxnSpPr>
          <p:nvPr/>
        </p:nvCxnSpPr>
        <p:spPr>
          <a:xfrm>
            <a:off x="4718696" y="1457055"/>
            <a:ext cx="244065" cy="164879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36B032B8-9FDD-4A12-B912-631433E84279}"/>
              </a:ext>
            </a:extLst>
          </p:cNvPr>
          <p:cNvSpPr/>
          <p:nvPr/>
        </p:nvSpPr>
        <p:spPr>
          <a:xfrm>
            <a:off x="4962761" y="1444743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3EF861-2B81-4217-917E-CE65ED51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9F9B170-A36F-477B-813D-CEE99A64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035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4532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10</a:t>
            </a:r>
          </a:p>
          <a:p>
            <a:r>
              <a:rPr lang="en-US" dirty="0"/>
              <a:t>p = [1,5]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6050246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4 is not used:</a:t>
            </a:r>
            <a:br>
              <a:rPr lang="en-US" sz="1600" dirty="0"/>
            </a:br>
            <a:r>
              <a:rPr lang="en-US" sz="1600" dirty="0"/>
              <a:t>                    [1,4] is not prefix:</a:t>
            </a:r>
          </a:p>
          <a:p>
            <a:r>
              <a:rPr lang="en-US" sz="1600" dirty="0"/>
              <a:t>                         number = 6 + 3 = 9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5 is prefix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        [1,5] is prefix:</a:t>
            </a:r>
          </a:p>
          <a:p>
            <a:r>
              <a:rPr lang="en-US" sz="1600" dirty="0"/>
              <a:t>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([1,5], number, o):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             [1,5,2] is not prefix:</a:t>
            </a:r>
          </a:p>
          <a:p>
            <a:r>
              <a:rPr lang="en-US" sz="1600" dirty="0"/>
              <a:t>                                     number = 9 + A(5 – 3, 3 – 3) = 10</a:t>
            </a:r>
          </a:p>
          <a:p>
            <a:r>
              <a:rPr lang="en-US" sz="1600" dirty="0"/>
              <a:t> 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              [1,5,3] is prefix:</a:t>
            </a:r>
          </a:p>
          <a:p>
            <a:r>
              <a:rPr lang="en-US" sz="1600" dirty="0"/>
              <a:t>             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([1,5,3], number, o)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2B9E8D9-085B-4E5D-89BD-499A2A0F8828}"/>
              </a:ext>
            </a:extLst>
          </p:cNvPr>
          <p:cNvCxnSpPr>
            <a:cxnSpLocks/>
            <a:stCxn id="14" idx="5"/>
            <a:endCxn id="19" idx="1"/>
          </p:cNvCxnSpPr>
          <p:nvPr/>
        </p:nvCxnSpPr>
        <p:spPr>
          <a:xfrm>
            <a:off x="3459166" y="1420450"/>
            <a:ext cx="218375" cy="32069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70109DC-B8FD-4EBF-9BCF-90784E8C1CDC}"/>
              </a:ext>
            </a:extLst>
          </p:cNvPr>
          <p:cNvSpPr/>
          <p:nvPr/>
        </p:nvSpPr>
        <p:spPr>
          <a:xfrm>
            <a:off x="3554530" y="168924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6BC7EAD-7361-4941-8108-5C999B73D0AC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>
            <a:off x="3582177" y="1295158"/>
            <a:ext cx="419558" cy="36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CC30A5B0-8314-44B9-B64F-AD39463B9D34}"/>
              </a:ext>
            </a:extLst>
          </p:cNvPr>
          <p:cNvSpPr/>
          <p:nvPr/>
        </p:nvSpPr>
        <p:spPr>
          <a:xfrm>
            <a:off x="4001735" y="1154572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30C7439-97CE-4620-9786-A784527E1B9C}"/>
              </a:ext>
            </a:extLst>
          </p:cNvPr>
          <p:cNvCxnSpPr>
            <a:cxnSpLocks/>
            <a:stCxn id="20" idx="7"/>
            <a:endCxn id="22" idx="2"/>
          </p:cNvCxnSpPr>
          <p:nvPr/>
        </p:nvCxnSpPr>
        <p:spPr>
          <a:xfrm flipV="1">
            <a:off x="4718696" y="1136270"/>
            <a:ext cx="277172" cy="702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AE29C9C0-DF05-4AE4-A99F-177C8CBE6960}"/>
              </a:ext>
            </a:extLst>
          </p:cNvPr>
          <p:cNvSpPr/>
          <p:nvPr/>
        </p:nvSpPr>
        <p:spPr>
          <a:xfrm>
            <a:off x="4995868" y="959079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9DE1E73-210E-42FB-82BF-B8F400C12D50}"/>
              </a:ext>
            </a:extLst>
          </p:cNvPr>
          <p:cNvCxnSpPr>
            <a:cxnSpLocks/>
            <a:stCxn id="20" idx="5"/>
            <a:endCxn id="24" idx="2"/>
          </p:cNvCxnSpPr>
          <p:nvPr/>
        </p:nvCxnSpPr>
        <p:spPr>
          <a:xfrm>
            <a:off x="4718696" y="1457055"/>
            <a:ext cx="244065" cy="164879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36B032B8-9FDD-4A12-B912-631433E84279}"/>
              </a:ext>
            </a:extLst>
          </p:cNvPr>
          <p:cNvSpPr/>
          <p:nvPr/>
        </p:nvSpPr>
        <p:spPr>
          <a:xfrm>
            <a:off x="4962761" y="1444743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FC33AB-70CA-48AC-A91F-6BE4EA21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87D0D19A-6CAE-4041-BADB-4791F859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5748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4532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/>
              <a:t>number = 10</a:t>
            </a:r>
          </a:p>
          <a:p>
            <a:r>
              <a:rPr lang="en-US" dirty="0"/>
              <a:t>p = [1,5,3]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6050246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4 is not used:</a:t>
            </a:r>
            <a:br>
              <a:rPr lang="en-US" sz="1600" dirty="0"/>
            </a:br>
            <a:r>
              <a:rPr lang="en-US" sz="1600" dirty="0"/>
              <a:t>                    [1,4] is not prefix:</a:t>
            </a:r>
          </a:p>
          <a:p>
            <a:r>
              <a:rPr lang="en-US" sz="1600" dirty="0"/>
              <a:t>                         number = 6 + 3 = 9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5 is prefix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        [1,5] is prefix:</a:t>
            </a:r>
          </a:p>
          <a:p>
            <a:r>
              <a:rPr lang="en-US" sz="1600" dirty="0"/>
              <a:t>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([1,5], number, o):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             [1,5,2] is not prefix:</a:t>
            </a:r>
          </a:p>
          <a:p>
            <a:r>
              <a:rPr lang="en-US" sz="1600" dirty="0"/>
              <a:t>                                     number = 9 + A(5 – 3, 3 – 3) = 10</a:t>
            </a:r>
          </a:p>
          <a:p>
            <a:r>
              <a:rPr lang="en-US" sz="1600" dirty="0"/>
              <a:t> 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              [1,5,3] is prefix:</a:t>
            </a:r>
          </a:p>
          <a:p>
            <a:r>
              <a:rPr lang="en-US" sz="1600" dirty="0"/>
              <a:t>             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([1,5,3], number, o):</a:t>
            </a:r>
          </a:p>
          <a:p>
            <a:r>
              <a:rPr lang="en-US" sz="1600" dirty="0"/>
              <a:t>                                          </a:t>
            </a:r>
            <a:r>
              <a:rPr lang="en-US" sz="1600" b="1" dirty="0"/>
              <a:t>length([1,5,3]) = k = 3</a:t>
            </a:r>
            <a:endParaRPr lang="ru-RU" sz="1600" b="1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2B9E8D9-085B-4E5D-89BD-499A2A0F8828}"/>
              </a:ext>
            </a:extLst>
          </p:cNvPr>
          <p:cNvCxnSpPr>
            <a:cxnSpLocks/>
            <a:stCxn id="14" idx="5"/>
            <a:endCxn id="19" idx="1"/>
          </p:cNvCxnSpPr>
          <p:nvPr/>
        </p:nvCxnSpPr>
        <p:spPr>
          <a:xfrm>
            <a:off x="3459166" y="1420450"/>
            <a:ext cx="218375" cy="32069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70109DC-B8FD-4EBF-9BCF-90784E8C1CDC}"/>
              </a:ext>
            </a:extLst>
          </p:cNvPr>
          <p:cNvSpPr/>
          <p:nvPr/>
        </p:nvSpPr>
        <p:spPr>
          <a:xfrm>
            <a:off x="3554530" y="168924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6BC7EAD-7361-4941-8108-5C999B73D0AC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>
            <a:off x="3582177" y="1295158"/>
            <a:ext cx="419558" cy="36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CC30A5B0-8314-44B9-B64F-AD39463B9D34}"/>
              </a:ext>
            </a:extLst>
          </p:cNvPr>
          <p:cNvSpPr/>
          <p:nvPr/>
        </p:nvSpPr>
        <p:spPr>
          <a:xfrm>
            <a:off x="4001735" y="1154572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30C7439-97CE-4620-9786-A784527E1B9C}"/>
              </a:ext>
            </a:extLst>
          </p:cNvPr>
          <p:cNvCxnSpPr>
            <a:cxnSpLocks/>
            <a:stCxn id="20" idx="7"/>
            <a:endCxn id="22" idx="2"/>
          </p:cNvCxnSpPr>
          <p:nvPr/>
        </p:nvCxnSpPr>
        <p:spPr>
          <a:xfrm flipV="1">
            <a:off x="4718696" y="1136270"/>
            <a:ext cx="277172" cy="702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AE29C9C0-DF05-4AE4-A99F-177C8CBE6960}"/>
              </a:ext>
            </a:extLst>
          </p:cNvPr>
          <p:cNvSpPr/>
          <p:nvPr/>
        </p:nvSpPr>
        <p:spPr>
          <a:xfrm>
            <a:off x="4995868" y="959079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9DE1E73-210E-42FB-82BF-B8F400C12D50}"/>
              </a:ext>
            </a:extLst>
          </p:cNvPr>
          <p:cNvCxnSpPr>
            <a:cxnSpLocks/>
            <a:stCxn id="20" idx="5"/>
            <a:endCxn id="24" idx="2"/>
          </p:cNvCxnSpPr>
          <p:nvPr/>
        </p:nvCxnSpPr>
        <p:spPr>
          <a:xfrm>
            <a:off x="4718696" y="1457055"/>
            <a:ext cx="244065" cy="1648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36B032B8-9FDD-4A12-B912-631433E84279}"/>
              </a:ext>
            </a:extLst>
          </p:cNvPr>
          <p:cNvSpPr/>
          <p:nvPr/>
        </p:nvSpPr>
        <p:spPr>
          <a:xfrm>
            <a:off x="4962761" y="144474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FF6262-C461-4C86-81FC-F0C4C78C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8F23546-183D-4B4A-B547-5E4DC984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38158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6062-3352-477F-9B3D-25C8733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2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размещения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160F03-4F87-43DE-8DF3-4E509422682B}"/>
              </a:ext>
            </a:extLst>
          </p:cNvPr>
          <p:cNvSpPr txBox="1">
            <a:spLocks/>
          </p:cNvSpPr>
          <p:nvPr/>
        </p:nvSpPr>
        <p:spPr>
          <a:xfrm>
            <a:off x="217967" y="3194298"/>
            <a:ext cx="6388656" cy="3120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A) {</a:t>
            </a:r>
            <a:b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used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arrangement_to_number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76EB-530B-450D-B1C1-2CBF2ED692D9}"/>
              </a:ext>
            </a:extLst>
          </p:cNvPr>
          <p:cNvSpPr txBox="1"/>
          <p:nvPr/>
        </p:nvSpPr>
        <p:spPr>
          <a:xfrm>
            <a:off x="217967" y="786920"/>
            <a:ext cx="14532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o = [1,5,3]</a:t>
            </a:r>
          </a:p>
          <a:p>
            <a:r>
              <a:rPr lang="en-US" dirty="0">
                <a:solidFill>
                  <a:schemeClr val="accent2"/>
                </a:solidFill>
              </a:rPr>
              <a:t>number = 10</a:t>
            </a:r>
          </a:p>
          <a:p>
            <a:r>
              <a:rPr lang="en-US" dirty="0"/>
              <a:t>p = [1,5,3]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53806E7-00B9-412D-96B0-332E309D8D49}"/>
              </a:ext>
            </a:extLst>
          </p:cNvPr>
          <p:cNvGraphicFramePr>
            <a:graphicFrameLocks noGrp="1"/>
          </p:cNvGraphicFramePr>
          <p:nvPr/>
        </p:nvGraphicFramePr>
        <p:xfrm>
          <a:off x="217967" y="2303275"/>
          <a:ext cx="4961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328">
                  <a:extLst>
                    <a:ext uri="{9D8B030D-6E8A-4147-A177-3AD203B41FA5}">
                      <a16:colId xmlns:a16="http://schemas.microsoft.com/office/drawing/2014/main" val="964451526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555516829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886184492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929292291"/>
                    </a:ext>
                  </a:extLst>
                </a:gridCol>
                <a:gridCol w="992328">
                  <a:extLst>
                    <a:ext uri="{9D8B030D-6E8A-4147-A177-3AD203B41FA5}">
                      <a16:colId xmlns:a16="http://schemas.microsoft.com/office/drawing/2014/main" val="261265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used(1)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used(2)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used(3)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used(4)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used(5)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1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385E0-FAB3-4AE3-94B5-9CD351E850FA}"/>
              </a:ext>
            </a:extLst>
          </p:cNvPr>
          <p:cNvSpPr txBox="1"/>
          <p:nvPr/>
        </p:nvSpPr>
        <p:spPr>
          <a:xfrm>
            <a:off x="5923787" y="579358"/>
            <a:ext cx="6050246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sz="1600" dirty="0"/>
              <a:t>    </a:t>
            </a:r>
            <a:r>
              <a:rPr lang="en-US" sz="1600" u="sng" dirty="0">
                <a:solidFill>
                  <a:schemeClr val="accent3"/>
                </a:solidFill>
              </a:rPr>
              <a:t>c = 1 is not used:</a:t>
            </a:r>
          </a:p>
          <a:p>
            <a:r>
              <a:rPr lang="en-US" sz="1600" dirty="0"/>
              <a:t>        [1] is prefix:</a:t>
            </a:r>
          </a:p>
          <a:p>
            <a:r>
              <a:rPr lang="en-US" sz="1600" dirty="0"/>
              <a:t>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[1,2] is not prefix:</a:t>
            </a:r>
          </a:p>
          <a:p>
            <a:r>
              <a:rPr lang="en-US" sz="1600" dirty="0"/>
              <a:t>                        number = A(5 – 2, 3 – 2) = A(3, 1) = 3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[1,3] is not prefix:</a:t>
            </a:r>
          </a:p>
          <a:p>
            <a:r>
              <a:rPr lang="en-US" sz="1600" dirty="0"/>
              <a:t>                         number = 3 + 3 = 6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4 is not used:</a:t>
            </a:r>
            <a:br>
              <a:rPr lang="en-US" sz="1600" dirty="0"/>
            </a:br>
            <a:r>
              <a:rPr lang="en-US" sz="1600" dirty="0"/>
              <a:t>                    [1,4] is not prefix:</a:t>
            </a:r>
          </a:p>
          <a:p>
            <a:r>
              <a:rPr lang="en-US" sz="1600" dirty="0"/>
              <a:t>                         number = 6 + 3 = 9</a:t>
            </a:r>
          </a:p>
          <a:p>
            <a:r>
              <a:rPr lang="en-US" sz="1600" dirty="0"/>
              <a:t>                </a:t>
            </a:r>
            <a:r>
              <a:rPr lang="en-US" sz="1600" u="sng" dirty="0">
                <a:solidFill>
                  <a:schemeClr val="accent3"/>
                </a:solidFill>
              </a:rPr>
              <a:t>c = 5 is prefix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        [1,5] is prefix:</a:t>
            </a:r>
          </a:p>
          <a:p>
            <a:r>
              <a:rPr lang="en-US" sz="1600" dirty="0"/>
              <a:t>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([1,5], number, o):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2"/>
                </a:solidFill>
              </a:rPr>
              <a:t>c = 1 is used</a:t>
            </a:r>
          </a:p>
          <a:p>
            <a:r>
              <a:rPr lang="en-US" sz="1600" dirty="0"/>
              <a:t>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2 is not used:</a:t>
            </a:r>
          </a:p>
          <a:p>
            <a:r>
              <a:rPr lang="en-US" sz="1600" dirty="0"/>
              <a:t>                                 [1,5,2] is not prefix:</a:t>
            </a:r>
          </a:p>
          <a:p>
            <a:r>
              <a:rPr lang="en-US" sz="1600" dirty="0"/>
              <a:t>                                     number = 9 + A(5 – 3, 3 – 3) = 10</a:t>
            </a:r>
          </a:p>
          <a:p>
            <a:r>
              <a:rPr lang="en-US" sz="1600" dirty="0"/>
              <a:t>                              </a:t>
            </a:r>
            <a:r>
              <a:rPr lang="en-US" sz="1600" u="sng" dirty="0">
                <a:solidFill>
                  <a:schemeClr val="accent3"/>
                </a:solidFill>
              </a:rPr>
              <a:t>c = 3 is not used:</a:t>
            </a:r>
          </a:p>
          <a:p>
            <a:r>
              <a:rPr lang="en-US" sz="1600" dirty="0"/>
              <a:t>                                  [1,5,3] is prefix:</a:t>
            </a:r>
          </a:p>
          <a:p>
            <a:r>
              <a:rPr lang="en-US" sz="1600" dirty="0"/>
              <a:t>                                      </a:t>
            </a:r>
            <a:r>
              <a:rPr lang="en-US" sz="1600" i="1" dirty="0" err="1">
                <a:solidFill>
                  <a:schemeClr val="accent1"/>
                </a:solidFill>
              </a:rPr>
              <a:t>arrangement_to_number</a:t>
            </a:r>
            <a:r>
              <a:rPr lang="en-US" sz="1600" i="1" dirty="0">
                <a:solidFill>
                  <a:schemeClr val="accent1"/>
                </a:solidFill>
              </a:rPr>
              <a:t>([1,5,3], number, o):</a:t>
            </a:r>
          </a:p>
          <a:p>
            <a:r>
              <a:rPr lang="en-US" sz="1600" dirty="0"/>
              <a:t>                                          </a:t>
            </a:r>
            <a:r>
              <a:rPr lang="en-US" sz="1600" b="1" dirty="0"/>
              <a:t>length([1,5,3]) = k = 3</a:t>
            </a:r>
            <a:endParaRPr lang="ru-RU" sz="1600" b="1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D7DC5E-466E-4943-8E45-11B7B97AB250}"/>
              </a:ext>
            </a:extLst>
          </p:cNvPr>
          <p:cNvSpPr/>
          <p:nvPr/>
        </p:nvSpPr>
        <p:spPr>
          <a:xfrm>
            <a:off x="1744218" y="74072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04E659D-6947-4AAA-AA5F-26687642BEEF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2461179" y="1043204"/>
            <a:ext cx="404037" cy="1266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56AE332E-869A-4140-98B1-62172CEE4FB9}"/>
              </a:ext>
            </a:extLst>
          </p:cNvPr>
          <p:cNvSpPr/>
          <p:nvPr/>
        </p:nvSpPr>
        <p:spPr>
          <a:xfrm>
            <a:off x="2742205" y="111796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4731E84-4595-45AE-9BFB-802BFE1F1EA8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>
          <a:xfrm flipH="1">
            <a:off x="2575776" y="1420450"/>
            <a:ext cx="289440" cy="1648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892A5CD4-F7E9-4497-9F92-F3AC80968858}"/>
              </a:ext>
            </a:extLst>
          </p:cNvPr>
          <p:cNvSpPr/>
          <p:nvPr/>
        </p:nvSpPr>
        <p:spPr>
          <a:xfrm>
            <a:off x="1858815" y="153343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8479601-6370-4443-80F0-67EBD5CE9D1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056418" y="1472348"/>
            <a:ext cx="105773" cy="25646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C6A71206-82FA-4140-8499-092349491221}"/>
              </a:ext>
            </a:extLst>
          </p:cNvPr>
          <p:cNvSpPr/>
          <p:nvPr/>
        </p:nvSpPr>
        <p:spPr>
          <a:xfrm>
            <a:off x="2636432" y="1728812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2B9E8D9-085B-4E5D-89BD-499A2A0F8828}"/>
              </a:ext>
            </a:extLst>
          </p:cNvPr>
          <p:cNvCxnSpPr>
            <a:cxnSpLocks/>
            <a:stCxn id="14" idx="5"/>
            <a:endCxn id="19" idx="1"/>
          </p:cNvCxnSpPr>
          <p:nvPr/>
        </p:nvCxnSpPr>
        <p:spPr>
          <a:xfrm>
            <a:off x="3459166" y="1420450"/>
            <a:ext cx="218375" cy="32069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70109DC-B8FD-4EBF-9BCF-90784E8C1CDC}"/>
              </a:ext>
            </a:extLst>
          </p:cNvPr>
          <p:cNvSpPr/>
          <p:nvPr/>
        </p:nvSpPr>
        <p:spPr>
          <a:xfrm>
            <a:off x="3554530" y="1689248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6BC7EAD-7361-4941-8108-5C999B73D0AC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>
            <a:off x="3582177" y="1295158"/>
            <a:ext cx="419558" cy="36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CC30A5B0-8314-44B9-B64F-AD39463B9D34}"/>
              </a:ext>
            </a:extLst>
          </p:cNvPr>
          <p:cNvSpPr/>
          <p:nvPr/>
        </p:nvSpPr>
        <p:spPr>
          <a:xfrm>
            <a:off x="4001735" y="1154572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30C7439-97CE-4620-9786-A784527E1B9C}"/>
              </a:ext>
            </a:extLst>
          </p:cNvPr>
          <p:cNvCxnSpPr>
            <a:cxnSpLocks/>
            <a:stCxn id="20" idx="7"/>
            <a:endCxn id="22" idx="2"/>
          </p:cNvCxnSpPr>
          <p:nvPr/>
        </p:nvCxnSpPr>
        <p:spPr>
          <a:xfrm flipV="1">
            <a:off x="4718696" y="1136270"/>
            <a:ext cx="277172" cy="702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AE29C9C0-DF05-4AE4-A99F-177C8CBE6960}"/>
              </a:ext>
            </a:extLst>
          </p:cNvPr>
          <p:cNvSpPr/>
          <p:nvPr/>
        </p:nvSpPr>
        <p:spPr>
          <a:xfrm>
            <a:off x="4995868" y="959079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152</a:t>
            </a:r>
            <a:endParaRPr lang="ru-RU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9DE1E73-210E-42FB-82BF-B8F400C12D50}"/>
              </a:ext>
            </a:extLst>
          </p:cNvPr>
          <p:cNvCxnSpPr>
            <a:cxnSpLocks/>
            <a:stCxn id="20" idx="5"/>
            <a:endCxn id="24" idx="2"/>
          </p:cNvCxnSpPr>
          <p:nvPr/>
        </p:nvCxnSpPr>
        <p:spPr>
          <a:xfrm>
            <a:off x="4718696" y="1457055"/>
            <a:ext cx="244065" cy="1648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36B032B8-9FDD-4A12-B912-631433E84279}"/>
              </a:ext>
            </a:extLst>
          </p:cNvPr>
          <p:cNvSpPr/>
          <p:nvPr/>
        </p:nvSpPr>
        <p:spPr>
          <a:xfrm>
            <a:off x="4962761" y="144474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220065-FFD0-4062-982C-39756413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13EB183-6E8D-4EE6-8D7A-9D0DE3E2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395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200" dirty="0"/>
              <a:t>Алгоритм </a:t>
            </a:r>
            <a:r>
              <a:rPr lang="en-US" sz="3200" dirty="0"/>
              <a:t> </a:t>
            </a:r>
            <a:r>
              <a:rPr lang="ru-RU" sz="3200" dirty="0"/>
              <a:t>порождения сочетаний в лексикографическом порядке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847528" y="1628801"/>
            <a:ext cx="8229600" cy="1421928"/>
          </a:xfrm>
        </p:spPr>
        <p:txBody>
          <a:bodyPr>
            <a:spAutoFit/>
          </a:bodyPr>
          <a:lstStyle/>
          <a:p>
            <a:r>
              <a:rPr lang="ru-RU" sz="2400" dirty="0"/>
              <a:t>Лексикографический порядок:  в каждом сочетании элементы расположены в порядке возрастания слева направо. Например, сочетания из шести элементов (</a:t>
            </a:r>
            <a:r>
              <a:rPr lang="en-US" sz="2400" dirty="0"/>
              <a:t>N)</a:t>
            </a:r>
            <a:r>
              <a:rPr lang="ru-RU" sz="2400" dirty="0"/>
              <a:t> по три</a:t>
            </a:r>
            <a:r>
              <a:rPr lang="en-US" sz="2400" dirty="0"/>
              <a:t> (k)</a:t>
            </a:r>
            <a:r>
              <a:rPr lang="ru-RU" sz="2400" dirty="0"/>
              <a:t> в возрастающем лексикографическом порядке :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152107" y="2932992"/>
            <a:ext cx="3887787" cy="26161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123 	135 	234 	256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124 	136 	235 	345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125 	145 	236 	346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126 	146 	245 	356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134 	156 	246 	456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ru-RU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ru-RU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4943475" y="2996952"/>
            <a:ext cx="0" cy="187166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5880100" y="2996952"/>
            <a:ext cx="0" cy="187166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6816725" y="2996952"/>
            <a:ext cx="0" cy="187166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7751763" y="2996952"/>
            <a:ext cx="0" cy="187166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114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847529" y="5310707"/>
            <a:ext cx="56589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Всего 20 разных сочетаний из 6 по 3 элемента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42F666-D476-ED6F-CC7D-FE46342E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200" dirty="0"/>
              <a:t>Алгоритм </a:t>
            </a:r>
            <a:r>
              <a:rPr lang="en-US" sz="3200" dirty="0"/>
              <a:t> </a:t>
            </a:r>
            <a:r>
              <a:rPr lang="ru-RU" sz="3200" dirty="0"/>
              <a:t>порождения сочетаний в лексикографическом порядке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631505" y="1700808"/>
            <a:ext cx="7849121" cy="2369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Начинаем с сочетания (1, 2, ..., </a:t>
            </a:r>
            <a:r>
              <a:rPr lang="ru-RU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),  (123)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просматриваем текущее сочетание справа налево, определяем место самого правого элемента, который не достиг еще своего максимального значения.  (123)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Этот элемент увеличиваем на единицу, и всем элементам справа от него присваиваем новые </a:t>
            </a:r>
            <a:r>
              <a:rPr lang="ru-RU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наименьшие возможные значения 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(124)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840914" y="2204865"/>
            <a:ext cx="827087" cy="22467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246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256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345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346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356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456</a:t>
            </a:r>
          </a:p>
        </p:txBody>
      </p: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79577" y="4365104"/>
            <a:ext cx="6819487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126   -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   134,     </a:t>
            </a:r>
          </a:p>
          <a:p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почему 4?     т.к. 4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&gt;3</a:t>
            </a:r>
            <a:endParaRPr lang="ru-RU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19536" y="5445224"/>
            <a:ext cx="734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Почему в каждом сочетании элементы также расположены по возрастанию?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048329" y="1268760"/>
            <a:ext cx="827087" cy="52014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123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124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125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126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134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135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136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145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146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156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234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235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236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245</a:t>
            </a:r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115</a:t>
            </a:fld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9E9633-C5CA-5EB8-4A78-23754B50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200" dirty="0"/>
              <a:t>Алгоритм </a:t>
            </a:r>
            <a:r>
              <a:rPr lang="en-US" sz="3200" dirty="0"/>
              <a:t> </a:t>
            </a:r>
            <a:r>
              <a:rPr lang="ru-RU" sz="3200" dirty="0"/>
              <a:t>порождения сочетаний в лексикографическом порядке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15686" y="1690688"/>
            <a:ext cx="5355771" cy="4826962"/>
          </a:xfr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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1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k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c[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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i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j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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1</a:t>
            </a:r>
            <a:endParaRPr lang="ru-RU" sz="20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j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!=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0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do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   { 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вывести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c[1], c[2], … ,c[k])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   j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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k 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c[j]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&gt;=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n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–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k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+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j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do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       j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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(j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-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1)</a:t>
            </a:r>
            <a:endParaRPr lang="ru-RU" sz="20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c[j]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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c[j]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+1 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k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c[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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c[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i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–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1]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+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1</a:t>
            </a:r>
          </a:p>
          <a:p>
            <a:pPr marL="0" indent="0"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 pitchFamily="18" charset="2"/>
              </a:rPr>
              <a:t>   }</a:t>
            </a:r>
            <a:endParaRPr lang="ru-RU" sz="2000" dirty="0">
              <a:latin typeface="Segoe UI" panose="020B0502040204020203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116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464BC9F-236B-E932-B6D2-B580B5A188B2}"/>
              </a:ext>
            </a:extLst>
          </p:cNvPr>
          <p:cNvSpPr/>
          <p:nvPr/>
        </p:nvSpPr>
        <p:spPr>
          <a:xfrm>
            <a:off x="5246914" y="1151110"/>
            <a:ext cx="6106886" cy="4826962"/>
          </a:xfrm>
          <a:custGeom>
            <a:avLst/>
            <a:gdLst>
              <a:gd name="connsiteX0" fmla="*/ 0 w 6106886"/>
              <a:gd name="connsiteY0" fmla="*/ 0 h 4826962"/>
              <a:gd name="connsiteX1" fmla="*/ 677309 w 6106886"/>
              <a:gd name="connsiteY1" fmla="*/ 0 h 4826962"/>
              <a:gd name="connsiteX2" fmla="*/ 1232481 w 6106886"/>
              <a:gd name="connsiteY2" fmla="*/ 0 h 4826962"/>
              <a:gd name="connsiteX3" fmla="*/ 1909790 w 6106886"/>
              <a:gd name="connsiteY3" fmla="*/ 0 h 4826962"/>
              <a:gd name="connsiteX4" fmla="*/ 2342824 w 6106886"/>
              <a:gd name="connsiteY4" fmla="*/ 0 h 4826962"/>
              <a:gd name="connsiteX5" fmla="*/ 2836926 w 6106886"/>
              <a:gd name="connsiteY5" fmla="*/ 0 h 4826962"/>
              <a:gd name="connsiteX6" fmla="*/ 3453166 w 6106886"/>
              <a:gd name="connsiteY6" fmla="*/ 0 h 4826962"/>
              <a:gd name="connsiteX7" fmla="*/ 4130476 w 6106886"/>
              <a:gd name="connsiteY7" fmla="*/ 0 h 4826962"/>
              <a:gd name="connsiteX8" fmla="*/ 4624578 w 6106886"/>
              <a:gd name="connsiteY8" fmla="*/ 0 h 4826962"/>
              <a:gd name="connsiteX9" fmla="*/ 4996543 w 6106886"/>
              <a:gd name="connsiteY9" fmla="*/ 0 h 4826962"/>
              <a:gd name="connsiteX10" fmla="*/ 5551715 w 6106886"/>
              <a:gd name="connsiteY10" fmla="*/ 0 h 4826962"/>
              <a:gd name="connsiteX11" fmla="*/ 6106886 w 6106886"/>
              <a:gd name="connsiteY11" fmla="*/ 0 h 4826962"/>
              <a:gd name="connsiteX12" fmla="*/ 6106886 w 6106886"/>
              <a:gd name="connsiteY12" fmla="*/ 488059 h 4826962"/>
              <a:gd name="connsiteX13" fmla="*/ 6106886 w 6106886"/>
              <a:gd name="connsiteY13" fmla="*/ 879580 h 4826962"/>
              <a:gd name="connsiteX14" fmla="*/ 6106886 w 6106886"/>
              <a:gd name="connsiteY14" fmla="*/ 1271100 h 4826962"/>
              <a:gd name="connsiteX15" fmla="*/ 6106886 w 6106886"/>
              <a:gd name="connsiteY15" fmla="*/ 1759159 h 4826962"/>
              <a:gd name="connsiteX16" fmla="*/ 6106886 w 6106886"/>
              <a:gd name="connsiteY16" fmla="*/ 2295489 h 4826962"/>
              <a:gd name="connsiteX17" fmla="*/ 6106886 w 6106886"/>
              <a:gd name="connsiteY17" fmla="*/ 2687009 h 4826962"/>
              <a:gd name="connsiteX18" fmla="*/ 6106886 w 6106886"/>
              <a:gd name="connsiteY18" fmla="*/ 3271608 h 4826962"/>
              <a:gd name="connsiteX19" fmla="*/ 6106886 w 6106886"/>
              <a:gd name="connsiteY19" fmla="*/ 3807937 h 4826962"/>
              <a:gd name="connsiteX20" fmla="*/ 6106886 w 6106886"/>
              <a:gd name="connsiteY20" fmla="*/ 4295996 h 4826962"/>
              <a:gd name="connsiteX21" fmla="*/ 6106886 w 6106886"/>
              <a:gd name="connsiteY21" fmla="*/ 4826962 h 4826962"/>
              <a:gd name="connsiteX22" fmla="*/ 5490646 w 6106886"/>
              <a:gd name="connsiteY22" fmla="*/ 4826962 h 4826962"/>
              <a:gd name="connsiteX23" fmla="*/ 4996543 w 6106886"/>
              <a:gd name="connsiteY23" fmla="*/ 4826962 h 4826962"/>
              <a:gd name="connsiteX24" fmla="*/ 4563509 w 6106886"/>
              <a:gd name="connsiteY24" fmla="*/ 4826962 h 4826962"/>
              <a:gd name="connsiteX25" fmla="*/ 4008338 w 6106886"/>
              <a:gd name="connsiteY25" fmla="*/ 4826962 h 4826962"/>
              <a:gd name="connsiteX26" fmla="*/ 3575304 w 6106886"/>
              <a:gd name="connsiteY26" fmla="*/ 4826962 h 4826962"/>
              <a:gd name="connsiteX27" fmla="*/ 3020133 w 6106886"/>
              <a:gd name="connsiteY27" fmla="*/ 4826962 h 4826962"/>
              <a:gd name="connsiteX28" fmla="*/ 2403892 w 6106886"/>
              <a:gd name="connsiteY28" fmla="*/ 4826962 h 4826962"/>
              <a:gd name="connsiteX29" fmla="*/ 1909790 w 6106886"/>
              <a:gd name="connsiteY29" fmla="*/ 4826962 h 4826962"/>
              <a:gd name="connsiteX30" fmla="*/ 1415687 w 6106886"/>
              <a:gd name="connsiteY30" fmla="*/ 4826962 h 4826962"/>
              <a:gd name="connsiteX31" fmla="*/ 860516 w 6106886"/>
              <a:gd name="connsiteY31" fmla="*/ 4826962 h 4826962"/>
              <a:gd name="connsiteX32" fmla="*/ 0 w 6106886"/>
              <a:gd name="connsiteY32" fmla="*/ 4826962 h 4826962"/>
              <a:gd name="connsiteX33" fmla="*/ 0 w 6106886"/>
              <a:gd name="connsiteY33" fmla="*/ 4387172 h 4826962"/>
              <a:gd name="connsiteX34" fmla="*/ 0 w 6106886"/>
              <a:gd name="connsiteY34" fmla="*/ 3995652 h 4826962"/>
              <a:gd name="connsiteX35" fmla="*/ 0 w 6106886"/>
              <a:gd name="connsiteY35" fmla="*/ 3555862 h 4826962"/>
              <a:gd name="connsiteX36" fmla="*/ 0 w 6106886"/>
              <a:gd name="connsiteY36" fmla="*/ 3067803 h 4826962"/>
              <a:gd name="connsiteX37" fmla="*/ 0 w 6106886"/>
              <a:gd name="connsiteY37" fmla="*/ 2676282 h 4826962"/>
              <a:gd name="connsiteX38" fmla="*/ 0 w 6106886"/>
              <a:gd name="connsiteY38" fmla="*/ 2139953 h 4826962"/>
              <a:gd name="connsiteX39" fmla="*/ 0 w 6106886"/>
              <a:gd name="connsiteY39" fmla="*/ 1748433 h 4826962"/>
              <a:gd name="connsiteX40" fmla="*/ 0 w 6106886"/>
              <a:gd name="connsiteY40" fmla="*/ 1308643 h 4826962"/>
              <a:gd name="connsiteX41" fmla="*/ 0 w 6106886"/>
              <a:gd name="connsiteY41" fmla="*/ 917123 h 4826962"/>
              <a:gd name="connsiteX42" fmla="*/ 0 w 6106886"/>
              <a:gd name="connsiteY42" fmla="*/ 0 h 482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106886" h="4826962" fill="none" extrusionOk="0">
                <a:moveTo>
                  <a:pt x="0" y="0"/>
                </a:moveTo>
                <a:cubicBezTo>
                  <a:pt x="286830" y="-55460"/>
                  <a:pt x="447145" y="28027"/>
                  <a:pt x="677309" y="0"/>
                </a:cubicBezTo>
                <a:cubicBezTo>
                  <a:pt x="907473" y="-28027"/>
                  <a:pt x="995125" y="35448"/>
                  <a:pt x="1232481" y="0"/>
                </a:cubicBezTo>
                <a:cubicBezTo>
                  <a:pt x="1469837" y="-35448"/>
                  <a:pt x="1662059" y="78628"/>
                  <a:pt x="1909790" y="0"/>
                </a:cubicBezTo>
                <a:cubicBezTo>
                  <a:pt x="2157521" y="-78628"/>
                  <a:pt x="2216771" y="48846"/>
                  <a:pt x="2342824" y="0"/>
                </a:cubicBezTo>
                <a:cubicBezTo>
                  <a:pt x="2468877" y="-48846"/>
                  <a:pt x="2712211" y="31267"/>
                  <a:pt x="2836926" y="0"/>
                </a:cubicBezTo>
                <a:cubicBezTo>
                  <a:pt x="2961641" y="-31267"/>
                  <a:pt x="3196753" y="50314"/>
                  <a:pt x="3453166" y="0"/>
                </a:cubicBezTo>
                <a:cubicBezTo>
                  <a:pt x="3709579" y="-50314"/>
                  <a:pt x="3954577" y="71939"/>
                  <a:pt x="4130476" y="0"/>
                </a:cubicBezTo>
                <a:cubicBezTo>
                  <a:pt x="4306375" y="-71939"/>
                  <a:pt x="4448949" y="39155"/>
                  <a:pt x="4624578" y="0"/>
                </a:cubicBezTo>
                <a:cubicBezTo>
                  <a:pt x="4800207" y="-39155"/>
                  <a:pt x="4818009" y="23389"/>
                  <a:pt x="4996543" y="0"/>
                </a:cubicBezTo>
                <a:cubicBezTo>
                  <a:pt x="5175077" y="-23389"/>
                  <a:pt x="5395684" y="44056"/>
                  <a:pt x="5551715" y="0"/>
                </a:cubicBezTo>
                <a:cubicBezTo>
                  <a:pt x="5707746" y="-44056"/>
                  <a:pt x="5869710" y="61281"/>
                  <a:pt x="6106886" y="0"/>
                </a:cubicBezTo>
                <a:cubicBezTo>
                  <a:pt x="6148046" y="185155"/>
                  <a:pt x="6077282" y="307017"/>
                  <a:pt x="6106886" y="488059"/>
                </a:cubicBezTo>
                <a:cubicBezTo>
                  <a:pt x="6136490" y="669101"/>
                  <a:pt x="6081794" y="781204"/>
                  <a:pt x="6106886" y="879580"/>
                </a:cubicBezTo>
                <a:cubicBezTo>
                  <a:pt x="6131978" y="977956"/>
                  <a:pt x="6064245" y="1143493"/>
                  <a:pt x="6106886" y="1271100"/>
                </a:cubicBezTo>
                <a:cubicBezTo>
                  <a:pt x="6149527" y="1398707"/>
                  <a:pt x="6094458" y="1572600"/>
                  <a:pt x="6106886" y="1759159"/>
                </a:cubicBezTo>
                <a:cubicBezTo>
                  <a:pt x="6119314" y="1945718"/>
                  <a:pt x="6064187" y="2087232"/>
                  <a:pt x="6106886" y="2295489"/>
                </a:cubicBezTo>
                <a:cubicBezTo>
                  <a:pt x="6149585" y="2503746"/>
                  <a:pt x="6086938" y="2573727"/>
                  <a:pt x="6106886" y="2687009"/>
                </a:cubicBezTo>
                <a:cubicBezTo>
                  <a:pt x="6126834" y="2800291"/>
                  <a:pt x="6043857" y="3112512"/>
                  <a:pt x="6106886" y="3271608"/>
                </a:cubicBezTo>
                <a:cubicBezTo>
                  <a:pt x="6169915" y="3430704"/>
                  <a:pt x="6081308" y="3613228"/>
                  <a:pt x="6106886" y="3807937"/>
                </a:cubicBezTo>
                <a:cubicBezTo>
                  <a:pt x="6132464" y="4002646"/>
                  <a:pt x="6056566" y="4125875"/>
                  <a:pt x="6106886" y="4295996"/>
                </a:cubicBezTo>
                <a:cubicBezTo>
                  <a:pt x="6157206" y="4466117"/>
                  <a:pt x="6053978" y="4586832"/>
                  <a:pt x="6106886" y="4826962"/>
                </a:cubicBezTo>
                <a:cubicBezTo>
                  <a:pt x="5839043" y="4850074"/>
                  <a:pt x="5780795" y="4800347"/>
                  <a:pt x="5490646" y="4826962"/>
                </a:cubicBezTo>
                <a:cubicBezTo>
                  <a:pt x="5200497" y="4853577"/>
                  <a:pt x="5196856" y="4826767"/>
                  <a:pt x="4996543" y="4826962"/>
                </a:cubicBezTo>
                <a:cubicBezTo>
                  <a:pt x="4796230" y="4827157"/>
                  <a:pt x="4779633" y="4816976"/>
                  <a:pt x="4563509" y="4826962"/>
                </a:cubicBezTo>
                <a:cubicBezTo>
                  <a:pt x="4347385" y="4836948"/>
                  <a:pt x="4168330" y="4760803"/>
                  <a:pt x="4008338" y="4826962"/>
                </a:cubicBezTo>
                <a:cubicBezTo>
                  <a:pt x="3848346" y="4893121"/>
                  <a:pt x="3769485" y="4814345"/>
                  <a:pt x="3575304" y="4826962"/>
                </a:cubicBezTo>
                <a:cubicBezTo>
                  <a:pt x="3381123" y="4839579"/>
                  <a:pt x="3281714" y="4770467"/>
                  <a:pt x="3020133" y="4826962"/>
                </a:cubicBezTo>
                <a:cubicBezTo>
                  <a:pt x="2758552" y="4883457"/>
                  <a:pt x="2596201" y="4801267"/>
                  <a:pt x="2403892" y="4826962"/>
                </a:cubicBezTo>
                <a:cubicBezTo>
                  <a:pt x="2211583" y="4852657"/>
                  <a:pt x="2147577" y="4770038"/>
                  <a:pt x="1909790" y="4826962"/>
                </a:cubicBezTo>
                <a:cubicBezTo>
                  <a:pt x="1672003" y="4883886"/>
                  <a:pt x="1645760" y="4772962"/>
                  <a:pt x="1415687" y="4826962"/>
                </a:cubicBezTo>
                <a:cubicBezTo>
                  <a:pt x="1185614" y="4880962"/>
                  <a:pt x="1013845" y="4813817"/>
                  <a:pt x="860516" y="4826962"/>
                </a:cubicBezTo>
                <a:cubicBezTo>
                  <a:pt x="707187" y="4840107"/>
                  <a:pt x="396261" y="4767404"/>
                  <a:pt x="0" y="4826962"/>
                </a:cubicBezTo>
                <a:cubicBezTo>
                  <a:pt x="-47015" y="4635861"/>
                  <a:pt x="49691" y="4571139"/>
                  <a:pt x="0" y="4387172"/>
                </a:cubicBezTo>
                <a:cubicBezTo>
                  <a:pt x="-49691" y="4203205"/>
                  <a:pt x="24010" y="4180380"/>
                  <a:pt x="0" y="3995652"/>
                </a:cubicBezTo>
                <a:cubicBezTo>
                  <a:pt x="-24010" y="3810924"/>
                  <a:pt x="32041" y="3731357"/>
                  <a:pt x="0" y="3555862"/>
                </a:cubicBezTo>
                <a:cubicBezTo>
                  <a:pt x="-32041" y="3380367"/>
                  <a:pt x="25371" y="3183429"/>
                  <a:pt x="0" y="3067803"/>
                </a:cubicBezTo>
                <a:cubicBezTo>
                  <a:pt x="-25371" y="2952177"/>
                  <a:pt x="45632" y="2798966"/>
                  <a:pt x="0" y="2676282"/>
                </a:cubicBezTo>
                <a:cubicBezTo>
                  <a:pt x="-45632" y="2553598"/>
                  <a:pt x="48726" y="2385218"/>
                  <a:pt x="0" y="2139953"/>
                </a:cubicBezTo>
                <a:cubicBezTo>
                  <a:pt x="-48726" y="1894688"/>
                  <a:pt x="11650" y="1835372"/>
                  <a:pt x="0" y="1748433"/>
                </a:cubicBezTo>
                <a:cubicBezTo>
                  <a:pt x="-11650" y="1661494"/>
                  <a:pt x="38420" y="1454928"/>
                  <a:pt x="0" y="1308643"/>
                </a:cubicBezTo>
                <a:cubicBezTo>
                  <a:pt x="-38420" y="1162358"/>
                  <a:pt x="15316" y="1063322"/>
                  <a:pt x="0" y="917123"/>
                </a:cubicBezTo>
                <a:cubicBezTo>
                  <a:pt x="-15316" y="770924"/>
                  <a:pt x="34243" y="266151"/>
                  <a:pt x="0" y="0"/>
                </a:cubicBezTo>
                <a:close/>
              </a:path>
              <a:path w="6106886" h="4826962" stroke="0" extrusionOk="0">
                <a:moveTo>
                  <a:pt x="0" y="0"/>
                </a:moveTo>
                <a:cubicBezTo>
                  <a:pt x="156614" y="-26213"/>
                  <a:pt x="235148" y="18041"/>
                  <a:pt x="371965" y="0"/>
                </a:cubicBezTo>
                <a:cubicBezTo>
                  <a:pt x="508782" y="-18041"/>
                  <a:pt x="849151" y="23624"/>
                  <a:pt x="1049274" y="0"/>
                </a:cubicBezTo>
                <a:cubicBezTo>
                  <a:pt x="1249397" y="-23624"/>
                  <a:pt x="1422286" y="43946"/>
                  <a:pt x="1604446" y="0"/>
                </a:cubicBezTo>
                <a:cubicBezTo>
                  <a:pt x="1786606" y="-43946"/>
                  <a:pt x="2076521" y="59278"/>
                  <a:pt x="2281755" y="0"/>
                </a:cubicBezTo>
                <a:cubicBezTo>
                  <a:pt x="2486989" y="-59278"/>
                  <a:pt x="2712794" y="59691"/>
                  <a:pt x="2959064" y="0"/>
                </a:cubicBezTo>
                <a:cubicBezTo>
                  <a:pt x="3205334" y="-59691"/>
                  <a:pt x="3407737" y="22600"/>
                  <a:pt x="3636373" y="0"/>
                </a:cubicBezTo>
                <a:cubicBezTo>
                  <a:pt x="3865009" y="-22600"/>
                  <a:pt x="4115656" y="28760"/>
                  <a:pt x="4252613" y="0"/>
                </a:cubicBezTo>
                <a:cubicBezTo>
                  <a:pt x="4389570" y="-28760"/>
                  <a:pt x="4578642" y="38722"/>
                  <a:pt x="4746716" y="0"/>
                </a:cubicBezTo>
                <a:cubicBezTo>
                  <a:pt x="4914790" y="-38722"/>
                  <a:pt x="5029049" y="19133"/>
                  <a:pt x="5240819" y="0"/>
                </a:cubicBezTo>
                <a:cubicBezTo>
                  <a:pt x="5452589" y="-19133"/>
                  <a:pt x="5782446" y="101821"/>
                  <a:pt x="6106886" y="0"/>
                </a:cubicBezTo>
                <a:cubicBezTo>
                  <a:pt x="6145418" y="212405"/>
                  <a:pt x="6065118" y="381127"/>
                  <a:pt x="6106886" y="584599"/>
                </a:cubicBezTo>
                <a:cubicBezTo>
                  <a:pt x="6148654" y="788071"/>
                  <a:pt x="6059469" y="1011072"/>
                  <a:pt x="6106886" y="1120928"/>
                </a:cubicBezTo>
                <a:cubicBezTo>
                  <a:pt x="6154303" y="1230784"/>
                  <a:pt x="6102325" y="1393766"/>
                  <a:pt x="6106886" y="1512448"/>
                </a:cubicBezTo>
                <a:cubicBezTo>
                  <a:pt x="6111447" y="1631130"/>
                  <a:pt x="6092453" y="1929283"/>
                  <a:pt x="6106886" y="2097047"/>
                </a:cubicBezTo>
                <a:cubicBezTo>
                  <a:pt x="6121319" y="2264811"/>
                  <a:pt x="6070040" y="2425236"/>
                  <a:pt x="6106886" y="2536837"/>
                </a:cubicBezTo>
                <a:cubicBezTo>
                  <a:pt x="6143732" y="2648438"/>
                  <a:pt x="6067722" y="2877776"/>
                  <a:pt x="6106886" y="3121435"/>
                </a:cubicBezTo>
                <a:cubicBezTo>
                  <a:pt x="6146050" y="3365094"/>
                  <a:pt x="6054809" y="3463873"/>
                  <a:pt x="6106886" y="3561225"/>
                </a:cubicBezTo>
                <a:cubicBezTo>
                  <a:pt x="6158963" y="3658577"/>
                  <a:pt x="6048920" y="3886978"/>
                  <a:pt x="6106886" y="4145824"/>
                </a:cubicBezTo>
                <a:cubicBezTo>
                  <a:pt x="6164852" y="4404670"/>
                  <a:pt x="6093379" y="4557269"/>
                  <a:pt x="6106886" y="4826962"/>
                </a:cubicBezTo>
                <a:cubicBezTo>
                  <a:pt x="5882517" y="4877211"/>
                  <a:pt x="5589250" y="4748777"/>
                  <a:pt x="5429577" y="4826962"/>
                </a:cubicBezTo>
                <a:cubicBezTo>
                  <a:pt x="5269904" y="4905147"/>
                  <a:pt x="5026973" y="4808390"/>
                  <a:pt x="4813337" y="4826962"/>
                </a:cubicBezTo>
                <a:cubicBezTo>
                  <a:pt x="4599701" y="4845534"/>
                  <a:pt x="4476995" y="4799732"/>
                  <a:pt x="4258165" y="4826962"/>
                </a:cubicBezTo>
                <a:cubicBezTo>
                  <a:pt x="4039335" y="4854192"/>
                  <a:pt x="3868112" y="4794829"/>
                  <a:pt x="3764062" y="4826962"/>
                </a:cubicBezTo>
                <a:cubicBezTo>
                  <a:pt x="3660012" y="4859095"/>
                  <a:pt x="3447519" y="4803651"/>
                  <a:pt x="3269960" y="4826962"/>
                </a:cubicBezTo>
                <a:cubicBezTo>
                  <a:pt x="3092401" y="4850273"/>
                  <a:pt x="3026696" y="4824815"/>
                  <a:pt x="2836926" y="4826962"/>
                </a:cubicBezTo>
                <a:cubicBezTo>
                  <a:pt x="2647156" y="4829109"/>
                  <a:pt x="2514667" y="4786282"/>
                  <a:pt x="2403892" y="4826962"/>
                </a:cubicBezTo>
                <a:cubicBezTo>
                  <a:pt x="2293117" y="4867642"/>
                  <a:pt x="2116210" y="4768027"/>
                  <a:pt x="1909790" y="4826962"/>
                </a:cubicBezTo>
                <a:cubicBezTo>
                  <a:pt x="1703370" y="4885897"/>
                  <a:pt x="1596849" y="4781320"/>
                  <a:pt x="1354618" y="4826962"/>
                </a:cubicBezTo>
                <a:cubicBezTo>
                  <a:pt x="1112387" y="4872604"/>
                  <a:pt x="999701" y="4804751"/>
                  <a:pt x="677309" y="4826962"/>
                </a:cubicBezTo>
                <a:cubicBezTo>
                  <a:pt x="354917" y="4849173"/>
                  <a:pt x="222608" y="4753578"/>
                  <a:pt x="0" y="4826962"/>
                </a:cubicBezTo>
                <a:cubicBezTo>
                  <a:pt x="-42722" y="4716696"/>
                  <a:pt x="45508" y="4521023"/>
                  <a:pt x="0" y="4387172"/>
                </a:cubicBezTo>
                <a:cubicBezTo>
                  <a:pt x="-45508" y="4253321"/>
                  <a:pt x="23062" y="4034377"/>
                  <a:pt x="0" y="3850843"/>
                </a:cubicBezTo>
                <a:cubicBezTo>
                  <a:pt x="-23062" y="3667309"/>
                  <a:pt x="52457" y="3531493"/>
                  <a:pt x="0" y="3411053"/>
                </a:cubicBezTo>
                <a:cubicBezTo>
                  <a:pt x="-52457" y="3290613"/>
                  <a:pt x="3288" y="3075189"/>
                  <a:pt x="0" y="2826454"/>
                </a:cubicBezTo>
                <a:cubicBezTo>
                  <a:pt x="-3288" y="2577719"/>
                  <a:pt x="56871" y="2424776"/>
                  <a:pt x="0" y="2290125"/>
                </a:cubicBezTo>
                <a:cubicBezTo>
                  <a:pt x="-56871" y="2155474"/>
                  <a:pt x="56546" y="1956579"/>
                  <a:pt x="0" y="1705527"/>
                </a:cubicBezTo>
                <a:cubicBezTo>
                  <a:pt x="-56546" y="1454475"/>
                  <a:pt x="41314" y="1425523"/>
                  <a:pt x="0" y="1314006"/>
                </a:cubicBezTo>
                <a:cubicBezTo>
                  <a:pt x="-41314" y="1202489"/>
                  <a:pt x="22757" y="1069935"/>
                  <a:pt x="0" y="825947"/>
                </a:cubicBezTo>
                <a:cubicBezTo>
                  <a:pt x="-22757" y="581959"/>
                  <a:pt x="64542" y="211653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26744461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Начальное сочетание 1, 2, </a:t>
            </a:r>
            <a:r>
              <a:rPr lang="en-US" sz="1800" dirty="0">
                <a:latin typeface="Segoe UI" panose="020B0502040204020203" pitchFamily="34" charset="0"/>
              </a:rPr>
              <a:t>…,</a:t>
            </a:r>
            <a:r>
              <a:rPr lang="ru-RU" sz="1800" dirty="0">
                <a:latin typeface="Segoe UI" panose="020B0502040204020203" pitchFamily="34" charset="0"/>
              </a:rPr>
              <a:t> </a:t>
            </a:r>
            <a:r>
              <a:rPr lang="en-US" sz="1800" i="1" dirty="0">
                <a:latin typeface="Segoe UI" panose="020B0502040204020203" pitchFamily="34" charset="0"/>
              </a:rPr>
              <a:t>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Последнее сочетание </a:t>
            </a:r>
            <a:r>
              <a:rPr lang="en-US" sz="1800" i="1" dirty="0">
                <a:latin typeface="Segoe UI" panose="020B0502040204020203" pitchFamily="34" charset="0"/>
              </a:rPr>
              <a:t>N</a:t>
            </a:r>
            <a:r>
              <a:rPr lang="ru-RU" sz="1800" i="1" dirty="0">
                <a:latin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</a:rPr>
              <a:t>–</a:t>
            </a:r>
            <a:r>
              <a:rPr lang="ru-RU" sz="1800" dirty="0">
                <a:latin typeface="Segoe UI" panose="020B0502040204020203" pitchFamily="34" charset="0"/>
              </a:rPr>
              <a:t> </a:t>
            </a:r>
            <a:r>
              <a:rPr lang="en-US" sz="1800" i="1" dirty="0">
                <a:latin typeface="Segoe UI" panose="020B0502040204020203" pitchFamily="34" charset="0"/>
              </a:rPr>
              <a:t>k</a:t>
            </a:r>
            <a:r>
              <a:rPr lang="ru-RU" sz="1800" i="1" dirty="0">
                <a:latin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</a:rPr>
              <a:t>+</a:t>
            </a:r>
            <a:r>
              <a:rPr lang="ru-RU" sz="1800" dirty="0">
                <a:latin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</a:rPr>
              <a:t>1, </a:t>
            </a:r>
            <a:r>
              <a:rPr lang="en-US" sz="1800" i="1" dirty="0">
                <a:latin typeface="Segoe UI" panose="020B0502040204020203" pitchFamily="34" charset="0"/>
              </a:rPr>
              <a:t>N</a:t>
            </a:r>
            <a:r>
              <a:rPr lang="ru-RU" sz="1800" i="1" dirty="0">
                <a:latin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</a:rPr>
              <a:t>–</a:t>
            </a:r>
            <a:r>
              <a:rPr lang="ru-RU" sz="1800" dirty="0">
                <a:latin typeface="Segoe UI" panose="020B0502040204020203" pitchFamily="34" charset="0"/>
              </a:rPr>
              <a:t> </a:t>
            </a:r>
            <a:r>
              <a:rPr lang="en-US" sz="1800" i="1" dirty="0">
                <a:latin typeface="Segoe UI" panose="020B0502040204020203" pitchFamily="34" charset="0"/>
              </a:rPr>
              <a:t>k</a:t>
            </a:r>
            <a:r>
              <a:rPr lang="ru-RU" sz="1800" i="1" dirty="0">
                <a:latin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</a:rPr>
              <a:t>+</a:t>
            </a:r>
            <a:r>
              <a:rPr lang="ru-RU" sz="1800" dirty="0">
                <a:latin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</a:rPr>
              <a:t>2, …,</a:t>
            </a:r>
            <a:r>
              <a:rPr lang="en-US" sz="1800" i="1" dirty="0">
                <a:latin typeface="Segoe UI" panose="020B0502040204020203" pitchFamily="34" charset="0"/>
              </a:rPr>
              <a:t>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Переход от текущего сочетания к следующему – Просматриваем сочетание справа налево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Находим первый элемент, который можно увеличить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Увеличиваем его на единицу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Часть сочетания от этого элемента до конца формируем из натуральных чисел, следующих за ним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Какой элемент можно увеличить в сочетании? Если </a:t>
            </a:r>
            <a:r>
              <a:rPr lang="en-US" sz="1800" dirty="0">
                <a:latin typeface="Segoe UI" panose="020B0502040204020203" pitchFamily="34" charset="0"/>
              </a:rPr>
              <a:t>N</a:t>
            </a:r>
            <a:r>
              <a:rPr lang="ru-RU" sz="1800" dirty="0">
                <a:latin typeface="Segoe UI" panose="020B0502040204020203" pitchFamily="34" charset="0"/>
              </a:rPr>
              <a:t>=5, </a:t>
            </a:r>
            <a:r>
              <a:rPr lang="en-US" sz="1800" dirty="0">
                <a:latin typeface="Segoe UI" panose="020B0502040204020203" pitchFamily="34" charset="0"/>
              </a:rPr>
              <a:t>k</a:t>
            </a:r>
            <a:r>
              <a:rPr lang="ru-RU" sz="1800" dirty="0">
                <a:latin typeface="Segoe UI" panose="020B0502040204020203" pitchFamily="34" charset="0"/>
              </a:rPr>
              <a:t>=3, то максимальное лексикографическое сочетание 345. Значит, на месте </a:t>
            </a:r>
            <a:r>
              <a:rPr lang="en-US" sz="1800" dirty="0">
                <a:latin typeface="Segoe UI" panose="020B0502040204020203" pitchFamily="34" charset="0"/>
              </a:rPr>
              <a:t>k</a:t>
            </a:r>
            <a:r>
              <a:rPr lang="ru-RU" sz="1800" dirty="0">
                <a:latin typeface="Segoe UI" panose="020B0502040204020203" pitchFamily="34" charset="0"/>
              </a:rPr>
              <a:t> может стоять максимальный элемент </a:t>
            </a:r>
            <a:r>
              <a:rPr lang="en-US" sz="1800" dirty="0">
                <a:latin typeface="Segoe UI" panose="020B0502040204020203" pitchFamily="34" charset="0"/>
              </a:rPr>
              <a:t>N</a:t>
            </a:r>
            <a:r>
              <a:rPr lang="ru-RU" sz="1800" dirty="0">
                <a:latin typeface="Segoe UI" panose="020B0502040204020203" pitchFamily="34" charset="0"/>
              </a:rPr>
              <a:t>, на месте (</a:t>
            </a:r>
            <a:r>
              <a:rPr lang="en-US" sz="1800" dirty="0">
                <a:latin typeface="Segoe UI" panose="020B0502040204020203" pitchFamily="34" charset="0"/>
              </a:rPr>
              <a:t>k</a:t>
            </a:r>
            <a:r>
              <a:rPr lang="ru-RU" sz="1800" dirty="0">
                <a:latin typeface="Segoe UI" panose="020B0502040204020203" pitchFamily="34" charset="0"/>
              </a:rPr>
              <a:t>-1) может стоять максимальный элемент (</a:t>
            </a:r>
            <a:r>
              <a:rPr lang="en-US" sz="1800" dirty="0">
                <a:latin typeface="Segoe UI" panose="020B0502040204020203" pitchFamily="34" charset="0"/>
              </a:rPr>
              <a:t>N</a:t>
            </a:r>
            <a:r>
              <a:rPr lang="ru-RU" sz="1800" dirty="0">
                <a:latin typeface="Segoe UI" panose="020B0502040204020203" pitchFamily="34" charset="0"/>
              </a:rPr>
              <a:t>-1).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Segoe UI" panose="020B0502040204020203" pitchFamily="34" charset="0"/>
              </a:rPr>
              <a:t>На месте i может стоять максимальный элемент (</a:t>
            </a:r>
            <a:r>
              <a:rPr lang="en-US" sz="1800" dirty="0">
                <a:latin typeface="Segoe UI" panose="020B0502040204020203" pitchFamily="34" charset="0"/>
              </a:rPr>
              <a:t>N</a:t>
            </a:r>
            <a:r>
              <a:rPr lang="ru-RU" sz="1800" dirty="0">
                <a:latin typeface="Segoe UI" panose="020B0502040204020203" pitchFamily="34" charset="0"/>
              </a:rPr>
              <a:t> - </a:t>
            </a:r>
            <a:r>
              <a:rPr lang="en-US" sz="1800" dirty="0">
                <a:latin typeface="Segoe UI" panose="020B0502040204020203" pitchFamily="34" charset="0"/>
              </a:rPr>
              <a:t>k</a:t>
            </a:r>
            <a:r>
              <a:rPr lang="ru-RU" sz="1800" dirty="0">
                <a:latin typeface="Segoe UI" panose="020B0502040204020203" pitchFamily="34" charset="0"/>
              </a:rPr>
              <a:t> + i).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BFD2EC3E-C3A7-ADC7-4A12-37B821EB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Алгоритм </a:t>
            </a:r>
            <a:r>
              <a:rPr lang="en-US" sz="4400" dirty="0"/>
              <a:t> </a:t>
            </a:r>
            <a:r>
              <a:rPr lang="ru-RU" sz="4400" dirty="0"/>
              <a:t>порождения сочетаний в лексикографическом порядке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85711" y="2219180"/>
            <a:ext cx="8196489" cy="3361946"/>
          </a:xfr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GetNext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k;</a:t>
            </a:r>
          </a:p>
          <a:p>
            <a:pPr marL="0" indent="0">
              <a:buNone/>
            </a:pP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(C[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–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N)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--;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ru-RU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//Находим элемент, который можно увеличить</a:t>
            </a:r>
          </a:p>
          <a:p>
            <a:pPr marL="0" indent="0">
              <a:buNone/>
            </a:pP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 С[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]++; </a:t>
            </a:r>
            <a:r>
              <a:rPr lang="ru-RU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//Увеличиваем на единицу</a:t>
            </a:r>
          </a:p>
          <a:p>
            <a:pPr marL="0" indent="0">
              <a:buNone/>
            </a:pP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j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k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С[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j]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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 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С[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1]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ru-RU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1; </a:t>
            </a:r>
            <a:endParaRPr lang="ru-RU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ru-RU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//Изменяем стоящие справа элементы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117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B202D6-E331-BEF7-B05E-745048F7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</p:spTree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6B390-6FF0-3F4D-973D-62818098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Алгоритм </a:t>
            </a:r>
            <a:r>
              <a:rPr lang="en-US" sz="4400" dirty="0"/>
              <a:t> </a:t>
            </a:r>
            <a:r>
              <a:rPr lang="ru-RU" sz="4400" dirty="0"/>
              <a:t>порождения сочетаний в лексикографическом порядке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9D9CF6-6C91-7F47-A837-9B3C519FA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63" y="1718356"/>
            <a:ext cx="5442857" cy="4979761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sz="1600" dirty="0">
                <a:latin typeface="Consolas" panose="020B0609020204030204" pitchFamily="49" charset="0"/>
              </a:rPr>
              <a:t>bool </a:t>
            </a:r>
            <a:r>
              <a:rPr lang="en" sz="1600" dirty="0" err="1">
                <a:latin typeface="Consolas" panose="020B0609020204030204" pitchFamily="49" charset="0"/>
              </a:rPr>
              <a:t>NextSet</a:t>
            </a:r>
            <a:r>
              <a:rPr lang="en" sz="1600" dirty="0">
                <a:latin typeface="Consolas" panose="020B0609020204030204" pitchFamily="49" charset="0"/>
              </a:rPr>
              <a:t>(int *a, int n, int m)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{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int k = m;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for (int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= k - 1;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&gt;= 0; --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if (a[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] &lt; n - k +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+ 1) 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{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  ++a[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];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  for (int j =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+ 1; j &lt; k; ++j)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    a[j] = a[j - 1] + 1;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  return true;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}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return false;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}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void Print(int *a, int n) 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{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static int num = 1; 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cout.width</a:t>
            </a:r>
            <a:r>
              <a:rPr lang="en" sz="1600" dirty="0">
                <a:latin typeface="Consolas" panose="020B0609020204030204" pitchFamily="49" charset="0"/>
              </a:rPr>
              <a:t>(3);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cout</a:t>
            </a:r>
            <a:r>
              <a:rPr lang="en" sz="1600" dirty="0">
                <a:latin typeface="Consolas" panose="020B0609020204030204" pitchFamily="49" charset="0"/>
              </a:rPr>
              <a:t> &lt;&lt; num++ &lt;&lt; ": ";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for (int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= 0;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&lt; n;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++)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</a:t>
            </a:r>
            <a:r>
              <a:rPr lang="en" sz="1600" dirty="0" err="1">
                <a:latin typeface="Consolas" panose="020B0609020204030204" pitchFamily="49" charset="0"/>
              </a:rPr>
              <a:t>cout</a:t>
            </a:r>
            <a:r>
              <a:rPr lang="en" sz="1600" dirty="0">
                <a:latin typeface="Consolas" panose="020B0609020204030204" pitchFamily="49" charset="0"/>
              </a:rPr>
              <a:t> &lt;&lt; a[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] &lt;&lt; " ";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cout</a:t>
            </a:r>
            <a:r>
              <a:rPr lang="en" sz="1600" dirty="0">
                <a:latin typeface="Consolas" panose="020B0609020204030204" pitchFamily="49" charset="0"/>
              </a:rPr>
              <a:t> &lt;&lt; </a:t>
            </a:r>
            <a:r>
              <a:rPr lang="en" sz="1600" dirty="0" err="1">
                <a:latin typeface="Consolas" panose="020B0609020204030204" pitchFamily="49" charset="0"/>
              </a:rPr>
              <a:t>endl</a:t>
            </a:r>
            <a:r>
              <a:rPr lang="en" sz="1600" dirty="0">
                <a:latin typeface="Consolas" panose="020B0609020204030204" pitchFamily="49" charset="0"/>
              </a:rPr>
              <a:t>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2A335FA-8355-A14C-BF56-D5EEEEC7B012}"/>
              </a:ext>
            </a:extLst>
          </p:cNvPr>
          <p:cNvSpPr txBox="1">
            <a:spLocks/>
          </p:cNvSpPr>
          <p:nvPr/>
        </p:nvSpPr>
        <p:spPr>
          <a:xfrm>
            <a:off x="6392782" y="2055813"/>
            <a:ext cx="4985084" cy="43048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1600" dirty="0">
                <a:latin typeface="Consolas" panose="020B0609020204030204" pitchFamily="49" charset="0"/>
              </a:rPr>
              <a:t>int main() 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{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int n, m, *a;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cout</a:t>
            </a:r>
            <a:r>
              <a:rPr lang="en" sz="1600" dirty="0">
                <a:latin typeface="Consolas" panose="020B0609020204030204" pitchFamily="49" charset="0"/>
              </a:rPr>
              <a:t> &lt;&lt; "N = ";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cin</a:t>
            </a:r>
            <a:r>
              <a:rPr lang="en" sz="1600" dirty="0">
                <a:latin typeface="Consolas" panose="020B0609020204030204" pitchFamily="49" charset="0"/>
              </a:rPr>
              <a:t> &gt;&gt; n;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cout</a:t>
            </a:r>
            <a:r>
              <a:rPr lang="en" sz="1600" dirty="0">
                <a:latin typeface="Consolas" panose="020B0609020204030204" pitchFamily="49" charset="0"/>
              </a:rPr>
              <a:t> &lt;&lt; "M = ";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cin</a:t>
            </a:r>
            <a:r>
              <a:rPr lang="en" sz="1600" dirty="0">
                <a:latin typeface="Consolas" panose="020B0609020204030204" pitchFamily="49" charset="0"/>
              </a:rPr>
              <a:t> &gt;&gt; m;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a = new int[n];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for (int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= 0;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&lt; n;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++)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a[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] = </a:t>
            </a:r>
            <a:r>
              <a:rPr lang="en" sz="1600" dirty="0" err="1">
                <a:latin typeface="Consolas" panose="020B0609020204030204" pitchFamily="49" charset="0"/>
              </a:rPr>
              <a:t>i</a:t>
            </a:r>
            <a:r>
              <a:rPr lang="en" sz="1600" dirty="0">
                <a:latin typeface="Consolas" panose="020B0609020204030204" pitchFamily="49" charset="0"/>
              </a:rPr>
              <a:t> + 1;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Print(a, m);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if (n &gt;= m)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{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while (</a:t>
            </a:r>
            <a:r>
              <a:rPr lang="en" sz="1600" dirty="0" err="1">
                <a:latin typeface="Consolas" panose="020B0609020204030204" pitchFamily="49" charset="0"/>
              </a:rPr>
              <a:t>NextSet</a:t>
            </a:r>
            <a:r>
              <a:rPr lang="en" sz="1600" dirty="0">
                <a:latin typeface="Consolas" panose="020B0609020204030204" pitchFamily="49" charset="0"/>
              </a:rPr>
              <a:t>(a, n, m))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    Print(a, m);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}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</a:t>
            </a:r>
            <a:r>
              <a:rPr lang="en" sz="1600" dirty="0" err="1">
                <a:latin typeface="Consolas" panose="020B0609020204030204" pitchFamily="49" charset="0"/>
              </a:rPr>
              <a:t>cin.get</a:t>
            </a:r>
            <a:r>
              <a:rPr lang="en" sz="1600" dirty="0">
                <a:latin typeface="Consolas" panose="020B0609020204030204" pitchFamily="49" charset="0"/>
              </a:rPr>
              <a:t>(); </a:t>
            </a:r>
            <a:r>
              <a:rPr lang="en" sz="1600" dirty="0" err="1">
                <a:latin typeface="Consolas" panose="020B0609020204030204" pitchFamily="49" charset="0"/>
              </a:rPr>
              <a:t>cin.get</a:t>
            </a:r>
            <a:r>
              <a:rPr lang="en" sz="1600" dirty="0">
                <a:latin typeface="Consolas" panose="020B0609020204030204" pitchFamily="49" charset="0"/>
              </a:rPr>
              <a:t>();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  return 0;</a:t>
            </a:r>
            <a:br>
              <a:rPr lang="en" sz="1600" dirty="0">
                <a:latin typeface="Consolas" panose="020B0609020204030204" pitchFamily="49" charset="0"/>
              </a:rPr>
            </a:br>
            <a:r>
              <a:rPr lang="en" sz="1600" dirty="0">
                <a:latin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B63E44-C8A1-E602-789F-1BFF0772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7E4B21-2B61-B480-C001-589BF1D2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5648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EFC79-F34F-9647-8B5A-21842413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EA2077-FA62-B24E-8046-A1F1AD761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965D4D-3984-5942-B580-6951E695C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50" y="736600"/>
            <a:ext cx="5092700" cy="5384800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CE8C1B-D915-8A52-F60A-2605964A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D39D6B-3A3C-B8A1-61F1-20EC653D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8926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F95C2-8B00-FD4E-BB9F-7CAFCE8F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Алгоритм </a:t>
            </a:r>
            <a:r>
              <a:rPr lang="en-US" sz="4400" dirty="0"/>
              <a:t> </a:t>
            </a:r>
            <a:r>
              <a:rPr lang="ru-RU" sz="4400" dirty="0"/>
              <a:t>порождения сочетаний с повторениями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B16901-8EE1-2344-B02A-5A012BC2A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51" y="1690688"/>
            <a:ext cx="4974771" cy="500062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" dirty="0">
                <a:latin typeface="Consolas" panose="020B0609020204030204" pitchFamily="49" charset="0"/>
              </a:rPr>
              <a:t>bool </a:t>
            </a:r>
            <a:r>
              <a:rPr lang="en" dirty="0" err="1">
                <a:latin typeface="Consolas" panose="020B0609020204030204" pitchFamily="49" charset="0"/>
              </a:rPr>
              <a:t>NextSet</a:t>
            </a:r>
            <a:r>
              <a:rPr lang="en" dirty="0">
                <a:latin typeface="Consolas" panose="020B0609020204030204" pitchFamily="49" charset="0"/>
              </a:rPr>
              <a:t>(int *a, int n, int m)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int j = m - 1;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while (a[j] == n &amp;&amp; j &gt;= 0) j--;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(j &lt; 0) return false;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(a[j] &gt;= n)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j--;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a[j]++;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if (j == m - 1) return true;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k = j + 1; k &lt; m; k++)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a[k] = a[j];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return true;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void Print(int *a, int n) 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{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static int num = 1;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cout.width</a:t>
            </a:r>
            <a:r>
              <a:rPr lang="en" dirty="0">
                <a:latin typeface="Consolas" panose="020B0609020204030204" pitchFamily="49" charset="0"/>
              </a:rPr>
              <a:t>(3);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num++ &lt;&lt; ":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for (int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= 0;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 &lt; n; 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++)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a[</a:t>
            </a:r>
            <a:r>
              <a:rPr lang="en" dirty="0" err="1">
                <a:latin typeface="Consolas" panose="020B0609020204030204" pitchFamily="49" charset="0"/>
              </a:rPr>
              <a:t>i</a:t>
            </a:r>
            <a:r>
              <a:rPr lang="en" dirty="0">
                <a:latin typeface="Consolas" panose="020B0609020204030204" pitchFamily="49" charset="0"/>
              </a:rPr>
              <a:t>] &lt;&lt; " ";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  </a:t>
            </a:r>
            <a:r>
              <a:rPr lang="en" dirty="0" err="1">
                <a:latin typeface="Consolas" panose="020B0609020204030204" pitchFamily="49" charset="0"/>
              </a:rPr>
              <a:t>cout</a:t>
            </a:r>
            <a:r>
              <a:rPr lang="en" dirty="0">
                <a:latin typeface="Consolas" panose="020B0609020204030204" pitchFamily="49" charset="0"/>
              </a:rPr>
              <a:t> &lt;&lt; </a:t>
            </a:r>
            <a:r>
              <a:rPr lang="en" dirty="0" err="1">
                <a:latin typeface="Consolas" panose="020B0609020204030204" pitchFamily="49" charset="0"/>
              </a:rPr>
              <a:t>endl</a:t>
            </a:r>
            <a:r>
              <a:rPr lang="en" dirty="0">
                <a:latin typeface="Consolas" panose="020B0609020204030204" pitchFamily="49" charset="0"/>
              </a:rPr>
              <a:t>;</a:t>
            </a:r>
            <a:br>
              <a:rPr lang="en" dirty="0">
                <a:latin typeface="Consolas" panose="020B0609020204030204" pitchFamily="49" charset="0"/>
              </a:rPr>
            </a:br>
            <a:r>
              <a:rPr lang="en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BC218745-D18D-1B43-B1EA-FE5F18FEF914}"/>
              </a:ext>
            </a:extLst>
          </p:cNvPr>
          <p:cNvSpPr txBox="1">
            <a:spLocks/>
          </p:cNvSpPr>
          <p:nvPr/>
        </p:nvSpPr>
        <p:spPr>
          <a:xfrm>
            <a:off x="6545179" y="1690688"/>
            <a:ext cx="4808621" cy="48021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1800" dirty="0">
                <a:latin typeface="Consolas" panose="020B0609020204030204" pitchFamily="49" charset="0"/>
              </a:rPr>
              <a:t>int main() 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{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int n, m, *a;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cout &lt;&lt; "N = ";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cin &gt;&gt; n;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cout &lt;&lt; "M = ";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cin &gt;&gt; m;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int h = n &gt; m ? n : m; // </a:t>
            </a:r>
            <a:r>
              <a:rPr lang="ru-RU" sz="1800" dirty="0">
                <a:latin typeface="Consolas" panose="020B0609020204030204" pitchFamily="49" charset="0"/>
              </a:rPr>
              <a:t>размер массива а выбирается как </a:t>
            </a:r>
            <a:r>
              <a:rPr lang="en" sz="1800" dirty="0">
                <a:latin typeface="Consolas" panose="020B0609020204030204" pitchFamily="49" charset="0"/>
              </a:rPr>
              <a:t>max(n,m)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a = new int[h];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for (int i = 0; i &lt; h; i++)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  a[i] = 1;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Print(a, m);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while (NextSet(a, n, m))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  Print(a, m);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cin.get(); cin.get();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  return 0;</a:t>
            </a:r>
            <a:br>
              <a:rPr lang="en" sz="1800" dirty="0">
                <a:latin typeface="Consolas" panose="020B0609020204030204" pitchFamily="49" charset="0"/>
              </a:rPr>
            </a:br>
            <a:r>
              <a:rPr lang="en" sz="1800" dirty="0">
                <a:latin typeface="Consolas" panose="020B0609020204030204" pitchFamily="49" charset="0"/>
              </a:rPr>
              <a:t>}</a:t>
            </a:r>
            <a:endParaRPr lang="ru-RU" sz="1800" dirty="0">
              <a:latin typeface="Consolas" panose="020B0609020204030204" pitchFamily="49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53E76-7FEC-2FD3-89AE-B8F8B0BA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0EB46D-45E3-7403-032F-6908A467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38008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CD243-002E-E943-881C-A9173D48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6A73D7-D11E-EE43-A2F7-5AA6BDF9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B5FB52-5158-4B44-8424-0FB67241A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00" y="127000"/>
            <a:ext cx="5765800" cy="6604000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80456D-AEC1-AA5D-6084-54C5B3CF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AF7452-8F4C-F030-89BD-DA995B8D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29272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сочетания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577702" y="1485855"/>
            <a:ext cx="9767777" cy="4574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98FEC4-66BF-4145-8209-58D1A5DD976B}"/>
              </a:ext>
            </a:extLst>
          </p:cNvPr>
          <p:cNvSpPr/>
          <p:nvPr/>
        </p:nvSpPr>
        <p:spPr>
          <a:xfrm>
            <a:off x="7081283" y="4518838"/>
            <a:ext cx="4029740" cy="1818168"/>
          </a:xfrm>
          <a:custGeom>
            <a:avLst/>
            <a:gdLst>
              <a:gd name="connsiteX0" fmla="*/ 0 w 4029740"/>
              <a:gd name="connsiteY0" fmla="*/ 0 h 1818168"/>
              <a:gd name="connsiteX1" fmla="*/ 615975 w 4029740"/>
              <a:gd name="connsiteY1" fmla="*/ 0 h 1818168"/>
              <a:gd name="connsiteX2" fmla="*/ 1070759 w 4029740"/>
              <a:gd name="connsiteY2" fmla="*/ 0 h 1818168"/>
              <a:gd name="connsiteX3" fmla="*/ 1686734 w 4029740"/>
              <a:gd name="connsiteY3" fmla="*/ 0 h 1818168"/>
              <a:gd name="connsiteX4" fmla="*/ 2222114 w 4029740"/>
              <a:gd name="connsiteY4" fmla="*/ 0 h 1818168"/>
              <a:gd name="connsiteX5" fmla="*/ 2797791 w 4029740"/>
              <a:gd name="connsiteY5" fmla="*/ 0 h 1818168"/>
              <a:gd name="connsiteX6" fmla="*/ 3454063 w 4029740"/>
              <a:gd name="connsiteY6" fmla="*/ 0 h 1818168"/>
              <a:gd name="connsiteX7" fmla="*/ 4029740 w 4029740"/>
              <a:gd name="connsiteY7" fmla="*/ 0 h 1818168"/>
              <a:gd name="connsiteX8" fmla="*/ 4029740 w 4029740"/>
              <a:gd name="connsiteY8" fmla="*/ 418179 h 1818168"/>
              <a:gd name="connsiteX9" fmla="*/ 4029740 w 4029740"/>
              <a:gd name="connsiteY9" fmla="*/ 818176 h 1818168"/>
              <a:gd name="connsiteX10" fmla="*/ 4029740 w 4029740"/>
              <a:gd name="connsiteY10" fmla="*/ 1290899 h 1818168"/>
              <a:gd name="connsiteX11" fmla="*/ 4029740 w 4029740"/>
              <a:gd name="connsiteY11" fmla="*/ 1818168 h 1818168"/>
              <a:gd name="connsiteX12" fmla="*/ 3574955 w 4029740"/>
              <a:gd name="connsiteY12" fmla="*/ 1818168 h 1818168"/>
              <a:gd name="connsiteX13" fmla="*/ 2958981 w 4029740"/>
              <a:gd name="connsiteY13" fmla="*/ 1818168 h 1818168"/>
              <a:gd name="connsiteX14" fmla="*/ 2504196 w 4029740"/>
              <a:gd name="connsiteY14" fmla="*/ 1818168 h 1818168"/>
              <a:gd name="connsiteX15" fmla="*/ 1968816 w 4029740"/>
              <a:gd name="connsiteY15" fmla="*/ 1818168 h 1818168"/>
              <a:gd name="connsiteX16" fmla="*/ 1514031 w 4029740"/>
              <a:gd name="connsiteY16" fmla="*/ 1818168 h 1818168"/>
              <a:gd name="connsiteX17" fmla="*/ 857759 w 4029740"/>
              <a:gd name="connsiteY17" fmla="*/ 1818168 h 1818168"/>
              <a:gd name="connsiteX18" fmla="*/ 0 w 4029740"/>
              <a:gd name="connsiteY18" fmla="*/ 1818168 h 1818168"/>
              <a:gd name="connsiteX19" fmla="*/ 0 w 4029740"/>
              <a:gd name="connsiteY19" fmla="*/ 1418171 h 1818168"/>
              <a:gd name="connsiteX20" fmla="*/ 0 w 4029740"/>
              <a:gd name="connsiteY20" fmla="*/ 999992 h 1818168"/>
              <a:gd name="connsiteX21" fmla="*/ 0 w 4029740"/>
              <a:gd name="connsiteY21" fmla="*/ 563632 h 1818168"/>
              <a:gd name="connsiteX22" fmla="*/ 0 w 4029740"/>
              <a:gd name="connsiteY22" fmla="*/ 0 h 181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29740" h="1818168" fill="none" extrusionOk="0">
                <a:moveTo>
                  <a:pt x="0" y="0"/>
                </a:moveTo>
                <a:cubicBezTo>
                  <a:pt x="128687" y="-66681"/>
                  <a:pt x="419807" y="33797"/>
                  <a:pt x="615975" y="0"/>
                </a:cubicBezTo>
                <a:cubicBezTo>
                  <a:pt x="812143" y="-33797"/>
                  <a:pt x="874788" y="15441"/>
                  <a:pt x="1070759" y="0"/>
                </a:cubicBezTo>
                <a:cubicBezTo>
                  <a:pt x="1266730" y="-15441"/>
                  <a:pt x="1507177" y="55561"/>
                  <a:pt x="1686734" y="0"/>
                </a:cubicBezTo>
                <a:cubicBezTo>
                  <a:pt x="1866292" y="-55561"/>
                  <a:pt x="2043467" y="60982"/>
                  <a:pt x="2222114" y="0"/>
                </a:cubicBezTo>
                <a:cubicBezTo>
                  <a:pt x="2400761" y="-60982"/>
                  <a:pt x="2665599" y="41692"/>
                  <a:pt x="2797791" y="0"/>
                </a:cubicBezTo>
                <a:cubicBezTo>
                  <a:pt x="2929983" y="-41692"/>
                  <a:pt x="3204275" y="26654"/>
                  <a:pt x="3454063" y="0"/>
                </a:cubicBezTo>
                <a:cubicBezTo>
                  <a:pt x="3703851" y="-26654"/>
                  <a:pt x="3753668" y="35382"/>
                  <a:pt x="4029740" y="0"/>
                </a:cubicBezTo>
                <a:cubicBezTo>
                  <a:pt x="4048564" y="130146"/>
                  <a:pt x="4004353" y="325986"/>
                  <a:pt x="4029740" y="418179"/>
                </a:cubicBezTo>
                <a:cubicBezTo>
                  <a:pt x="4055127" y="510372"/>
                  <a:pt x="3983958" y="645769"/>
                  <a:pt x="4029740" y="818176"/>
                </a:cubicBezTo>
                <a:cubicBezTo>
                  <a:pt x="4075522" y="990583"/>
                  <a:pt x="4017699" y="1075972"/>
                  <a:pt x="4029740" y="1290899"/>
                </a:cubicBezTo>
                <a:cubicBezTo>
                  <a:pt x="4041781" y="1505826"/>
                  <a:pt x="3999832" y="1579779"/>
                  <a:pt x="4029740" y="1818168"/>
                </a:cubicBezTo>
                <a:cubicBezTo>
                  <a:pt x="3928147" y="1821277"/>
                  <a:pt x="3749468" y="1803310"/>
                  <a:pt x="3574955" y="1818168"/>
                </a:cubicBezTo>
                <a:cubicBezTo>
                  <a:pt x="3400442" y="1833026"/>
                  <a:pt x="3240078" y="1754624"/>
                  <a:pt x="2958981" y="1818168"/>
                </a:cubicBezTo>
                <a:cubicBezTo>
                  <a:pt x="2677884" y="1881712"/>
                  <a:pt x="2637925" y="1811951"/>
                  <a:pt x="2504196" y="1818168"/>
                </a:cubicBezTo>
                <a:cubicBezTo>
                  <a:pt x="2370468" y="1824385"/>
                  <a:pt x="2167171" y="1762046"/>
                  <a:pt x="1968816" y="1818168"/>
                </a:cubicBezTo>
                <a:cubicBezTo>
                  <a:pt x="1770461" y="1874290"/>
                  <a:pt x="1739123" y="1789821"/>
                  <a:pt x="1514031" y="1818168"/>
                </a:cubicBezTo>
                <a:cubicBezTo>
                  <a:pt x="1288940" y="1846515"/>
                  <a:pt x="1071023" y="1807659"/>
                  <a:pt x="857759" y="1818168"/>
                </a:cubicBezTo>
                <a:cubicBezTo>
                  <a:pt x="644495" y="1828677"/>
                  <a:pt x="290519" y="1765807"/>
                  <a:pt x="0" y="1818168"/>
                </a:cubicBezTo>
                <a:cubicBezTo>
                  <a:pt x="-6420" y="1709839"/>
                  <a:pt x="24746" y="1551563"/>
                  <a:pt x="0" y="1418171"/>
                </a:cubicBezTo>
                <a:cubicBezTo>
                  <a:pt x="-24746" y="1284779"/>
                  <a:pt x="34948" y="1119210"/>
                  <a:pt x="0" y="999992"/>
                </a:cubicBezTo>
                <a:cubicBezTo>
                  <a:pt x="-34948" y="880774"/>
                  <a:pt x="13081" y="762212"/>
                  <a:pt x="0" y="563632"/>
                </a:cubicBezTo>
                <a:cubicBezTo>
                  <a:pt x="-13081" y="365052"/>
                  <a:pt x="51965" y="273572"/>
                  <a:pt x="0" y="0"/>
                </a:cubicBezTo>
                <a:close/>
              </a:path>
              <a:path w="4029740" h="1818168" stroke="0" extrusionOk="0">
                <a:moveTo>
                  <a:pt x="0" y="0"/>
                </a:moveTo>
                <a:cubicBezTo>
                  <a:pt x="172395" y="-47570"/>
                  <a:pt x="233838" y="34597"/>
                  <a:pt x="454785" y="0"/>
                </a:cubicBezTo>
                <a:cubicBezTo>
                  <a:pt x="675733" y="-34597"/>
                  <a:pt x="859121" y="14598"/>
                  <a:pt x="1111057" y="0"/>
                </a:cubicBezTo>
                <a:cubicBezTo>
                  <a:pt x="1362993" y="-14598"/>
                  <a:pt x="1464295" y="12155"/>
                  <a:pt x="1686734" y="0"/>
                </a:cubicBezTo>
                <a:cubicBezTo>
                  <a:pt x="1909173" y="-12155"/>
                  <a:pt x="2137632" y="41001"/>
                  <a:pt x="2343006" y="0"/>
                </a:cubicBezTo>
                <a:cubicBezTo>
                  <a:pt x="2548380" y="-41001"/>
                  <a:pt x="2834333" y="50967"/>
                  <a:pt x="2999278" y="0"/>
                </a:cubicBezTo>
                <a:cubicBezTo>
                  <a:pt x="3164223" y="-50967"/>
                  <a:pt x="3548527" y="110256"/>
                  <a:pt x="4029740" y="0"/>
                </a:cubicBezTo>
                <a:cubicBezTo>
                  <a:pt x="4083969" y="198893"/>
                  <a:pt x="4001880" y="286983"/>
                  <a:pt x="4029740" y="472724"/>
                </a:cubicBezTo>
                <a:cubicBezTo>
                  <a:pt x="4057600" y="658465"/>
                  <a:pt x="4019805" y="754355"/>
                  <a:pt x="4029740" y="963629"/>
                </a:cubicBezTo>
                <a:cubicBezTo>
                  <a:pt x="4039675" y="1172903"/>
                  <a:pt x="4012871" y="1184213"/>
                  <a:pt x="4029740" y="1381808"/>
                </a:cubicBezTo>
                <a:cubicBezTo>
                  <a:pt x="4046609" y="1579403"/>
                  <a:pt x="4025566" y="1621898"/>
                  <a:pt x="4029740" y="1818168"/>
                </a:cubicBezTo>
                <a:cubicBezTo>
                  <a:pt x="3814510" y="1828511"/>
                  <a:pt x="3667991" y="1793851"/>
                  <a:pt x="3534658" y="1818168"/>
                </a:cubicBezTo>
                <a:cubicBezTo>
                  <a:pt x="3401325" y="1842485"/>
                  <a:pt x="3246381" y="1808114"/>
                  <a:pt x="3039575" y="1818168"/>
                </a:cubicBezTo>
                <a:cubicBezTo>
                  <a:pt x="2832769" y="1828222"/>
                  <a:pt x="2656832" y="1777245"/>
                  <a:pt x="2544493" y="1818168"/>
                </a:cubicBezTo>
                <a:cubicBezTo>
                  <a:pt x="2432154" y="1859091"/>
                  <a:pt x="2258890" y="1808515"/>
                  <a:pt x="2009113" y="1818168"/>
                </a:cubicBezTo>
                <a:cubicBezTo>
                  <a:pt x="1759336" y="1827821"/>
                  <a:pt x="1641962" y="1802753"/>
                  <a:pt x="1473733" y="1818168"/>
                </a:cubicBezTo>
                <a:cubicBezTo>
                  <a:pt x="1305504" y="1833583"/>
                  <a:pt x="1054485" y="1809385"/>
                  <a:pt x="817462" y="1818168"/>
                </a:cubicBezTo>
                <a:cubicBezTo>
                  <a:pt x="580439" y="1826951"/>
                  <a:pt x="298482" y="1762925"/>
                  <a:pt x="0" y="1818168"/>
                </a:cubicBezTo>
                <a:cubicBezTo>
                  <a:pt x="-11470" y="1653738"/>
                  <a:pt x="8357" y="1514862"/>
                  <a:pt x="0" y="1327263"/>
                </a:cubicBezTo>
                <a:cubicBezTo>
                  <a:pt x="-8357" y="1139665"/>
                  <a:pt x="15886" y="1065985"/>
                  <a:pt x="0" y="854539"/>
                </a:cubicBezTo>
                <a:cubicBezTo>
                  <a:pt x="-15886" y="643093"/>
                  <a:pt x="9108" y="626075"/>
                  <a:pt x="0" y="418179"/>
                </a:cubicBezTo>
                <a:cubicBezTo>
                  <a:pt x="-9108" y="210283"/>
                  <a:pt x="18561" y="139451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26744461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Рассчитать биномиальные коэффициенты можно заранее или использовать динамическое программирование.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F4089E-AC79-441B-9C66-C9A30F9B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6EAB9A-0CBA-4684-8E03-5553646C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18144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93" y="-18069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сочетаний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354418" y="2934586"/>
            <a:ext cx="6354725" cy="31047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length(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5F87D-F55D-4B24-A670-0BCAD8DE0D34}"/>
              </a:ext>
            </a:extLst>
          </p:cNvPr>
          <p:cNvSpPr txBox="1"/>
          <p:nvPr/>
        </p:nvSpPr>
        <p:spPr>
          <a:xfrm>
            <a:off x="508591" y="1467293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number = 5</a:t>
            </a:r>
          </a:p>
          <a:p>
            <a:r>
              <a:rPr lang="en-US" dirty="0"/>
              <a:t>p = []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68E9D8A-3BFD-4EA5-9E7E-FE93B55669EB}"/>
              </a:ext>
            </a:extLst>
          </p:cNvPr>
          <p:cNvSpPr/>
          <p:nvPr/>
        </p:nvSpPr>
        <p:spPr>
          <a:xfrm>
            <a:off x="2094613" y="1148372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0FBD-92EA-4E66-8BBB-A6534410087A}"/>
              </a:ext>
            </a:extLst>
          </p:cNvPr>
          <p:cNvSpPr txBox="1"/>
          <p:nvPr/>
        </p:nvSpPr>
        <p:spPr>
          <a:xfrm>
            <a:off x="6574757" y="776177"/>
            <a:ext cx="26629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([], 5)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EF4912-6166-427E-BB95-FADA08E0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2FFCB4C-9263-47FF-A39B-372A3883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69700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93" y="-18069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сочетаний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354418" y="2934586"/>
            <a:ext cx="6354725" cy="31047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length(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5F87D-F55D-4B24-A670-0BCAD8DE0D34}"/>
              </a:ext>
            </a:extLst>
          </p:cNvPr>
          <p:cNvSpPr txBox="1"/>
          <p:nvPr/>
        </p:nvSpPr>
        <p:spPr>
          <a:xfrm>
            <a:off x="508591" y="1467293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number = 5</a:t>
            </a:r>
          </a:p>
          <a:p>
            <a:r>
              <a:rPr lang="en-US" dirty="0"/>
              <a:t>p = []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68E9D8A-3BFD-4EA5-9E7E-FE93B55669EB}"/>
              </a:ext>
            </a:extLst>
          </p:cNvPr>
          <p:cNvSpPr/>
          <p:nvPr/>
        </p:nvSpPr>
        <p:spPr>
          <a:xfrm>
            <a:off x="2094613" y="1148372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0FBD-92EA-4E66-8BBB-A6534410087A}"/>
              </a:ext>
            </a:extLst>
          </p:cNvPr>
          <p:cNvSpPr txBox="1"/>
          <p:nvPr/>
        </p:nvSpPr>
        <p:spPr>
          <a:xfrm>
            <a:off x="6574757" y="776177"/>
            <a:ext cx="42692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([], 5):</a:t>
            </a:r>
          </a:p>
          <a:p>
            <a:r>
              <a:rPr lang="en-US" sz="1500" dirty="0"/>
              <a:t>    A = {1, 2, 3, 4, 5}</a:t>
            </a:r>
          </a:p>
          <a:p>
            <a:r>
              <a:rPr lang="en-US" sz="1500" dirty="0"/>
              <a:t>    </a:t>
            </a:r>
            <a:r>
              <a:rPr lang="en-US" sz="1500" u="sng" dirty="0"/>
              <a:t>c = 1:</a:t>
            </a:r>
          </a:p>
          <a:p>
            <a:r>
              <a:rPr lang="en-US" sz="1500" dirty="0"/>
              <a:t>        t = binomial(5 – 1, 3 – 1) = binomial(4, 2) = 6</a:t>
            </a:r>
          </a:p>
          <a:p>
            <a:r>
              <a:rPr lang="en-US" sz="1500" dirty="0"/>
              <a:t>        5 &lt; 6: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([1], number)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7059B1D-2FA6-4E1B-95A4-CAEF167A3F99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934585" y="1234638"/>
            <a:ext cx="503034" cy="90925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BFA9973-A494-459E-BAE4-C16A03B8BEAB}"/>
              </a:ext>
            </a:extLst>
          </p:cNvPr>
          <p:cNvSpPr/>
          <p:nvPr/>
        </p:nvSpPr>
        <p:spPr>
          <a:xfrm>
            <a:off x="3437619" y="1057447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B1882D-5E22-4B55-A5B2-6F1773C6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DB56864-C06C-4EFC-A2CE-EDC344D1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00279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93" y="-18069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сочетаний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354418" y="2934586"/>
            <a:ext cx="6354725" cy="31047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length(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5F87D-F55D-4B24-A670-0BCAD8DE0D34}"/>
              </a:ext>
            </a:extLst>
          </p:cNvPr>
          <p:cNvSpPr txBox="1"/>
          <p:nvPr/>
        </p:nvSpPr>
        <p:spPr>
          <a:xfrm>
            <a:off x="508591" y="1467293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number = 5</a:t>
            </a:r>
          </a:p>
          <a:p>
            <a:r>
              <a:rPr lang="en-US" dirty="0"/>
              <a:t>p = [1]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68E9D8A-3BFD-4EA5-9E7E-FE93B55669EB}"/>
              </a:ext>
            </a:extLst>
          </p:cNvPr>
          <p:cNvSpPr/>
          <p:nvPr/>
        </p:nvSpPr>
        <p:spPr>
          <a:xfrm>
            <a:off x="2094613" y="1148372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0FBD-92EA-4E66-8BBB-A6534410087A}"/>
              </a:ext>
            </a:extLst>
          </p:cNvPr>
          <p:cNvSpPr txBox="1"/>
          <p:nvPr/>
        </p:nvSpPr>
        <p:spPr>
          <a:xfrm>
            <a:off x="6574757" y="776177"/>
            <a:ext cx="4847802" cy="263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([], 5):</a:t>
            </a:r>
          </a:p>
          <a:p>
            <a:r>
              <a:rPr lang="en-US" sz="1500" dirty="0"/>
              <a:t>    A = {1, 2, 3, 4, 5}</a:t>
            </a:r>
          </a:p>
          <a:p>
            <a:r>
              <a:rPr lang="en-US" sz="1500" dirty="0"/>
              <a:t>    </a:t>
            </a:r>
            <a:r>
              <a:rPr lang="en-US" sz="1500" u="sng" dirty="0"/>
              <a:t>c = 1:</a:t>
            </a:r>
          </a:p>
          <a:p>
            <a:r>
              <a:rPr lang="en-US" sz="1500" dirty="0"/>
              <a:t>        t = binomial(5 – 1, 3 – 1) = binomial(4, 2) = 6</a:t>
            </a:r>
          </a:p>
          <a:p>
            <a:r>
              <a:rPr lang="en-US" sz="1500" dirty="0"/>
              <a:t>        5 &lt; 6: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500" dirty="0"/>
              <a:t>                A = {2, 3, 4}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2:</a:t>
            </a:r>
          </a:p>
          <a:p>
            <a:r>
              <a:rPr lang="en-US" sz="1500" dirty="0"/>
              <a:t>                    t = binomial(5 – 2, 3 – 2) = binomial(3, 1) = 3</a:t>
            </a:r>
          </a:p>
          <a:p>
            <a:r>
              <a:rPr lang="en-US" sz="1500" dirty="0"/>
              <a:t>                    5 &gt;= 3:</a:t>
            </a:r>
          </a:p>
          <a:p>
            <a:r>
              <a:rPr lang="en-US" sz="1500" dirty="0"/>
              <a:t>                        number = 5 – 3 = 2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7059B1D-2FA6-4E1B-95A4-CAEF167A3F99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934585" y="1234638"/>
            <a:ext cx="503034" cy="90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BFA9973-A494-459E-BAE4-C16A03B8BEAB}"/>
              </a:ext>
            </a:extLst>
          </p:cNvPr>
          <p:cNvSpPr/>
          <p:nvPr/>
        </p:nvSpPr>
        <p:spPr>
          <a:xfrm>
            <a:off x="3437619" y="105744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5070737-FAEB-4F21-BAD8-9D6C5FA90239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H="1">
            <a:off x="3264196" y="1359930"/>
            <a:ext cx="296434" cy="449497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4197F46B-C4ED-4A5E-ADAD-95A73AB0E4A3}"/>
              </a:ext>
            </a:extLst>
          </p:cNvPr>
          <p:cNvSpPr/>
          <p:nvPr/>
        </p:nvSpPr>
        <p:spPr>
          <a:xfrm>
            <a:off x="2844210" y="1809427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8861F44-7929-47A7-AA16-4B9E92D2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2DCF50-9C60-4C17-9540-A0E9AF82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11536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93" y="-18069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сочетаний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354418" y="2934586"/>
            <a:ext cx="6354725" cy="31047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length(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5F87D-F55D-4B24-A670-0BCAD8DE0D34}"/>
              </a:ext>
            </a:extLst>
          </p:cNvPr>
          <p:cNvSpPr txBox="1"/>
          <p:nvPr/>
        </p:nvSpPr>
        <p:spPr>
          <a:xfrm>
            <a:off x="508591" y="1467293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number = 2</a:t>
            </a:r>
          </a:p>
          <a:p>
            <a:r>
              <a:rPr lang="en-US" dirty="0"/>
              <a:t>p = [1]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68E9D8A-3BFD-4EA5-9E7E-FE93B55669EB}"/>
              </a:ext>
            </a:extLst>
          </p:cNvPr>
          <p:cNvSpPr/>
          <p:nvPr/>
        </p:nvSpPr>
        <p:spPr>
          <a:xfrm>
            <a:off x="2094613" y="1148372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0FBD-92EA-4E66-8BBB-A6534410087A}"/>
              </a:ext>
            </a:extLst>
          </p:cNvPr>
          <p:cNvSpPr txBox="1"/>
          <p:nvPr/>
        </p:nvSpPr>
        <p:spPr>
          <a:xfrm>
            <a:off x="6574757" y="776177"/>
            <a:ext cx="4847802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([], 5):</a:t>
            </a:r>
          </a:p>
          <a:p>
            <a:r>
              <a:rPr lang="en-US" sz="1500" dirty="0"/>
              <a:t>    A = {1, 2, 3, 4, 5}</a:t>
            </a:r>
          </a:p>
          <a:p>
            <a:r>
              <a:rPr lang="en-US" sz="1500" dirty="0"/>
              <a:t>    </a:t>
            </a:r>
            <a:r>
              <a:rPr lang="en-US" sz="1500" u="sng" dirty="0"/>
              <a:t>c = 1:</a:t>
            </a:r>
          </a:p>
          <a:p>
            <a:r>
              <a:rPr lang="en-US" sz="1500" dirty="0"/>
              <a:t>        t = binomial(5 – 1, 3 – 1) = binomial(4, 2) = 6</a:t>
            </a:r>
          </a:p>
          <a:p>
            <a:r>
              <a:rPr lang="en-US" sz="1500" dirty="0"/>
              <a:t>        5 &lt; 6: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500" dirty="0"/>
              <a:t>                A = {2, 3, 4}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2:</a:t>
            </a:r>
          </a:p>
          <a:p>
            <a:r>
              <a:rPr lang="en-US" sz="1500" dirty="0"/>
              <a:t>                    t = binomial(5 – 2, 3 – 2) = binomial(3, 1) = 3</a:t>
            </a:r>
          </a:p>
          <a:p>
            <a:r>
              <a:rPr lang="en-US" sz="1500" dirty="0"/>
              <a:t>                    5 &gt;= 3:</a:t>
            </a:r>
          </a:p>
          <a:p>
            <a:r>
              <a:rPr lang="en-US" sz="1500" dirty="0"/>
              <a:t>                        number = 5 – 3 = 2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3:</a:t>
            </a:r>
          </a:p>
          <a:p>
            <a:r>
              <a:rPr lang="en-US" sz="1500" dirty="0"/>
              <a:t>                    t = binomial(5 – 3, 3 – 2) = binomial(2, 1) = 2</a:t>
            </a:r>
          </a:p>
          <a:p>
            <a:r>
              <a:rPr lang="en-US" sz="1500" dirty="0"/>
              <a:t>                    2 &gt;= 2:</a:t>
            </a:r>
          </a:p>
          <a:p>
            <a:r>
              <a:rPr lang="en-US" sz="1500" dirty="0"/>
              <a:t>                        number = 2 – 2 = 0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7059B1D-2FA6-4E1B-95A4-CAEF167A3F99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934585" y="1234638"/>
            <a:ext cx="503034" cy="90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BFA9973-A494-459E-BAE4-C16A03B8BEAB}"/>
              </a:ext>
            </a:extLst>
          </p:cNvPr>
          <p:cNvSpPr/>
          <p:nvPr/>
        </p:nvSpPr>
        <p:spPr>
          <a:xfrm>
            <a:off x="3437619" y="105744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5070737-FAEB-4F21-BAD8-9D6C5FA90239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H="1">
            <a:off x="3264196" y="1359930"/>
            <a:ext cx="296434" cy="44949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4197F46B-C4ED-4A5E-ADAD-95A73AB0E4A3}"/>
              </a:ext>
            </a:extLst>
          </p:cNvPr>
          <p:cNvSpPr/>
          <p:nvPr/>
        </p:nvSpPr>
        <p:spPr>
          <a:xfrm>
            <a:off x="2844210" y="1809427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F592138-1AD8-4E5B-8735-A129C37D810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3857605" y="1411828"/>
            <a:ext cx="15570" cy="770778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4E4CFEA5-0B5C-4792-ACE5-5BAEE4EB66CC}"/>
              </a:ext>
            </a:extLst>
          </p:cNvPr>
          <p:cNvSpPr/>
          <p:nvPr/>
        </p:nvSpPr>
        <p:spPr>
          <a:xfrm>
            <a:off x="3453189" y="2182606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23843F-3842-460A-B8DB-8C19F1A3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7671AD4-EAB8-47FB-8A16-FEE6A663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6369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93" y="-18069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сочетаний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354418" y="2934586"/>
            <a:ext cx="6354725" cy="31047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length(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5F87D-F55D-4B24-A670-0BCAD8DE0D34}"/>
              </a:ext>
            </a:extLst>
          </p:cNvPr>
          <p:cNvSpPr txBox="1"/>
          <p:nvPr/>
        </p:nvSpPr>
        <p:spPr>
          <a:xfrm>
            <a:off x="508591" y="1467293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[1]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68E9D8A-3BFD-4EA5-9E7E-FE93B55669EB}"/>
              </a:ext>
            </a:extLst>
          </p:cNvPr>
          <p:cNvSpPr/>
          <p:nvPr/>
        </p:nvSpPr>
        <p:spPr>
          <a:xfrm>
            <a:off x="2094613" y="1148372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0FBD-92EA-4E66-8BBB-A6534410087A}"/>
              </a:ext>
            </a:extLst>
          </p:cNvPr>
          <p:cNvSpPr txBox="1"/>
          <p:nvPr/>
        </p:nvSpPr>
        <p:spPr>
          <a:xfrm>
            <a:off x="6574757" y="776177"/>
            <a:ext cx="4847802" cy="4478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([], 5):</a:t>
            </a:r>
          </a:p>
          <a:p>
            <a:r>
              <a:rPr lang="en-US" sz="1500" dirty="0"/>
              <a:t>    A = {1, 2, 3, 4, 5}</a:t>
            </a:r>
          </a:p>
          <a:p>
            <a:r>
              <a:rPr lang="en-US" sz="1500" dirty="0"/>
              <a:t>    </a:t>
            </a:r>
            <a:r>
              <a:rPr lang="en-US" sz="1500" u="sng" dirty="0"/>
              <a:t>c = 1:</a:t>
            </a:r>
          </a:p>
          <a:p>
            <a:r>
              <a:rPr lang="en-US" sz="1500" dirty="0"/>
              <a:t>        t = binomial(5 – 1, 3 – 1) = binomial(4, 2) = 6</a:t>
            </a:r>
          </a:p>
          <a:p>
            <a:r>
              <a:rPr lang="en-US" sz="1500" dirty="0"/>
              <a:t>        5 &lt; 6: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500" dirty="0"/>
              <a:t>                A = {2, 3, 4}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2:</a:t>
            </a:r>
          </a:p>
          <a:p>
            <a:r>
              <a:rPr lang="en-US" sz="1500" dirty="0"/>
              <a:t>                    t = binomial(5 – 2, 3 – 2) = binomial(3, 1) = 3</a:t>
            </a:r>
          </a:p>
          <a:p>
            <a:r>
              <a:rPr lang="en-US" sz="1500" dirty="0"/>
              <a:t>                    5 &gt;= 3:</a:t>
            </a:r>
          </a:p>
          <a:p>
            <a:r>
              <a:rPr lang="en-US" sz="1500" dirty="0"/>
              <a:t>                        number = 5 – 3 = 2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3:</a:t>
            </a:r>
          </a:p>
          <a:p>
            <a:r>
              <a:rPr lang="en-US" sz="1500" dirty="0"/>
              <a:t>                    t = binomial(5 – 3, 3 – 2) = binomial(2, 1) = 2</a:t>
            </a:r>
          </a:p>
          <a:p>
            <a:r>
              <a:rPr lang="en-US" sz="1500" dirty="0"/>
              <a:t>                    2 &gt;= 2:</a:t>
            </a:r>
          </a:p>
          <a:p>
            <a:r>
              <a:rPr lang="en-US" sz="1500" dirty="0"/>
              <a:t>                        number = 2 – 2 = 0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4:</a:t>
            </a:r>
          </a:p>
          <a:p>
            <a:r>
              <a:rPr lang="en-US" sz="1500" dirty="0"/>
              <a:t>                    t = binomial(5 – 4, 3 – 2) = binomial(1, 1) = 1</a:t>
            </a:r>
          </a:p>
          <a:p>
            <a:r>
              <a:rPr lang="en-US" sz="1500" dirty="0"/>
              <a:t>                    0 &lt; 1: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([1,4], number)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7059B1D-2FA6-4E1B-95A4-CAEF167A3F99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934585" y="1234638"/>
            <a:ext cx="503034" cy="90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BFA9973-A494-459E-BAE4-C16A03B8BEAB}"/>
              </a:ext>
            </a:extLst>
          </p:cNvPr>
          <p:cNvSpPr/>
          <p:nvPr/>
        </p:nvSpPr>
        <p:spPr>
          <a:xfrm>
            <a:off x="3437619" y="105744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5070737-FAEB-4F21-BAD8-9D6C5FA90239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H="1">
            <a:off x="3264196" y="1359930"/>
            <a:ext cx="296434" cy="44949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4197F46B-C4ED-4A5E-ADAD-95A73AB0E4A3}"/>
              </a:ext>
            </a:extLst>
          </p:cNvPr>
          <p:cNvSpPr/>
          <p:nvPr/>
        </p:nvSpPr>
        <p:spPr>
          <a:xfrm>
            <a:off x="2844210" y="1809427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F592138-1AD8-4E5B-8735-A129C37D810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3857605" y="1411828"/>
            <a:ext cx="15570" cy="7707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4E4CFEA5-0B5C-4792-ACE5-5BAEE4EB66CC}"/>
              </a:ext>
            </a:extLst>
          </p:cNvPr>
          <p:cNvSpPr/>
          <p:nvPr/>
        </p:nvSpPr>
        <p:spPr>
          <a:xfrm>
            <a:off x="3453189" y="218260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42FBAD6-E065-428E-AD03-E44737281DE9}"/>
              </a:ext>
            </a:extLst>
          </p:cNvPr>
          <p:cNvCxnSpPr>
            <a:cxnSpLocks/>
            <a:stCxn id="9" idx="5"/>
            <a:endCxn id="17" idx="0"/>
          </p:cNvCxnSpPr>
          <p:nvPr/>
        </p:nvCxnSpPr>
        <p:spPr>
          <a:xfrm>
            <a:off x="4154580" y="1359930"/>
            <a:ext cx="501649" cy="512004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7AFEC0A7-AF81-4401-8D11-69B762DC7FED}"/>
              </a:ext>
            </a:extLst>
          </p:cNvPr>
          <p:cNvSpPr/>
          <p:nvPr/>
        </p:nvSpPr>
        <p:spPr>
          <a:xfrm>
            <a:off x="4236243" y="1871934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05CE59-D1DD-4332-BD07-283344EA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CB22DB56-8EE8-4DEC-AD4C-18DC9C56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03447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93" y="-18069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сочетаний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354418" y="2934586"/>
            <a:ext cx="6354725" cy="31047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length(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5F87D-F55D-4B24-A670-0BCAD8DE0D34}"/>
              </a:ext>
            </a:extLst>
          </p:cNvPr>
          <p:cNvSpPr txBox="1"/>
          <p:nvPr/>
        </p:nvSpPr>
        <p:spPr>
          <a:xfrm>
            <a:off x="508591" y="1467293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[1,4]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68E9D8A-3BFD-4EA5-9E7E-FE93B55669EB}"/>
              </a:ext>
            </a:extLst>
          </p:cNvPr>
          <p:cNvSpPr/>
          <p:nvPr/>
        </p:nvSpPr>
        <p:spPr>
          <a:xfrm>
            <a:off x="2094613" y="1148372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0FBD-92EA-4E66-8BBB-A6534410087A}"/>
              </a:ext>
            </a:extLst>
          </p:cNvPr>
          <p:cNvSpPr txBox="1"/>
          <p:nvPr/>
        </p:nvSpPr>
        <p:spPr>
          <a:xfrm>
            <a:off x="6574757" y="776177"/>
            <a:ext cx="561724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([], 5):</a:t>
            </a:r>
          </a:p>
          <a:p>
            <a:r>
              <a:rPr lang="en-US" sz="1500" dirty="0"/>
              <a:t>    A = {1, 2, 3, 4, 5}</a:t>
            </a:r>
          </a:p>
          <a:p>
            <a:r>
              <a:rPr lang="en-US" sz="1500" dirty="0"/>
              <a:t>    </a:t>
            </a:r>
            <a:r>
              <a:rPr lang="en-US" sz="1500" u="sng" dirty="0"/>
              <a:t>c = 1:</a:t>
            </a:r>
          </a:p>
          <a:p>
            <a:r>
              <a:rPr lang="en-US" sz="1500" dirty="0"/>
              <a:t>        t = binomial(5 – 1, 3 – 1) = binomial(4, 2) = 6</a:t>
            </a:r>
          </a:p>
          <a:p>
            <a:r>
              <a:rPr lang="en-US" sz="1500" dirty="0"/>
              <a:t>        5 &lt; 6: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500" dirty="0"/>
              <a:t>                A = {2, 3, 4}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2:</a:t>
            </a:r>
          </a:p>
          <a:p>
            <a:r>
              <a:rPr lang="en-US" sz="1500" dirty="0"/>
              <a:t>                    t = binomial(5 – 2, 3 – 2) = binomial(3, 1) = 3</a:t>
            </a:r>
          </a:p>
          <a:p>
            <a:r>
              <a:rPr lang="en-US" sz="1500" dirty="0"/>
              <a:t>                    5 &gt;= 3:</a:t>
            </a:r>
          </a:p>
          <a:p>
            <a:r>
              <a:rPr lang="en-US" sz="1500" dirty="0"/>
              <a:t>                        number = 5 – 3 = 2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3:</a:t>
            </a:r>
          </a:p>
          <a:p>
            <a:r>
              <a:rPr lang="en-US" sz="1500" dirty="0"/>
              <a:t>                    t = binomial(5 – 3, 3 – 2) = binomial(2, 1) = 2</a:t>
            </a:r>
          </a:p>
          <a:p>
            <a:r>
              <a:rPr lang="en-US" sz="1500" dirty="0"/>
              <a:t>                    2 &gt;= 2:</a:t>
            </a:r>
          </a:p>
          <a:p>
            <a:r>
              <a:rPr lang="en-US" sz="1500" dirty="0"/>
              <a:t>                        number = 2 – 2 = 0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4:</a:t>
            </a:r>
          </a:p>
          <a:p>
            <a:r>
              <a:rPr lang="en-US" sz="1500" dirty="0"/>
              <a:t>                    t = binomial(5 – 4, 3 – 2) = binomial(1, 1) = 1</a:t>
            </a:r>
          </a:p>
          <a:p>
            <a:r>
              <a:rPr lang="en-US" sz="1500" dirty="0"/>
              <a:t>                    0 &lt; 1: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([1,4], number):</a:t>
            </a:r>
          </a:p>
          <a:p>
            <a:r>
              <a:rPr lang="en-US" sz="1500" dirty="0"/>
              <a:t>                            A = {5}</a:t>
            </a:r>
          </a:p>
          <a:p>
            <a:r>
              <a:rPr lang="en-US" sz="1500" dirty="0"/>
              <a:t>                                </a:t>
            </a:r>
            <a:r>
              <a:rPr lang="en-US" sz="1500" u="sng" dirty="0"/>
              <a:t>c = 5:</a:t>
            </a:r>
          </a:p>
          <a:p>
            <a:r>
              <a:rPr lang="en-US" sz="1500" dirty="0"/>
              <a:t>                                    t = binomial(5 – 5, 3 – 3) = binomial(0, 0) = 1</a:t>
            </a:r>
          </a:p>
          <a:p>
            <a:r>
              <a:rPr lang="en-US" sz="1500" dirty="0"/>
              <a:t>                                    0 &lt; 1:</a:t>
            </a:r>
          </a:p>
          <a:p>
            <a:r>
              <a:rPr lang="en-US" sz="1500" dirty="0"/>
              <a:t>                            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([1,4,5], number)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7059B1D-2FA6-4E1B-95A4-CAEF167A3F99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934585" y="1234638"/>
            <a:ext cx="503034" cy="90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BFA9973-A494-459E-BAE4-C16A03B8BEAB}"/>
              </a:ext>
            </a:extLst>
          </p:cNvPr>
          <p:cNvSpPr/>
          <p:nvPr/>
        </p:nvSpPr>
        <p:spPr>
          <a:xfrm>
            <a:off x="3437619" y="105744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5070737-FAEB-4F21-BAD8-9D6C5FA90239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H="1">
            <a:off x="3264196" y="1359930"/>
            <a:ext cx="296434" cy="44949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4197F46B-C4ED-4A5E-ADAD-95A73AB0E4A3}"/>
              </a:ext>
            </a:extLst>
          </p:cNvPr>
          <p:cNvSpPr/>
          <p:nvPr/>
        </p:nvSpPr>
        <p:spPr>
          <a:xfrm>
            <a:off x="2844210" y="1809427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F592138-1AD8-4E5B-8735-A129C37D810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3857605" y="1411828"/>
            <a:ext cx="15570" cy="7707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4E4CFEA5-0B5C-4792-ACE5-5BAEE4EB66CC}"/>
              </a:ext>
            </a:extLst>
          </p:cNvPr>
          <p:cNvSpPr/>
          <p:nvPr/>
        </p:nvSpPr>
        <p:spPr>
          <a:xfrm>
            <a:off x="3453189" y="218260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42FBAD6-E065-428E-AD03-E44737281DE9}"/>
              </a:ext>
            </a:extLst>
          </p:cNvPr>
          <p:cNvCxnSpPr>
            <a:cxnSpLocks/>
            <a:stCxn id="9" idx="5"/>
            <a:endCxn id="17" idx="0"/>
          </p:cNvCxnSpPr>
          <p:nvPr/>
        </p:nvCxnSpPr>
        <p:spPr>
          <a:xfrm>
            <a:off x="4154580" y="1359930"/>
            <a:ext cx="501649" cy="5120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7AFEC0A7-AF81-4401-8D11-69B762DC7FED}"/>
              </a:ext>
            </a:extLst>
          </p:cNvPr>
          <p:cNvSpPr/>
          <p:nvPr/>
        </p:nvSpPr>
        <p:spPr>
          <a:xfrm>
            <a:off x="4236243" y="1871934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5471234-7E10-47DB-8623-6B4C7C595959}"/>
              </a:ext>
            </a:extLst>
          </p:cNvPr>
          <p:cNvCxnSpPr>
            <a:cxnSpLocks/>
            <a:stCxn id="17" idx="5"/>
            <a:endCxn id="18" idx="1"/>
          </p:cNvCxnSpPr>
          <p:nvPr/>
        </p:nvCxnSpPr>
        <p:spPr>
          <a:xfrm>
            <a:off x="4953204" y="2174417"/>
            <a:ext cx="281173" cy="211355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2761AAFA-7AB9-4175-9692-CC2E50CEB753}"/>
              </a:ext>
            </a:extLst>
          </p:cNvPr>
          <p:cNvSpPr/>
          <p:nvPr/>
        </p:nvSpPr>
        <p:spPr>
          <a:xfrm>
            <a:off x="5111366" y="2333874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145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95CEBB-81EC-4127-ADFC-77B7D9C5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F52D796D-E339-4493-94DA-564EA333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98791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79913-30B4-4E8E-A35B-1893717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93" y="-180699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сочетаний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6F65E-067B-42E3-857E-FC37E3AF8437}"/>
              </a:ext>
            </a:extLst>
          </p:cNvPr>
          <p:cNvSpPr txBox="1">
            <a:spLocks/>
          </p:cNvSpPr>
          <p:nvPr/>
        </p:nvSpPr>
        <p:spPr>
          <a:xfrm>
            <a:off x="354418" y="2934586"/>
            <a:ext cx="6354725" cy="31047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length(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tx2"/>
                </a:solidFill>
                <a:latin typeface="Consolas" panose="020B0609020204030204" pitchFamily="49" charset="0"/>
              </a:rPr>
              <a:t>number_to_combination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-=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5F87D-F55D-4B24-A670-0BCAD8DE0D34}"/>
              </a:ext>
            </a:extLst>
          </p:cNvPr>
          <p:cNvSpPr txBox="1"/>
          <p:nvPr/>
        </p:nvSpPr>
        <p:spPr>
          <a:xfrm>
            <a:off x="508591" y="1467293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5</a:t>
            </a:r>
          </a:p>
          <a:p>
            <a:r>
              <a:rPr lang="en-US" dirty="0"/>
              <a:t>k = 3</a:t>
            </a:r>
          </a:p>
          <a:p>
            <a:r>
              <a:rPr lang="en-US" dirty="0"/>
              <a:t>number = 0</a:t>
            </a:r>
          </a:p>
          <a:p>
            <a:r>
              <a:rPr lang="en-US" dirty="0"/>
              <a:t>p = [1,4,5]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68E9D8A-3BFD-4EA5-9E7E-FE93B55669EB}"/>
              </a:ext>
            </a:extLst>
          </p:cNvPr>
          <p:cNvSpPr/>
          <p:nvPr/>
        </p:nvSpPr>
        <p:spPr>
          <a:xfrm>
            <a:off x="2094613" y="1148372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F0FBD-92EA-4E66-8BBB-A6534410087A}"/>
              </a:ext>
            </a:extLst>
          </p:cNvPr>
          <p:cNvSpPr txBox="1"/>
          <p:nvPr/>
        </p:nvSpPr>
        <p:spPr>
          <a:xfrm>
            <a:off x="6574757" y="776177"/>
            <a:ext cx="5617243" cy="5863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([], 5):</a:t>
            </a:r>
          </a:p>
          <a:p>
            <a:r>
              <a:rPr lang="en-US" sz="1500" dirty="0"/>
              <a:t>    A = {1, 2, 3, 4, 5}</a:t>
            </a:r>
          </a:p>
          <a:p>
            <a:r>
              <a:rPr lang="en-US" sz="1500" dirty="0"/>
              <a:t>    </a:t>
            </a:r>
            <a:r>
              <a:rPr lang="en-US" sz="1500" u="sng" dirty="0"/>
              <a:t>c = 1:</a:t>
            </a:r>
          </a:p>
          <a:p>
            <a:r>
              <a:rPr lang="en-US" sz="1500" dirty="0"/>
              <a:t>        t = binomial(5 – 1, 3 – 1) = binomial(4, 2) = 6</a:t>
            </a:r>
          </a:p>
          <a:p>
            <a:r>
              <a:rPr lang="en-US" sz="1500" dirty="0"/>
              <a:t>        5 &lt; 6: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([1], number):</a:t>
            </a:r>
          </a:p>
          <a:p>
            <a:r>
              <a:rPr lang="en-US" sz="1500" dirty="0"/>
              <a:t>                A = {2, 3, 4}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2:</a:t>
            </a:r>
          </a:p>
          <a:p>
            <a:r>
              <a:rPr lang="en-US" sz="1500" dirty="0"/>
              <a:t>                    t = binomial(5 – 2, 3 – 2) = binomial(3, 1) = 3</a:t>
            </a:r>
          </a:p>
          <a:p>
            <a:r>
              <a:rPr lang="en-US" sz="1500" dirty="0"/>
              <a:t>                    5 &gt;= 3:</a:t>
            </a:r>
          </a:p>
          <a:p>
            <a:r>
              <a:rPr lang="en-US" sz="1500" dirty="0"/>
              <a:t>                        number = 5 – 3 = 2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3:</a:t>
            </a:r>
          </a:p>
          <a:p>
            <a:r>
              <a:rPr lang="en-US" sz="1500" dirty="0"/>
              <a:t>                    t = binomial(5 – 3, 3 – 2) = binomial(2, 1) = 2</a:t>
            </a:r>
          </a:p>
          <a:p>
            <a:r>
              <a:rPr lang="en-US" sz="1500" dirty="0"/>
              <a:t>                    2 &gt;= 2:</a:t>
            </a:r>
          </a:p>
          <a:p>
            <a:r>
              <a:rPr lang="en-US" sz="1500" dirty="0"/>
              <a:t>                        number = 2 – 2 = 0</a:t>
            </a:r>
          </a:p>
          <a:p>
            <a:r>
              <a:rPr lang="en-US" sz="1500" dirty="0"/>
              <a:t>                </a:t>
            </a:r>
            <a:r>
              <a:rPr lang="en-US" sz="1500" u="sng" dirty="0"/>
              <a:t>c = 4:</a:t>
            </a:r>
          </a:p>
          <a:p>
            <a:r>
              <a:rPr lang="en-US" sz="1500" dirty="0"/>
              <a:t>                    t = binomial(5 – 4, 3 – 2) = binomial(1, 1) = 1</a:t>
            </a:r>
          </a:p>
          <a:p>
            <a:r>
              <a:rPr lang="en-US" sz="1500" dirty="0"/>
              <a:t>                    0 &lt; 1:</a:t>
            </a:r>
          </a:p>
          <a:p>
            <a:r>
              <a:rPr lang="en-US" sz="1500" i="1" dirty="0">
                <a:solidFill>
                  <a:schemeClr val="accent1"/>
                </a:solidFill>
              </a:rPr>
              <a:t>            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([1,4], number):</a:t>
            </a:r>
          </a:p>
          <a:p>
            <a:r>
              <a:rPr lang="en-US" sz="1500" dirty="0"/>
              <a:t>                            A = {5}</a:t>
            </a:r>
          </a:p>
          <a:p>
            <a:r>
              <a:rPr lang="en-US" sz="1500" dirty="0"/>
              <a:t>                                </a:t>
            </a:r>
            <a:r>
              <a:rPr lang="en-US" sz="1500" u="sng" dirty="0"/>
              <a:t>c = 5:</a:t>
            </a:r>
          </a:p>
          <a:p>
            <a:r>
              <a:rPr lang="en-US" sz="1500" dirty="0"/>
              <a:t>                                    t = binomial(5 – 5, 3 – 3) = binomial(0, 0) = 1</a:t>
            </a:r>
          </a:p>
          <a:p>
            <a:r>
              <a:rPr lang="en-US" sz="1500" dirty="0"/>
              <a:t>                                    0 &lt; 1:</a:t>
            </a:r>
          </a:p>
          <a:p>
            <a:r>
              <a:rPr lang="en-US" sz="1500" dirty="0"/>
              <a:t>                                        </a:t>
            </a:r>
            <a:r>
              <a:rPr lang="en-US" sz="1500" i="1" dirty="0" err="1">
                <a:solidFill>
                  <a:schemeClr val="accent1"/>
                </a:solidFill>
              </a:rPr>
              <a:t>number_to_combination</a:t>
            </a:r>
            <a:r>
              <a:rPr lang="en-US" sz="1500" i="1" dirty="0">
                <a:solidFill>
                  <a:schemeClr val="accent1"/>
                </a:solidFill>
              </a:rPr>
              <a:t>([1,4,5], number):</a:t>
            </a:r>
          </a:p>
          <a:p>
            <a:r>
              <a:rPr lang="en-US" sz="1500" dirty="0"/>
              <a:t>                                            </a:t>
            </a:r>
            <a:r>
              <a:rPr lang="en-US" sz="1500" b="1" dirty="0"/>
              <a:t>length([1,4,5]) = k = 3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7059B1D-2FA6-4E1B-95A4-CAEF167A3F99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934585" y="1234638"/>
            <a:ext cx="503034" cy="90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BFA9973-A494-459E-BAE4-C16A03B8BEAB}"/>
              </a:ext>
            </a:extLst>
          </p:cNvPr>
          <p:cNvSpPr/>
          <p:nvPr/>
        </p:nvSpPr>
        <p:spPr>
          <a:xfrm>
            <a:off x="3437619" y="1057447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5070737-FAEB-4F21-BAD8-9D6C5FA90239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 flipH="1">
            <a:off x="3264196" y="1359930"/>
            <a:ext cx="296434" cy="44949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4197F46B-C4ED-4A5E-ADAD-95A73AB0E4A3}"/>
              </a:ext>
            </a:extLst>
          </p:cNvPr>
          <p:cNvSpPr/>
          <p:nvPr/>
        </p:nvSpPr>
        <p:spPr>
          <a:xfrm>
            <a:off x="2844210" y="1809427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F592138-1AD8-4E5B-8735-A129C37D810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3857605" y="1411828"/>
            <a:ext cx="15570" cy="77077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4E4CFEA5-0B5C-4792-ACE5-5BAEE4EB66CC}"/>
              </a:ext>
            </a:extLst>
          </p:cNvPr>
          <p:cNvSpPr/>
          <p:nvPr/>
        </p:nvSpPr>
        <p:spPr>
          <a:xfrm>
            <a:off x="3453189" y="218260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42FBAD6-E065-428E-AD03-E44737281DE9}"/>
              </a:ext>
            </a:extLst>
          </p:cNvPr>
          <p:cNvCxnSpPr>
            <a:cxnSpLocks/>
            <a:stCxn id="9" idx="5"/>
            <a:endCxn id="17" idx="0"/>
          </p:cNvCxnSpPr>
          <p:nvPr/>
        </p:nvCxnSpPr>
        <p:spPr>
          <a:xfrm>
            <a:off x="4154580" y="1359930"/>
            <a:ext cx="501649" cy="5120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7AFEC0A7-AF81-4401-8D11-69B762DC7FED}"/>
              </a:ext>
            </a:extLst>
          </p:cNvPr>
          <p:cNvSpPr/>
          <p:nvPr/>
        </p:nvSpPr>
        <p:spPr>
          <a:xfrm>
            <a:off x="4236243" y="1871934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5471234-7E10-47DB-8623-6B4C7C595959}"/>
              </a:ext>
            </a:extLst>
          </p:cNvPr>
          <p:cNvCxnSpPr>
            <a:cxnSpLocks/>
            <a:stCxn id="17" idx="5"/>
            <a:endCxn id="18" idx="1"/>
          </p:cNvCxnSpPr>
          <p:nvPr/>
        </p:nvCxnSpPr>
        <p:spPr>
          <a:xfrm>
            <a:off x="4953204" y="2174417"/>
            <a:ext cx="281173" cy="2113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2761AAFA-7AB9-4175-9692-CC2E50CEB753}"/>
              </a:ext>
            </a:extLst>
          </p:cNvPr>
          <p:cNvSpPr/>
          <p:nvPr/>
        </p:nvSpPr>
        <p:spPr>
          <a:xfrm>
            <a:off x="5111366" y="2333874"/>
            <a:ext cx="839972" cy="35438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145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3DE0CF-B13B-4432-ACFA-2D748DD3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B1B0FD79-0B0A-4C75-A0EF-71B928FA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14878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FE91DC7-266B-4E14-9833-265394BC7D02}"/>
              </a:ext>
            </a:extLst>
          </p:cNvPr>
          <p:cNvSpPr txBox="1">
            <a:spLocks/>
          </p:cNvSpPr>
          <p:nvPr/>
        </p:nvSpPr>
        <p:spPr>
          <a:xfrm>
            <a:off x="279401" y="1132681"/>
            <a:ext cx="11747500" cy="51157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br>
              <a:rPr lang="ru-RU" sz="1700" b="1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tx2"/>
                </a:solidFill>
                <a:latin typeface="Consolas" panose="020B0609020204030204" pitchFamily="49" charset="0"/>
              </a:rPr>
              <a:t>object_to_number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en-US" sz="17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–</a:t>
            </a:r>
            <a:r>
              <a:rPr lang="ru-RU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комбинаторный объект</a:t>
            </a: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7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in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A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en-US" sz="17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+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] </a:t>
            </a:r>
            <a:r>
              <a:rPr lang="ru-RU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– префикс комбинаторного объекта</a:t>
            </a: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ru-RU" sz="17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([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+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] </a:t>
            </a:r>
            <a:r>
              <a:rPr lang="ru-RU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входит в нужную ветку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endParaRPr lang="ru-RU" sz="17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700" dirty="0" err="1">
                <a:solidFill>
                  <a:schemeClr val="tx2"/>
                </a:solidFill>
                <a:latin typeface="Consolas" panose="020B0609020204030204" pitchFamily="49" charset="0"/>
              </a:rPr>
              <a:t>object_to_number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ru-RU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 </a:t>
            </a:r>
            <a:r>
              <a:rPr lang="ru-RU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количество </a:t>
            </a:r>
            <a:r>
              <a:rPr lang="ru-RU" sz="1700" dirty="0" err="1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к.о</a:t>
            </a:r>
            <a:r>
              <a:rPr lang="ru-RU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. с префиксом 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+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17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		</a:t>
            </a:r>
            <a:endParaRPr lang="ru-RU" sz="17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17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74DA3-3829-47A8-8531-3F0C97DC53F2}"/>
              </a:ext>
            </a:extLst>
          </p:cNvPr>
          <p:cNvSpPr txBox="1"/>
          <p:nvPr/>
        </p:nvSpPr>
        <p:spPr>
          <a:xfrm>
            <a:off x="4606300" y="1506965"/>
            <a:ext cx="4445240" cy="3099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/>
              <a:t>префикс является</a:t>
            </a:r>
            <a:r>
              <a:rPr lang="en-US" sz="1400" dirty="0"/>
              <a:t> </a:t>
            </a:r>
            <a:r>
              <a:rPr lang="ru-RU" sz="1400" dirty="0"/>
              <a:t>сочетанием, если его длина равна </a:t>
            </a:r>
            <a:r>
              <a:rPr lang="en-US" sz="1400" dirty="0"/>
              <a:t>k</a:t>
            </a:r>
            <a:endParaRPr lang="ru-RU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ADBCA-FD51-4336-8627-5D8C1184FCD0}"/>
              </a:ext>
            </a:extLst>
          </p:cNvPr>
          <p:cNvSpPr txBox="1"/>
          <p:nvPr/>
        </p:nvSpPr>
        <p:spPr>
          <a:xfrm>
            <a:off x="2603499" y="2159755"/>
            <a:ext cx="9029700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/>
              <a:t>перебор</a:t>
            </a:r>
            <a:r>
              <a:rPr lang="en-US" sz="1400" dirty="0"/>
              <a:t> </a:t>
            </a:r>
            <a:r>
              <a:rPr lang="ru-RU" sz="1400" dirty="0"/>
              <a:t>сокращается с каждым вызовом: он начинается с последнего числа префикса, увеличенного на 1 или 1, если префикс пока пустой, и заканчивается максимально возможным числом, доступным для данного префикса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712AB-F264-4BF7-81B2-5939777C97A8}"/>
              </a:ext>
            </a:extLst>
          </p:cNvPr>
          <p:cNvSpPr txBox="1"/>
          <p:nvPr/>
        </p:nvSpPr>
        <p:spPr>
          <a:xfrm>
            <a:off x="6953437" y="2719665"/>
            <a:ext cx="419620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/>
              <a:t>особых требований к префиксу не предъявляется, они учтены ранее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0BFDC-E95C-42D7-B43B-D7EC9D03D223}"/>
              </a:ext>
            </a:extLst>
          </p:cNvPr>
          <p:cNvSpPr txBox="1"/>
          <p:nvPr/>
        </p:nvSpPr>
        <p:spPr>
          <a:xfrm>
            <a:off x="6153151" y="3398371"/>
            <a:ext cx="419620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/>
              <a:t>условие равносильно тому, что </a:t>
            </a:r>
            <a:r>
              <a:rPr lang="en-US" sz="1400" dirty="0"/>
              <a:t>[p + c]</a:t>
            </a:r>
            <a:r>
              <a:rPr lang="ru-RU" sz="1400" dirty="0"/>
              <a:t> является префиксом </a:t>
            </a:r>
            <a:r>
              <a:rPr lang="en-US" sz="1400" dirty="0"/>
              <a:t>o</a:t>
            </a:r>
            <a:endParaRPr lang="ru-RU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C42A14-0617-401B-AC88-D97BB47F44E5}"/>
              </a:ext>
            </a:extLst>
          </p:cNvPr>
          <p:cNvSpPr txBox="1"/>
          <p:nvPr/>
        </p:nvSpPr>
        <p:spPr>
          <a:xfrm>
            <a:off x="7809875" y="4900383"/>
            <a:ext cx="2199776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C(n – c, k – length(p) – 1)</a:t>
            </a:r>
            <a:endParaRPr lang="ru-RU" sz="1400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01631F-5838-4A96-B535-D33B9A8E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4A233C-E105-471C-85DD-5745E652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91592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577702" y="1485855"/>
            <a:ext cx="9767777" cy="4574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1D41224-C821-4DC2-B7A2-3468A0E74A6A}"/>
              </a:ext>
            </a:extLst>
          </p:cNvPr>
          <p:cNvSpPr/>
          <p:nvPr/>
        </p:nvSpPr>
        <p:spPr>
          <a:xfrm>
            <a:off x="7081282" y="4518838"/>
            <a:ext cx="4882118" cy="2047062"/>
          </a:xfrm>
          <a:custGeom>
            <a:avLst/>
            <a:gdLst>
              <a:gd name="connsiteX0" fmla="*/ 0 w 4882118"/>
              <a:gd name="connsiteY0" fmla="*/ 0 h 2047062"/>
              <a:gd name="connsiteX1" fmla="*/ 640100 w 4882118"/>
              <a:gd name="connsiteY1" fmla="*/ 0 h 2047062"/>
              <a:gd name="connsiteX2" fmla="*/ 1280200 w 4882118"/>
              <a:gd name="connsiteY2" fmla="*/ 0 h 2047062"/>
              <a:gd name="connsiteX3" fmla="*/ 1773836 w 4882118"/>
              <a:gd name="connsiteY3" fmla="*/ 0 h 2047062"/>
              <a:gd name="connsiteX4" fmla="*/ 2218651 w 4882118"/>
              <a:gd name="connsiteY4" fmla="*/ 0 h 2047062"/>
              <a:gd name="connsiteX5" fmla="*/ 2809930 w 4882118"/>
              <a:gd name="connsiteY5" fmla="*/ 0 h 2047062"/>
              <a:gd name="connsiteX6" fmla="*/ 3303567 w 4882118"/>
              <a:gd name="connsiteY6" fmla="*/ 0 h 2047062"/>
              <a:gd name="connsiteX7" fmla="*/ 3699561 w 4882118"/>
              <a:gd name="connsiteY7" fmla="*/ 0 h 2047062"/>
              <a:gd name="connsiteX8" fmla="*/ 4095555 w 4882118"/>
              <a:gd name="connsiteY8" fmla="*/ 0 h 2047062"/>
              <a:gd name="connsiteX9" fmla="*/ 4882118 w 4882118"/>
              <a:gd name="connsiteY9" fmla="*/ 0 h 2047062"/>
              <a:gd name="connsiteX10" fmla="*/ 4882118 w 4882118"/>
              <a:gd name="connsiteY10" fmla="*/ 532236 h 2047062"/>
              <a:gd name="connsiteX11" fmla="*/ 4882118 w 4882118"/>
              <a:gd name="connsiteY11" fmla="*/ 1003060 h 2047062"/>
              <a:gd name="connsiteX12" fmla="*/ 4882118 w 4882118"/>
              <a:gd name="connsiteY12" fmla="*/ 1514826 h 2047062"/>
              <a:gd name="connsiteX13" fmla="*/ 4882118 w 4882118"/>
              <a:gd name="connsiteY13" fmla="*/ 2047062 h 2047062"/>
              <a:gd name="connsiteX14" fmla="*/ 4242018 w 4882118"/>
              <a:gd name="connsiteY14" fmla="*/ 2047062 h 2047062"/>
              <a:gd name="connsiteX15" fmla="*/ 3846024 w 4882118"/>
              <a:gd name="connsiteY15" fmla="*/ 2047062 h 2047062"/>
              <a:gd name="connsiteX16" fmla="*/ 3352388 w 4882118"/>
              <a:gd name="connsiteY16" fmla="*/ 2047062 h 2047062"/>
              <a:gd name="connsiteX17" fmla="*/ 2956394 w 4882118"/>
              <a:gd name="connsiteY17" fmla="*/ 2047062 h 2047062"/>
              <a:gd name="connsiteX18" fmla="*/ 2462757 w 4882118"/>
              <a:gd name="connsiteY18" fmla="*/ 2047062 h 2047062"/>
              <a:gd name="connsiteX19" fmla="*/ 2066763 w 4882118"/>
              <a:gd name="connsiteY19" fmla="*/ 2047062 h 2047062"/>
              <a:gd name="connsiteX20" fmla="*/ 1573127 w 4882118"/>
              <a:gd name="connsiteY20" fmla="*/ 2047062 h 2047062"/>
              <a:gd name="connsiteX21" fmla="*/ 1177133 w 4882118"/>
              <a:gd name="connsiteY21" fmla="*/ 2047062 h 2047062"/>
              <a:gd name="connsiteX22" fmla="*/ 537033 w 4882118"/>
              <a:gd name="connsiteY22" fmla="*/ 2047062 h 2047062"/>
              <a:gd name="connsiteX23" fmla="*/ 0 w 4882118"/>
              <a:gd name="connsiteY23" fmla="*/ 2047062 h 2047062"/>
              <a:gd name="connsiteX24" fmla="*/ 0 w 4882118"/>
              <a:gd name="connsiteY24" fmla="*/ 1596708 h 2047062"/>
              <a:gd name="connsiteX25" fmla="*/ 0 w 4882118"/>
              <a:gd name="connsiteY25" fmla="*/ 1105413 h 2047062"/>
              <a:gd name="connsiteX26" fmla="*/ 0 w 4882118"/>
              <a:gd name="connsiteY26" fmla="*/ 614119 h 2047062"/>
              <a:gd name="connsiteX27" fmla="*/ 0 w 4882118"/>
              <a:gd name="connsiteY27" fmla="*/ 0 h 2047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882118" h="2047062" fill="none" extrusionOk="0">
                <a:moveTo>
                  <a:pt x="0" y="0"/>
                </a:moveTo>
                <a:cubicBezTo>
                  <a:pt x="211718" y="-28143"/>
                  <a:pt x="398169" y="23253"/>
                  <a:pt x="640100" y="0"/>
                </a:cubicBezTo>
                <a:cubicBezTo>
                  <a:pt x="882031" y="-23253"/>
                  <a:pt x="1114117" y="69041"/>
                  <a:pt x="1280200" y="0"/>
                </a:cubicBezTo>
                <a:cubicBezTo>
                  <a:pt x="1446283" y="-69041"/>
                  <a:pt x="1624238" y="4621"/>
                  <a:pt x="1773836" y="0"/>
                </a:cubicBezTo>
                <a:cubicBezTo>
                  <a:pt x="1923434" y="-4621"/>
                  <a:pt x="2120131" y="5521"/>
                  <a:pt x="2218651" y="0"/>
                </a:cubicBezTo>
                <a:cubicBezTo>
                  <a:pt x="2317171" y="-5521"/>
                  <a:pt x="2626951" y="5605"/>
                  <a:pt x="2809930" y="0"/>
                </a:cubicBezTo>
                <a:cubicBezTo>
                  <a:pt x="2992909" y="-5605"/>
                  <a:pt x="3107900" y="24749"/>
                  <a:pt x="3303567" y="0"/>
                </a:cubicBezTo>
                <a:cubicBezTo>
                  <a:pt x="3499234" y="-24749"/>
                  <a:pt x="3583237" y="34109"/>
                  <a:pt x="3699561" y="0"/>
                </a:cubicBezTo>
                <a:cubicBezTo>
                  <a:pt x="3815885" y="-34109"/>
                  <a:pt x="4000110" y="47030"/>
                  <a:pt x="4095555" y="0"/>
                </a:cubicBezTo>
                <a:cubicBezTo>
                  <a:pt x="4191000" y="-47030"/>
                  <a:pt x="4704624" y="92207"/>
                  <a:pt x="4882118" y="0"/>
                </a:cubicBezTo>
                <a:cubicBezTo>
                  <a:pt x="4943317" y="259827"/>
                  <a:pt x="4850325" y="362745"/>
                  <a:pt x="4882118" y="532236"/>
                </a:cubicBezTo>
                <a:cubicBezTo>
                  <a:pt x="4913911" y="701727"/>
                  <a:pt x="4828260" y="847234"/>
                  <a:pt x="4882118" y="1003060"/>
                </a:cubicBezTo>
                <a:cubicBezTo>
                  <a:pt x="4935976" y="1158886"/>
                  <a:pt x="4878514" y="1313607"/>
                  <a:pt x="4882118" y="1514826"/>
                </a:cubicBezTo>
                <a:cubicBezTo>
                  <a:pt x="4885722" y="1716045"/>
                  <a:pt x="4843423" y="1823025"/>
                  <a:pt x="4882118" y="2047062"/>
                </a:cubicBezTo>
                <a:cubicBezTo>
                  <a:pt x="4734297" y="2067176"/>
                  <a:pt x="4431823" y="2006901"/>
                  <a:pt x="4242018" y="2047062"/>
                </a:cubicBezTo>
                <a:cubicBezTo>
                  <a:pt x="4052213" y="2087223"/>
                  <a:pt x="4003022" y="2020778"/>
                  <a:pt x="3846024" y="2047062"/>
                </a:cubicBezTo>
                <a:cubicBezTo>
                  <a:pt x="3689026" y="2073346"/>
                  <a:pt x="3502177" y="2008584"/>
                  <a:pt x="3352388" y="2047062"/>
                </a:cubicBezTo>
                <a:cubicBezTo>
                  <a:pt x="3202599" y="2085540"/>
                  <a:pt x="3093810" y="2022098"/>
                  <a:pt x="2956394" y="2047062"/>
                </a:cubicBezTo>
                <a:cubicBezTo>
                  <a:pt x="2818978" y="2072026"/>
                  <a:pt x="2701994" y="2041042"/>
                  <a:pt x="2462757" y="2047062"/>
                </a:cubicBezTo>
                <a:cubicBezTo>
                  <a:pt x="2223520" y="2053082"/>
                  <a:pt x="2223338" y="2027829"/>
                  <a:pt x="2066763" y="2047062"/>
                </a:cubicBezTo>
                <a:cubicBezTo>
                  <a:pt x="1910188" y="2066295"/>
                  <a:pt x="1703915" y="2004155"/>
                  <a:pt x="1573127" y="2047062"/>
                </a:cubicBezTo>
                <a:cubicBezTo>
                  <a:pt x="1442339" y="2089969"/>
                  <a:pt x="1342962" y="2027607"/>
                  <a:pt x="1177133" y="2047062"/>
                </a:cubicBezTo>
                <a:cubicBezTo>
                  <a:pt x="1011304" y="2066517"/>
                  <a:pt x="743983" y="2032989"/>
                  <a:pt x="537033" y="2047062"/>
                </a:cubicBezTo>
                <a:cubicBezTo>
                  <a:pt x="330083" y="2061135"/>
                  <a:pt x="235522" y="2003258"/>
                  <a:pt x="0" y="2047062"/>
                </a:cubicBezTo>
                <a:cubicBezTo>
                  <a:pt x="-18689" y="1920441"/>
                  <a:pt x="6616" y="1750318"/>
                  <a:pt x="0" y="1596708"/>
                </a:cubicBezTo>
                <a:cubicBezTo>
                  <a:pt x="-6616" y="1443098"/>
                  <a:pt x="26068" y="1211339"/>
                  <a:pt x="0" y="1105413"/>
                </a:cubicBezTo>
                <a:cubicBezTo>
                  <a:pt x="-26068" y="999488"/>
                  <a:pt x="14712" y="847432"/>
                  <a:pt x="0" y="614119"/>
                </a:cubicBezTo>
                <a:cubicBezTo>
                  <a:pt x="-14712" y="380806"/>
                  <a:pt x="9059" y="188747"/>
                  <a:pt x="0" y="0"/>
                </a:cubicBezTo>
                <a:close/>
              </a:path>
              <a:path w="4882118" h="2047062" stroke="0" extrusionOk="0">
                <a:moveTo>
                  <a:pt x="0" y="0"/>
                </a:moveTo>
                <a:cubicBezTo>
                  <a:pt x="118311" y="-4059"/>
                  <a:pt x="274814" y="46735"/>
                  <a:pt x="395994" y="0"/>
                </a:cubicBezTo>
                <a:cubicBezTo>
                  <a:pt x="517174" y="-46735"/>
                  <a:pt x="856955" y="51208"/>
                  <a:pt x="1036094" y="0"/>
                </a:cubicBezTo>
                <a:cubicBezTo>
                  <a:pt x="1215233" y="-51208"/>
                  <a:pt x="1377487" y="52689"/>
                  <a:pt x="1578551" y="0"/>
                </a:cubicBezTo>
                <a:cubicBezTo>
                  <a:pt x="1779615" y="-52689"/>
                  <a:pt x="1941375" y="18546"/>
                  <a:pt x="2218651" y="0"/>
                </a:cubicBezTo>
                <a:cubicBezTo>
                  <a:pt x="2495927" y="-18546"/>
                  <a:pt x="2627122" y="14033"/>
                  <a:pt x="2858751" y="0"/>
                </a:cubicBezTo>
                <a:cubicBezTo>
                  <a:pt x="3090380" y="-14033"/>
                  <a:pt x="3286066" y="60132"/>
                  <a:pt x="3498851" y="0"/>
                </a:cubicBezTo>
                <a:cubicBezTo>
                  <a:pt x="3711636" y="-60132"/>
                  <a:pt x="3822287" y="34310"/>
                  <a:pt x="4090130" y="0"/>
                </a:cubicBezTo>
                <a:cubicBezTo>
                  <a:pt x="4357973" y="-34310"/>
                  <a:pt x="4594607" y="78023"/>
                  <a:pt x="4882118" y="0"/>
                </a:cubicBezTo>
                <a:cubicBezTo>
                  <a:pt x="4897430" y="206114"/>
                  <a:pt x="4867911" y="304932"/>
                  <a:pt x="4882118" y="491295"/>
                </a:cubicBezTo>
                <a:cubicBezTo>
                  <a:pt x="4896325" y="677658"/>
                  <a:pt x="4857686" y="840052"/>
                  <a:pt x="4882118" y="982590"/>
                </a:cubicBezTo>
                <a:cubicBezTo>
                  <a:pt x="4906550" y="1125129"/>
                  <a:pt x="4865238" y="1296770"/>
                  <a:pt x="4882118" y="1453414"/>
                </a:cubicBezTo>
                <a:cubicBezTo>
                  <a:pt x="4898998" y="1610058"/>
                  <a:pt x="4851868" y="1791255"/>
                  <a:pt x="4882118" y="2047062"/>
                </a:cubicBezTo>
                <a:cubicBezTo>
                  <a:pt x="4694687" y="2047161"/>
                  <a:pt x="4597411" y="2025454"/>
                  <a:pt x="4486124" y="2047062"/>
                </a:cubicBezTo>
                <a:cubicBezTo>
                  <a:pt x="4374837" y="2068670"/>
                  <a:pt x="4229723" y="1993504"/>
                  <a:pt x="3992488" y="2047062"/>
                </a:cubicBezTo>
                <a:cubicBezTo>
                  <a:pt x="3755253" y="2100620"/>
                  <a:pt x="3649325" y="1995195"/>
                  <a:pt x="3498851" y="2047062"/>
                </a:cubicBezTo>
                <a:cubicBezTo>
                  <a:pt x="3348377" y="2098929"/>
                  <a:pt x="3044551" y="2019991"/>
                  <a:pt x="2858751" y="2047062"/>
                </a:cubicBezTo>
                <a:cubicBezTo>
                  <a:pt x="2672951" y="2074133"/>
                  <a:pt x="2552457" y="2024757"/>
                  <a:pt x="2316294" y="2047062"/>
                </a:cubicBezTo>
                <a:cubicBezTo>
                  <a:pt x="2080131" y="2069367"/>
                  <a:pt x="1975021" y="1988077"/>
                  <a:pt x="1676194" y="2047062"/>
                </a:cubicBezTo>
                <a:cubicBezTo>
                  <a:pt x="1377367" y="2106047"/>
                  <a:pt x="1368487" y="1999403"/>
                  <a:pt x="1133736" y="2047062"/>
                </a:cubicBezTo>
                <a:cubicBezTo>
                  <a:pt x="898985" y="2094721"/>
                  <a:pt x="774513" y="2017582"/>
                  <a:pt x="591279" y="2047062"/>
                </a:cubicBezTo>
                <a:cubicBezTo>
                  <a:pt x="408045" y="2076542"/>
                  <a:pt x="188372" y="2035105"/>
                  <a:pt x="0" y="2047062"/>
                </a:cubicBezTo>
                <a:cubicBezTo>
                  <a:pt x="-29565" y="1836558"/>
                  <a:pt x="40748" y="1770395"/>
                  <a:pt x="0" y="1535297"/>
                </a:cubicBezTo>
                <a:cubicBezTo>
                  <a:pt x="-40748" y="1300199"/>
                  <a:pt x="35852" y="1231296"/>
                  <a:pt x="0" y="982590"/>
                </a:cubicBezTo>
                <a:cubicBezTo>
                  <a:pt x="-35852" y="733884"/>
                  <a:pt x="35957" y="602080"/>
                  <a:pt x="0" y="450354"/>
                </a:cubicBezTo>
                <a:cubicBezTo>
                  <a:pt x="-35957" y="298628"/>
                  <a:pt x="4128" y="191578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26744461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Рассчитать биномиальные коэффициенты можно заранее или использовать динамическое программирование.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Функция </a:t>
            </a:r>
            <a:r>
              <a:rPr lang="en-US" dirty="0" err="1"/>
              <a:t>is_prefix</a:t>
            </a:r>
            <a:r>
              <a:rPr lang="ru-RU" dirty="0"/>
              <a:t>(</a:t>
            </a:r>
            <a:r>
              <a:rPr lang="en-US" dirty="0"/>
              <a:t>p, o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сверяет совпадение последнего числа префикса и числа </a:t>
            </a:r>
            <a:r>
              <a:rPr lang="ru-RU" dirty="0" err="1"/>
              <a:t>к.о</a:t>
            </a:r>
            <a:r>
              <a:rPr lang="ru-RU" dirty="0"/>
              <a:t>. на той же позиции.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2BEE9E6-A85C-40F5-87AE-48208957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7C3189-A402-4BAB-94B0-2675A6AC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03936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0</a:t>
            </a:r>
          </a:p>
          <a:p>
            <a:r>
              <a:rPr lang="en-US" sz="2000" dirty="0"/>
              <a:t>p = []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9" y="1039586"/>
            <a:ext cx="405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CF1BF7-9AAF-4757-9E76-92E47530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3C2540-4E5C-49E6-9233-6E63EA89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95574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0</a:t>
            </a:r>
          </a:p>
          <a:p>
            <a:r>
              <a:rPr lang="en-US" sz="2000" dirty="0"/>
              <a:t>p = []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8" y="1039586"/>
            <a:ext cx="5012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dirty="0"/>
              <a:t>    A = {1,2,3}</a:t>
            </a:r>
          </a:p>
          <a:p>
            <a:r>
              <a:rPr lang="en-US" dirty="0"/>
              <a:t>    </a:t>
            </a:r>
            <a:r>
              <a:rPr lang="en-US" u="sng" dirty="0"/>
              <a:t>c = 1:</a:t>
            </a:r>
          </a:p>
          <a:p>
            <a:r>
              <a:rPr lang="en-US" dirty="0"/>
              <a:t>        [1] is prefix:</a:t>
            </a:r>
          </a:p>
          <a:p>
            <a:r>
              <a:rPr lang="en-US" dirty="0"/>
              <a:t>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([1], number, o)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BD37990-1BDB-4B57-8AAC-161422090914}"/>
              </a:ext>
            </a:extLst>
          </p:cNvPr>
          <p:cNvCxnSpPr>
            <a:cxnSpLocks/>
            <a:stCxn id="6" idx="5"/>
            <a:endCxn id="11" idx="0"/>
          </p:cNvCxnSpPr>
          <p:nvPr/>
        </p:nvCxnSpPr>
        <p:spPr>
          <a:xfrm>
            <a:off x="2648289" y="1349544"/>
            <a:ext cx="334397" cy="189079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CFDE97CC-AA45-4BFC-9AD7-A50F50F06AF0}"/>
              </a:ext>
            </a:extLst>
          </p:cNvPr>
          <p:cNvSpPr/>
          <p:nvPr/>
        </p:nvSpPr>
        <p:spPr>
          <a:xfrm>
            <a:off x="2562700" y="1538623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70727B-42D4-418F-AC6C-DE10C035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EB6BF52-E5F1-4D86-A8E9-B23237C6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97655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0</a:t>
            </a:r>
          </a:p>
          <a:p>
            <a:r>
              <a:rPr lang="en-US" sz="2000" dirty="0"/>
              <a:t>p = [</a:t>
            </a:r>
            <a:r>
              <a:rPr lang="ru-RU" sz="2000" dirty="0"/>
              <a:t>1</a:t>
            </a:r>
            <a:r>
              <a:rPr lang="en-US" sz="2000" dirty="0"/>
              <a:t>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8" y="1039586"/>
            <a:ext cx="57966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dirty="0"/>
              <a:t>    A = {1,2,3}</a:t>
            </a:r>
          </a:p>
          <a:p>
            <a:r>
              <a:rPr lang="en-US" dirty="0"/>
              <a:t>    </a:t>
            </a:r>
            <a:r>
              <a:rPr lang="en-US" u="sng" dirty="0"/>
              <a:t>c = 1:</a:t>
            </a:r>
          </a:p>
          <a:p>
            <a:r>
              <a:rPr lang="en-US" dirty="0"/>
              <a:t>        [1] is prefix:</a:t>
            </a:r>
          </a:p>
          <a:p>
            <a:r>
              <a:rPr lang="en-US" dirty="0"/>
              <a:t>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dirty="0"/>
              <a:t>                A = {2, 3, 4}:</a:t>
            </a:r>
          </a:p>
          <a:p>
            <a:r>
              <a:rPr lang="en-US" dirty="0"/>
              <a:t>                    </a:t>
            </a:r>
            <a:r>
              <a:rPr lang="en-US" u="sng" dirty="0"/>
              <a:t>c = 2:</a:t>
            </a:r>
          </a:p>
          <a:p>
            <a:r>
              <a:rPr lang="en-US" dirty="0"/>
              <a:t>                        [1,2] is not prefix:</a:t>
            </a:r>
          </a:p>
          <a:p>
            <a:r>
              <a:rPr lang="en-US" dirty="0"/>
              <a:t>                            number = 0 + binomial(5 – 2, 3 – 2) = 3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BD37990-1BDB-4B57-8AAC-161422090914}"/>
              </a:ext>
            </a:extLst>
          </p:cNvPr>
          <p:cNvCxnSpPr>
            <a:cxnSpLocks/>
            <a:stCxn id="6" idx="5"/>
            <a:endCxn id="11" idx="0"/>
          </p:cNvCxnSpPr>
          <p:nvPr/>
        </p:nvCxnSpPr>
        <p:spPr>
          <a:xfrm>
            <a:off x="2648289" y="1349544"/>
            <a:ext cx="334397" cy="189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CFDE97CC-AA45-4BFC-9AD7-A50F50F06AF0}"/>
              </a:ext>
            </a:extLst>
          </p:cNvPr>
          <p:cNvSpPr/>
          <p:nvPr/>
        </p:nvSpPr>
        <p:spPr>
          <a:xfrm>
            <a:off x="2562700" y="153862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63B16E4-5712-4F79-91CB-D0E1E5081667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2324986" y="1841106"/>
            <a:ext cx="360725" cy="22064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Овал 11">
            <a:extLst>
              <a:ext uri="{FF2B5EF4-FFF2-40B4-BE49-F238E27FC236}">
                <a16:creationId xmlns:a16="http://schemas.microsoft.com/office/drawing/2014/main" id="{D010931D-A15F-4329-A131-5FBDA2B5842B}"/>
              </a:ext>
            </a:extLst>
          </p:cNvPr>
          <p:cNvSpPr/>
          <p:nvPr/>
        </p:nvSpPr>
        <p:spPr>
          <a:xfrm>
            <a:off x="1905000" y="2061746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6E70DB-337C-4F15-AB64-B817AEE8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9DB79E6-5AB1-4D09-93D2-7013763C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77014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</a:t>
            </a:r>
            <a:r>
              <a:rPr lang="ru-RU" sz="2000" dirty="0"/>
              <a:t>3</a:t>
            </a:r>
            <a:endParaRPr lang="en-US" sz="2000" dirty="0"/>
          </a:p>
          <a:p>
            <a:r>
              <a:rPr lang="en-US" sz="2000" dirty="0"/>
              <a:t>p = [</a:t>
            </a:r>
            <a:r>
              <a:rPr lang="ru-RU" sz="2000" dirty="0"/>
              <a:t>1</a:t>
            </a:r>
            <a:r>
              <a:rPr lang="en-US" sz="2000" dirty="0"/>
              <a:t>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8" y="1039586"/>
            <a:ext cx="6860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dirty="0"/>
              <a:t>    A = {1,2,3}</a:t>
            </a:r>
          </a:p>
          <a:p>
            <a:r>
              <a:rPr lang="en-US" dirty="0"/>
              <a:t>    </a:t>
            </a:r>
            <a:r>
              <a:rPr lang="en-US" u="sng" dirty="0"/>
              <a:t>c = 1:</a:t>
            </a:r>
          </a:p>
          <a:p>
            <a:r>
              <a:rPr lang="en-US" dirty="0"/>
              <a:t>        [1] is prefix:</a:t>
            </a:r>
          </a:p>
          <a:p>
            <a:r>
              <a:rPr lang="en-US" dirty="0"/>
              <a:t>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dirty="0"/>
              <a:t>                A = {2, 3, 4}:</a:t>
            </a:r>
          </a:p>
          <a:p>
            <a:r>
              <a:rPr lang="en-US" dirty="0"/>
              <a:t>                    </a:t>
            </a:r>
            <a:r>
              <a:rPr lang="en-US" u="sng" dirty="0"/>
              <a:t>c = 2:</a:t>
            </a:r>
          </a:p>
          <a:p>
            <a:r>
              <a:rPr lang="en-US" dirty="0"/>
              <a:t>                        [1,2] is not prefix:</a:t>
            </a:r>
          </a:p>
          <a:p>
            <a:r>
              <a:rPr lang="en-US" dirty="0"/>
              <a:t>                            number = 0 + binomial(5 – 2, 3 – 2) = 3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3:</a:t>
            </a:r>
          </a:p>
          <a:p>
            <a:r>
              <a:rPr lang="en-US" dirty="0"/>
              <a:t>                         [1,3] is not prefix:</a:t>
            </a:r>
          </a:p>
          <a:p>
            <a:r>
              <a:rPr lang="en-US" dirty="0"/>
              <a:t>                             number = 3 + binomial(5 – 3, 3 – 2) = 3 + 2 = 5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BD37990-1BDB-4B57-8AAC-161422090914}"/>
              </a:ext>
            </a:extLst>
          </p:cNvPr>
          <p:cNvCxnSpPr>
            <a:cxnSpLocks/>
            <a:stCxn id="6" idx="5"/>
            <a:endCxn id="11" idx="0"/>
          </p:cNvCxnSpPr>
          <p:nvPr/>
        </p:nvCxnSpPr>
        <p:spPr>
          <a:xfrm>
            <a:off x="2648289" y="1349544"/>
            <a:ext cx="379774" cy="189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CFDE97CC-AA45-4BFC-9AD7-A50F50F06AF0}"/>
              </a:ext>
            </a:extLst>
          </p:cNvPr>
          <p:cNvSpPr/>
          <p:nvPr/>
        </p:nvSpPr>
        <p:spPr>
          <a:xfrm>
            <a:off x="2608077" y="153862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63B16E4-5712-4F79-91CB-D0E1E5081667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2324986" y="1841106"/>
            <a:ext cx="406102" cy="2206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Овал 11">
            <a:extLst>
              <a:ext uri="{FF2B5EF4-FFF2-40B4-BE49-F238E27FC236}">
                <a16:creationId xmlns:a16="http://schemas.microsoft.com/office/drawing/2014/main" id="{D010931D-A15F-4329-A131-5FBDA2B5842B}"/>
              </a:ext>
            </a:extLst>
          </p:cNvPr>
          <p:cNvSpPr/>
          <p:nvPr/>
        </p:nvSpPr>
        <p:spPr>
          <a:xfrm>
            <a:off x="1905000" y="206174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C98C4E0-0209-472C-AAA9-90BA172CC9FC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3028063" y="1893004"/>
            <a:ext cx="206861" cy="24320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DFE8A3B9-9694-422B-9FD9-AF9B32A3FD8D}"/>
              </a:ext>
            </a:extLst>
          </p:cNvPr>
          <p:cNvSpPr/>
          <p:nvPr/>
        </p:nvSpPr>
        <p:spPr>
          <a:xfrm>
            <a:off x="2814938" y="2136210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20DCFD-7625-4097-9C06-4950DB1C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92C3D14-1443-4DC0-8676-106E1D8C5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4495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</a:t>
            </a:r>
            <a:r>
              <a:rPr lang="ru-RU" sz="2000" dirty="0"/>
              <a:t>5</a:t>
            </a:r>
            <a:endParaRPr lang="en-US" sz="2000" dirty="0"/>
          </a:p>
          <a:p>
            <a:r>
              <a:rPr lang="en-US" sz="2000" dirty="0"/>
              <a:t>p = [</a:t>
            </a:r>
            <a:r>
              <a:rPr lang="ru-RU" sz="2000" dirty="0"/>
              <a:t>1</a:t>
            </a:r>
            <a:r>
              <a:rPr lang="en-US" sz="2000" dirty="0"/>
              <a:t>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8" y="1039586"/>
            <a:ext cx="68608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dirty="0"/>
              <a:t>    A = {1,2,3}</a:t>
            </a:r>
          </a:p>
          <a:p>
            <a:r>
              <a:rPr lang="en-US" dirty="0"/>
              <a:t>    </a:t>
            </a:r>
            <a:r>
              <a:rPr lang="en-US" u="sng" dirty="0"/>
              <a:t>c = 1:</a:t>
            </a:r>
          </a:p>
          <a:p>
            <a:r>
              <a:rPr lang="en-US" dirty="0"/>
              <a:t>        [1] is prefix:</a:t>
            </a:r>
          </a:p>
          <a:p>
            <a:r>
              <a:rPr lang="en-US" dirty="0"/>
              <a:t>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dirty="0"/>
              <a:t>                A = {2, 3, 4}:</a:t>
            </a:r>
          </a:p>
          <a:p>
            <a:r>
              <a:rPr lang="en-US" dirty="0"/>
              <a:t>                    </a:t>
            </a:r>
            <a:r>
              <a:rPr lang="en-US" u="sng" dirty="0"/>
              <a:t>c = 2:</a:t>
            </a:r>
          </a:p>
          <a:p>
            <a:r>
              <a:rPr lang="en-US" dirty="0"/>
              <a:t>                        [1,2] is not prefix:</a:t>
            </a:r>
          </a:p>
          <a:p>
            <a:r>
              <a:rPr lang="en-US" dirty="0"/>
              <a:t>                            number = 0 + binomial(5 – 2, 3 – 2) = 3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3:</a:t>
            </a:r>
          </a:p>
          <a:p>
            <a:r>
              <a:rPr lang="en-US" dirty="0"/>
              <a:t>                         [1,3] is not prefix:</a:t>
            </a:r>
          </a:p>
          <a:p>
            <a:r>
              <a:rPr lang="en-US" dirty="0"/>
              <a:t>                             number = 3 + binomial(5 – 3, 3 – 2) = 3 + 2 = 5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4:</a:t>
            </a:r>
          </a:p>
          <a:p>
            <a:r>
              <a:rPr lang="en-US" dirty="0"/>
              <a:t>                         [1,4] is prefix:</a:t>
            </a:r>
          </a:p>
          <a:p>
            <a:r>
              <a:rPr lang="en-US" dirty="0"/>
              <a:t>                 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([1,4], number, o)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BD37990-1BDB-4B57-8AAC-161422090914}"/>
              </a:ext>
            </a:extLst>
          </p:cNvPr>
          <p:cNvCxnSpPr>
            <a:cxnSpLocks/>
            <a:stCxn id="6" idx="5"/>
            <a:endCxn id="11" idx="0"/>
          </p:cNvCxnSpPr>
          <p:nvPr/>
        </p:nvCxnSpPr>
        <p:spPr>
          <a:xfrm>
            <a:off x="2648289" y="1349544"/>
            <a:ext cx="379774" cy="189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CFDE97CC-AA45-4BFC-9AD7-A50F50F06AF0}"/>
              </a:ext>
            </a:extLst>
          </p:cNvPr>
          <p:cNvSpPr/>
          <p:nvPr/>
        </p:nvSpPr>
        <p:spPr>
          <a:xfrm>
            <a:off x="2608077" y="153862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63B16E4-5712-4F79-91CB-D0E1E5081667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2324986" y="1841106"/>
            <a:ext cx="406102" cy="2206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Овал 11">
            <a:extLst>
              <a:ext uri="{FF2B5EF4-FFF2-40B4-BE49-F238E27FC236}">
                <a16:creationId xmlns:a16="http://schemas.microsoft.com/office/drawing/2014/main" id="{D010931D-A15F-4329-A131-5FBDA2B5842B}"/>
              </a:ext>
            </a:extLst>
          </p:cNvPr>
          <p:cNvSpPr/>
          <p:nvPr/>
        </p:nvSpPr>
        <p:spPr>
          <a:xfrm>
            <a:off x="1905000" y="206174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C98C4E0-0209-472C-AAA9-90BA172CC9FC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3028063" y="1893004"/>
            <a:ext cx="206861" cy="2432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DFE8A3B9-9694-422B-9FD9-AF9B32A3FD8D}"/>
              </a:ext>
            </a:extLst>
          </p:cNvPr>
          <p:cNvSpPr/>
          <p:nvPr/>
        </p:nvSpPr>
        <p:spPr>
          <a:xfrm>
            <a:off x="2814938" y="213621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F79F482-4051-424A-84A0-9E86B586FE1C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 flipV="1">
            <a:off x="3448049" y="1285555"/>
            <a:ext cx="554559" cy="430259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5439DDDB-2BE8-4DB1-8823-4AE7B4324FDD}"/>
              </a:ext>
            </a:extLst>
          </p:cNvPr>
          <p:cNvSpPr/>
          <p:nvPr/>
        </p:nvSpPr>
        <p:spPr>
          <a:xfrm>
            <a:off x="4002608" y="1108364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BB9C87-5366-4F39-8870-C0045959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55839D8-CFBF-4473-B0A8-BAA451BF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20655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</a:t>
            </a:r>
            <a:r>
              <a:rPr lang="ru-RU" sz="2000" dirty="0"/>
              <a:t>5</a:t>
            </a:r>
            <a:endParaRPr lang="en-US" sz="2000" dirty="0"/>
          </a:p>
          <a:p>
            <a:r>
              <a:rPr lang="en-US" sz="2000" dirty="0"/>
              <a:t>p = [</a:t>
            </a:r>
            <a:r>
              <a:rPr lang="ru-RU" sz="2000" dirty="0"/>
              <a:t>1</a:t>
            </a:r>
            <a:r>
              <a:rPr lang="en-US" sz="2000" dirty="0"/>
              <a:t>,4]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7" y="1039586"/>
            <a:ext cx="72662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dirty="0"/>
              <a:t>    A = {1,2,3}</a:t>
            </a:r>
          </a:p>
          <a:p>
            <a:r>
              <a:rPr lang="en-US" dirty="0"/>
              <a:t>    </a:t>
            </a:r>
            <a:r>
              <a:rPr lang="en-US" u="sng" dirty="0"/>
              <a:t>c = 1:</a:t>
            </a:r>
          </a:p>
          <a:p>
            <a:r>
              <a:rPr lang="en-US" dirty="0"/>
              <a:t>        [1] is prefix:</a:t>
            </a:r>
          </a:p>
          <a:p>
            <a:r>
              <a:rPr lang="en-US" dirty="0"/>
              <a:t>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dirty="0"/>
              <a:t>                A = {2, 3, 4}:</a:t>
            </a:r>
          </a:p>
          <a:p>
            <a:r>
              <a:rPr lang="en-US" dirty="0"/>
              <a:t>                    </a:t>
            </a:r>
            <a:r>
              <a:rPr lang="en-US" u="sng" dirty="0"/>
              <a:t>c = 2:</a:t>
            </a:r>
          </a:p>
          <a:p>
            <a:r>
              <a:rPr lang="en-US" dirty="0"/>
              <a:t>                        [1,2] is not prefix:</a:t>
            </a:r>
          </a:p>
          <a:p>
            <a:r>
              <a:rPr lang="en-US" dirty="0"/>
              <a:t>                            number = 0 + binomial(5 – 2, 3 – 2) = 3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3:</a:t>
            </a:r>
          </a:p>
          <a:p>
            <a:r>
              <a:rPr lang="en-US" dirty="0"/>
              <a:t>                         [1,3] is not prefix:</a:t>
            </a:r>
          </a:p>
          <a:p>
            <a:r>
              <a:rPr lang="en-US" dirty="0"/>
              <a:t>                             number = 3 + binomial(5 – 3, 3 – 2) = 3 + 2 = 5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4:</a:t>
            </a:r>
          </a:p>
          <a:p>
            <a:r>
              <a:rPr lang="en-US" dirty="0"/>
              <a:t>                         [1,4] is prefix:</a:t>
            </a:r>
          </a:p>
          <a:p>
            <a:r>
              <a:rPr lang="en-US" dirty="0"/>
              <a:t>                 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([1,4], number, o):</a:t>
            </a:r>
          </a:p>
          <a:p>
            <a:r>
              <a:rPr lang="en-US" dirty="0"/>
              <a:t>                                  A = {5}</a:t>
            </a:r>
          </a:p>
          <a:p>
            <a:r>
              <a:rPr lang="en-US" dirty="0"/>
              <a:t>                                      </a:t>
            </a:r>
            <a:r>
              <a:rPr lang="en-US" u="sng" dirty="0"/>
              <a:t>c = 5:</a:t>
            </a:r>
          </a:p>
          <a:p>
            <a:r>
              <a:rPr lang="en-US" dirty="0"/>
              <a:t>                                          [1,4,5] is prefix:</a:t>
            </a:r>
          </a:p>
          <a:p>
            <a:r>
              <a:rPr lang="en-US" dirty="0"/>
              <a:t>                                  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([1,4,5], number, o)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BD37990-1BDB-4B57-8AAC-161422090914}"/>
              </a:ext>
            </a:extLst>
          </p:cNvPr>
          <p:cNvCxnSpPr>
            <a:cxnSpLocks/>
            <a:stCxn id="6" idx="5"/>
            <a:endCxn id="11" idx="0"/>
          </p:cNvCxnSpPr>
          <p:nvPr/>
        </p:nvCxnSpPr>
        <p:spPr>
          <a:xfrm>
            <a:off x="2648289" y="1349544"/>
            <a:ext cx="379774" cy="189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CFDE97CC-AA45-4BFC-9AD7-A50F50F06AF0}"/>
              </a:ext>
            </a:extLst>
          </p:cNvPr>
          <p:cNvSpPr/>
          <p:nvPr/>
        </p:nvSpPr>
        <p:spPr>
          <a:xfrm>
            <a:off x="2608077" y="153862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63B16E4-5712-4F79-91CB-D0E1E5081667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2324986" y="1841106"/>
            <a:ext cx="406102" cy="2206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Овал 11">
            <a:extLst>
              <a:ext uri="{FF2B5EF4-FFF2-40B4-BE49-F238E27FC236}">
                <a16:creationId xmlns:a16="http://schemas.microsoft.com/office/drawing/2014/main" id="{D010931D-A15F-4329-A131-5FBDA2B5842B}"/>
              </a:ext>
            </a:extLst>
          </p:cNvPr>
          <p:cNvSpPr/>
          <p:nvPr/>
        </p:nvSpPr>
        <p:spPr>
          <a:xfrm>
            <a:off x="1905000" y="206174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C98C4E0-0209-472C-AAA9-90BA172CC9FC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3028063" y="1893004"/>
            <a:ext cx="206861" cy="2432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DFE8A3B9-9694-422B-9FD9-AF9B32A3FD8D}"/>
              </a:ext>
            </a:extLst>
          </p:cNvPr>
          <p:cNvSpPr/>
          <p:nvPr/>
        </p:nvSpPr>
        <p:spPr>
          <a:xfrm>
            <a:off x="2814938" y="213621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F79F482-4051-424A-84A0-9E86B586FE1C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 flipV="1">
            <a:off x="3448049" y="1285555"/>
            <a:ext cx="554559" cy="4302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5439DDDB-2BE8-4DB1-8823-4AE7B4324FDD}"/>
              </a:ext>
            </a:extLst>
          </p:cNvPr>
          <p:cNvSpPr/>
          <p:nvPr/>
        </p:nvSpPr>
        <p:spPr>
          <a:xfrm>
            <a:off x="4002608" y="1108364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C641857-D515-41EE-B51F-CB82809137D3}"/>
              </a:ext>
            </a:extLst>
          </p:cNvPr>
          <p:cNvCxnSpPr>
            <a:cxnSpLocks/>
            <a:stCxn id="17" idx="4"/>
            <a:endCxn id="20" idx="0"/>
          </p:cNvCxnSpPr>
          <p:nvPr/>
        </p:nvCxnSpPr>
        <p:spPr>
          <a:xfrm>
            <a:off x="4422594" y="1462745"/>
            <a:ext cx="0" cy="354381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7BDE1E91-C902-4158-B036-AAAF26148F5F}"/>
              </a:ext>
            </a:extLst>
          </p:cNvPr>
          <p:cNvSpPr/>
          <p:nvPr/>
        </p:nvSpPr>
        <p:spPr>
          <a:xfrm>
            <a:off x="4002608" y="1817126"/>
            <a:ext cx="839972" cy="354381"/>
          </a:xfrm>
          <a:prstGeom prst="ellips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  <a:r>
              <a:rPr lang="en-US" dirty="0"/>
              <a:t>5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8F8470-4E70-489E-97F0-F1F9EB35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65269AE-F2A8-4158-9714-16019C0A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51747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</a:t>
            </a:r>
            <a:r>
              <a:rPr lang="ru-RU" sz="2000" dirty="0"/>
              <a:t>5</a:t>
            </a:r>
            <a:endParaRPr lang="en-US" sz="2000" dirty="0"/>
          </a:p>
          <a:p>
            <a:r>
              <a:rPr lang="en-US" sz="2000" dirty="0"/>
              <a:t>p = [</a:t>
            </a:r>
            <a:r>
              <a:rPr lang="ru-RU" sz="2000" dirty="0"/>
              <a:t>1</a:t>
            </a:r>
            <a:r>
              <a:rPr lang="en-US" sz="2000" dirty="0"/>
              <a:t>,4,5]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7" y="1039586"/>
            <a:ext cx="72662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dirty="0"/>
              <a:t>    A = {1,2,3}</a:t>
            </a:r>
          </a:p>
          <a:p>
            <a:r>
              <a:rPr lang="en-US" dirty="0"/>
              <a:t>    </a:t>
            </a:r>
            <a:r>
              <a:rPr lang="en-US" u="sng" dirty="0"/>
              <a:t>c = 1:</a:t>
            </a:r>
          </a:p>
          <a:p>
            <a:r>
              <a:rPr lang="en-US" dirty="0"/>
              <a:t>        [1] is prefix:</a:t>
            </a:r>
          </a:p>
          <a:p>
            <a:r>
              <a:rPr lang="en-US" dirty="0"/>
              <a:t>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dirty="0"/>
              <a:t>                A = {2, 3, 4}:</a:t>
            </a:r>
          </a:p>
          <a:p>
            <a:r>
              <a:rPr lang="en-US" dirty="0"/>
              <a:t>                    </a:t>
            </a:r>
            <a:r>
              <a:rPr lang="en-US" u="sng" dirty="0"/>
              <a:t>c = 2:</a:t>
            </a:r>
          </a:p>
          <a:p>
            <a:r>
              <a:rPr lang="en-US" dirty="0"/>
              <a:t>                        [1,2] is not prefix:</a:t>
            </a:r>
          </a:p>
          <a:p>
            <a:r>
              <a:rPr lang="en-US" dirty="0"/>
              <a:t>                            number = 0 + binomial(5 – 2, 3 – 2) = 3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3:</a:t>
            </a:r>
          </a:p>
          <a:p>
            <a:r>
              <a:rPr lang="en-US" dirty="0"/>
              <a:t>                         [1,3] is not prefix:</a:t>
            </a:r>
          </a:p>
          <a:p>
            <a:r>
              <a:rPr lang="en-US" dirty="0"/>
              <a:t>                             number = 3 + binomial(5 – 3, 3 – 2) = 3 + 2 = 5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4:</a:t>
            </a:r>
          </a:p>
          <a:p>
            <a:r>
              <a:rPr lang="en-US" dirty="0"/>
              <a:t>                         [1,4] is prefix:</a:t>
            </a:r>
          </a:p>
          <a:p>
            <a:r>
              <a:rPr lang="en-US" dirty="0"/>
              <a:t>                 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([1,4], number, o):</a:t>
            </a:r>
          </a:p>
          <a:p>
            <a:r>
              <a:rPr lang="en-US" dirty="0"/>
              <a:t>                                  A = {5}</a:t>
            </a:r>
          </a:p>
          <a:p>
            <a:r>
              <a:rPr lang="en-US" dirty="0"/>
              <a:t>                                      </a:t>
            </a:r>
            <a:r>
              <a:rPr lang="en-US" u="sng" dirty="0"/>
              <a:t>c = 5:</a:t>
            </a:r>
          </a:p>
          <a:p>
            <a:r>
              <a:rPr lang="en-US" dirty="0"/>
              <a:t>                                          [1,4,5] is prefix:</a:t>
            </a:r>
          </a:p>
          <a:p>
            <a:r>
              <a:rPr lang="en-US" dirty="0"/>
              <a:t>                                  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([1,4,5], number, o):</a:t>
            </a:r>
          </a:p>
          <a:p>
            <a:r>
              <a:rPr lang="en-US" dirty="0"/>
              <a:t>                                                  </a:t>
            </a:r>
            <a:r>
              <a:rPr lang="en-US" b="1" dirty="0"/>
              <a:t>length([1,4,5]) = k = 3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BD37990-1BDB-4B57-8AAC-161422090914}"/>
              </a:ext>
            </a:extLst>
          </p:cNvPr>
          <p:cNvCxnSpPr>
            <a:cxnSpLocks/>
            <a:stCxn id="6" idx="5"/>
            <a:endCxn id="11" idx="0"/>
          </p:cNvCxnSpPr>
          <p:nvPr/>
        </p:nvCxnSpPr>
        <p:spPr>
          <a:xfrm>
            <a:off x="2648289" y="1349544"/>
            <a:ext cx="379774" cy="189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CFDE97CC-AA45-4BFC-9AD7-A50F50F06AF0}"/>
              </a:ext>
            </a:extLst>
          </p:cNvPr>
          <p:cNvSpPr/>
          <p:nvPr/>
        </p:nvSpPr>
        <p:spPr>
          <a:xfrm>
            <a:off x="2608077" y="153862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63B16E4-5712-4F79-91CB-D0E1E5081667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2324986" y="1841106"/>
            <a:ext cx="406102" cy="2206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Овал 11">
            <a:extLst>
              <a:ext uri="{FF2B5EF4-FFF2-40B4-BE49-F238E27FC236}">
                <a16:creationId xmlns:a16="http://schemas.microsoft.com/office/drawing/2014/main" id="{D010931D-A15F-4329-A131-5FBDA2B5842B}"/>
              </a:ext>
            </a:extLst>
          </p:cNvPr>
          <p:cNvSpPr/>
          <p:nvPr/>
        </p:nvSpPr>
        <p:spPr>
          <a:xfrm>
            <a:off x="1905000" y="206174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C98C4E0-0209-472C-AAA9-90BA172CC9FC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3028063" y="1893004"/>
            <a:ext cx="206861" cy="2432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DFE8A3B9-9694-422B-9FD9-AF9B32A3FD8D}"/>
              </a:ext>
            </a:extLst>
          </p:cNvPr>
          <p:cNvSpPr/>
          <p:nvPr/>
        </p:nvSpPr>
        <p:spPr>
          <a:xfrm>
            <a:off x="2814938" y="213621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F79F482-4051-424A-84A0-9E86B586FE1C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 flipV="1">
            <a:off x="3448049" y="1285555"/>
            <a:ext cx="554559" cy="4302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5439DDDB-2BE8-4DB1-8823-4AE7B4324FDD}"/>
              </a:ext>
            </a:extLst>
          </p:cNvPr>
          <p:cNvSpPr/>
          <p:nvPr/>
        </p:nvSpPr>
        <p:spPr>
          <a:xfrm>
            <a:off x="4002608" y="1108364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C641857-D515-41EE-B51F-CB82809137D3}"/>
              </a:ext>
            </a:extLst>
          </p:cNvPr>
          <p:cNvCxnSpPr>
            <a:cxnSpLocks/>
            <a:stCxn id="17" idx="4"/>
            <a:endCxn id="20" idx="0"/>
          </p:cNvCxnSpPr>
          <p:nvPr/>
        </p:nvCxnSpPr>
        <p:spPr>
          <a:xfrm>
            <a:off x="4422594" y="1462745"/>
            <a:ext cx="0" cy="3543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7BDE1E91-C902-4158-B036-AAAF26148F5F}"/>
              </a:ext>
            </a:extLst>
          </p:cNvPr>
          <p:cNvSpPr/>
          <p:nvPr/>
        </p:nvSpPr>
        <p:spPr>
          <a:xfrm>
            <a:off x="4002608" y="1817126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  <a:r>
              <a:rPr lang="en-US" dirty="0"/>
              <a:t>5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109FF-3E06-4CAB-8C66-A8F8EA0B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9472E3B-2CB4-49F7-9ADF-0593DF7D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53923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5B657-413A-4099-A550-36489778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182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Получение номера сочетания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DEDE7EC-C93D-49D7-95DB-DF1A6D75926F}"/>
              </a:ext>
            </a:extLst>
          </p:cNvPr>
          <p:cNvSpPr txBox="1">
            <a:spLocks/>
          </p:cNvSpPr>
          <p:nvPr/>
        </p:nvSpPr>
        <p:spPr>
          <a:xfrm>
            <a:off x="209403" y="2730499"/>
            <a:ext cx="5886597" cy="3376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number, 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ru-RU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A = {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last_digit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...,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is_prefix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combination_to_number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 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binomial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–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length(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BE6E-7673-43B1-9D7D-8B97CF45A444}"/>
              </a:ext>
            </a:extLst>
          </p:cNvPr>
          <p:cNvSpPr txBox="1"/>
          <p:nvPr/>
        </p:nvSpPr>
        <p:spPr>
          <a:xfrm>
            <a:off x="293915" y="1039586"/>
            <a:ext cx="1480456" cy="163121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n = 5</a:t>
            </a:r>
          </a:p>
          <a:p>
            <a:r>
              <a:rPr lang="en-US" sz="2000" dirty="0"/>
              <a:t>k = 3</a:t>
            </a:r>
          </a:p>
          <a:p>
            <a:r>
              <a:rPr lang="en-US" sz="2000" dirty="0"/>
              <a:t>o = [1,4,5]</a:t>
            </a:r>
          </a:p>
          <a:p>
            <a:r>
              <a:rPr lang="en-US" sz="2000" dirty="0"/>
              <a:t>number = </a:t>
            </a:r>
            <a:r>
              <a:rPr lang="ru-RU" sz="2000" dirty="0"/>
              <a:t>5</a:t>
            </a:r>
            <a:endParaRPr lang="en-US" sz="2000" dirty="0"/>
          </a:p>
          <a:p>
            <a:r>
              <a:rPr lang="en-US" sz="2000" dirty="0"/>
              <a:t>p = [</a:t>
            </a:r>
            <a:r>
              <a:rPr lang="ru-RU" sz="2000" dirty="0"/>
              <a:t>1</a:t>
            </a:r>
            <a:r>
              <a:rPr lang="en-US" sz="2000" dirty="0"/>
              <a:t>,4,5]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7318A-4D89-4E6D-80E6-3C946EF3AC62}"/>
              </a:ext>
            </a:extLst>
          </p:cNvPr>
          <p:cNvSpPr txBox="1"/>
          <p:nvPr/>
        </p:nvSpPr>
        <p:spPr>
          <a:xfrm>
            <a:off x="5121727" y="1039586"/>
            <a:ext cx="72662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([], number, o):</a:t>
            </a:r>
          </a:p>
          <a:p>
            <a:r>
              <a:rPr lang="en-US" dirty="0"/>
              <a:t>    A = {1,2,3}</a:t>
            </a:r>
          </a:p>
          <a:p>
            <a:r>
              <a:rPr lang="en-US" dirty="0"/>
              <a:t>    </a:t>
            </a:r>
            <a:r>
              <a:rPr lang="en-US" u="sng" dirty="0"/>
              <a:t>c = 1:</a:t>
            </a:r>
          </a:p>
          <a:p>
            <a:r>
              <a:rPr lang="en-US" dirty="0"/>
              <a:t>        [1] is prefix:</a:t>
            </a:r>
          </a:p>
          <a:p>
            <a:r>
              <a:rPr lang="en-US" dirty="0"/>
              <a:t>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([1], number, o):</a:t>
            </a:r>
          </a:p>
          <a:p>
            <a:r>
              <a:rPr lang="en-US" dirty="0"/>
              <a:t>                A = {2, 3, 4}:</a:t>
            </a:r>
          </a:p>
          <a:p>
            <a:r>
              <a:rPr lang="en-US" dirty="0"/>
              <a:t>                    </a:t>
            </a:r>
            <a:r>
              <a:rPr lang="en-US" u="sng" dirty="0"/>
              <a:t>c = 2:</a:t>
            </a:r>
          </a:p>
          <a:p>
            <a:r>
              <a:rPr lang="en-US" dirty="0"/>
              <a:t>                        [1,2] is not prefix:</a:t>
            </a:r>
          </a:p>
          <a:p>
            <a:r>
              <a:rPr lang="en-US" dirty="0"/>
              <a:t>                            number = 0 + binomial(5 – 2, 3 – 2) = 3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3:</a:t>
            </a:r>
          </a:p>
          <a:p>
            <a:r>
              <a:rPr lang="en-US" dirty="0"/>
              <a:t>                         [1,3] is not prefix:</a:t>
            </a:r>
          </a:p>
          <a:p>
            <a:r>
              <a:rPr lang="en-US" dirty="0"/>
              <a:t>                             number = 3 + binomial(5 – 3, 3 – 2) = 3 + 2 = 5</a:t>
            </a:r>
          </a:p>
          <a:p>
            <a:r>
              <a:rPr lang="en-US" dirty="0"/>
              <a:t>                     </a:t>
            </a:r>
            <a:r>
              <a:rPr lang="en-US" u="sng" dirty="0"/>
              <a:t>c = 4:</a:t>
            </a:r>
          </a:p>
          <a:p>
            <a:r>
              <a:rPr lang="en-US" dirty="0"/>
              <a:t>                         [1,4] is prefix:</a:t>
            </a:r>
          </a:p>
          <a:p>
            <a:r>
              <a:rPr lang="en-US" dirty="0"/>
              <a:t>                 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([1,4], number, o):</a:t>
            </a:r>
          </a:p>
          <a:p>
            <a:r>
              <a:rPr lang="en-US" dirty="0"/>
              <a:t>                                  A = {5}</a:t>
            </a:r>
          </a:p>
          <a:p>
            <a:r>
              <a:rPr lang="en-US" dirty="0"/>
              <a:t>                                      </a:t>
            </a:r>
            <a:r>
              <a:rPr lang="en-US" u="sng" dirty="0"/>
              <a:t>c = 5:</a:t>
            </a:r>
          </a:p>
          <a:p>
            <a:r>
              <a:rPr lang="en-US" dirty="0"/>
              <a:t>                                          [1,4,5] is prefix:</a:t>
            </a:r>
          </a:p>
          <a:p>
            <a:r>
              <a:rPr lang="en-US" dirty="0"/>
              <a:t>                                              </a:t>
            </a:r>
            <a:r>
              <a:rPr lang="en-US" i="1" dirty="0" err="1">
                <a:solidFill>
                  <a:schemeClr val="accent1"/>
                </a:solidFill>
              </a:rPr>
              <a:t>combination_to_number</a:t>
            </a:r>
            <a:r>
              <a:rPr lang="en-US" i="1" dirty="0">
                <a:solidFill>
                  <a:schemeClr val="accent1"/>
                </a:solidFill>
              </a:rPr>
              <a:t>([1,4,5], number, o):</a:t>
            </a:r>
          </a:p>
          <a:p>
            <a:r>
              <a:rPr lang="en-US" dirty="0"/>
              <a:t>                                                  </a:t>
            </a:r>
            <a:r>
              <a:rPr lang="en-US" b="1" dirty="0"/>
              <a:t>length([1,4,5]) = k = 3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06F056F-9D10-49B4-A475-EC0269B94F24}"/>
              </a:ext>
            </a:extLst>
          </p:cNvPr>
          <p:cNvSpPr/>
          <p:nvPr/>
        </p:nvSpPr>
        <p:spPr>
          <a:xfrm>
            <a:off x="1931328" y="1047061"/>
            <a:ext cx="839972" cy="3543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BD37990-1BDB-4B57-8AAC-161422090914}"/>
              </a:ext>
            </a:extLst>
          </p:cNvPr>
          <p:cNvCxnSpPr>
            <a:cxnSpLocks/>
            <a:stCxn id="6" idx="5"/>
            <a:endCxn id="11" idx="0"/>
          </p:cNvCxnSpPr>
          <p:nvPr/>
        </p:nvCxnSpPr>
        <p:spPr>
          <a:xfrm>
            <a:off x="2648289" y="1349544"/>
            <a:ext cx="379774" cy="189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CFDE97CC-AA45-4BFC-9AD7-A50F50F06AF0}"/>
              </a:ext>
            </a:extLst>
          </p:cNvPr>
          <p:cNvSpPr/>
          <p:nvPr/>
        </p:nvSpPr>
        <p:spPr>
          <a:xfrm>
            <a:off x="2608077" y="1538623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63B16E4-5712-4F79-91CB-D0E1E5081667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2324986" y="1841106"/>
            <a:ext cx="406102" cy="2206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Овал 11">
            <a:extLst>
              <a:ext uri="{FF2B5EF4-FFF2-40B4-BE49-F238E27FC236}">
                <a16:creationId xmlns:a16="http://schemas.microsoft.com/office/drawing/2014/main" id="{D010931D-A15F-4329-A131-5FBDA2B5842B}"/>
              </a:ext>
            </a:extLst>
          </p:cNvPr>
          <p:cNvSpPr/>
          <p:nvPr/>
        </p:nvSpPr>
        <p:spPr>
          <a:xfrm>
            <a:off x="1905000" y="2061746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C98C4E0-0209-472C-AAA9-90BA172CC9FC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3028063" y="1893004"/>
            <a:ext cx="206861" cy="24320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DFE8A3B9-9694-422B-9FD9-AF9B32A3FD8D}"/>
              </a:ext>
            </a:extLst>
          </p:cNvPr>
          <p:cNvSpPr/>
          <p:nvPr/>
        </p:nvSpPr>
        <p:spPr>
          <a:xfrm>
            <a:off x="2814938" y="2136210"/>
            <a:ext cx="839972" cy="354381"/>
          </a:xfrm>
          <a:prstGeom prst="ellips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F79F482-4051-424A-84A0-9E86B586FE1C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 flipV="1">
            <a:off x="3448049" y="1285555"/>
            <a:ext cx="554559" cy="4302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Овал 16">
            <a:extLst>
              <a:ext uri="{FF2B5EF4-FFF2-40B4-BE49-F238E27FC236}">
                <a16:creationId xmlns:a16="http://schemas.microsoft.com/office/drawing/2014/main" id="{5439DDDB-2BE8-4DB1-8823-4AE7B4324FDD}"/>
              </a:ext>
            </a:extLst>
          </p:cNvPr>
          <p:cNvSpPr/>
          <p:nvPr/>
        </p:nvSpPr>
        <p:spPr>
          <a:xfrm>
            <a:off x="4002608" y="1108364"/>
            <a:ext cx="839972" cy="35438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C641857-D515-41EE-B51F-CB82809137D3}"/>
              </a:ext>
            </a:extLst>
          </p:cNvPr>
          <p:cNvCxnSpPr>
            <a:cxnSpLocks/>
            <a:stCxn id="17" idx="4"/>
            <a:endCxn id="20" idx="0"/>
          </p:cNvCxnSpPr>
          <p:nvPr/>
        </p:nvCxnSpPr>
        <p:spPr>
          <a:xfrm>
            <a:off x="4422594" y="1462745"/>
            <a:ext cx="0" cy="3543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7BDE1E91-C902-4158-B036-AAAF26148F5F}"/>
              </a:ext>
            </a:extLst>
          </p:cNvPr>
          <p:cNvSpPr/>
          <p:nvPr/>
        </p:nvSpPr>
        <p:spPr>
          <a:xfrm>
            <a:off x="4002608" y="1817126"/>
            <a:ext cx="839972" cy="35438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  <a:r>
              <a:rPr lang="en-US" dirty="0"/>
              <a:t>5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66E556-AE11-4A3A-A718-28531065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54A246B-C831-46E3-B890-9D3962DB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5CDD-BB1F-4145-9FEC-8D75E58B047F}" type="slidenum">
              <a:rPr lang="ru-RU" smtClean="0"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24731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B580F-39B7-D7D4-0218-8F6FEB0A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перестановок, сочетаний, размещений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FD5535-CAAE-3AC0-660A-E285C179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Вычислительная сложность алгоритмов – </a:t>
            </a:r>
            <a:r>
              <a:rPr lang="en-US" dirty="0"/>
              <a:t>O(n)</a:t>
            </a:r>
            <a:r>
              <a:rPr lang="ru-RU" dirty="0"/>
              <a:t>, где </a:t>
            </a:r>
            <a:r>
              <a:rPr lang="en-US" dirty="0"/>
              <a:t>n –</a:t>
            </a:r>
            <a:r>
              <a:rPr lang="ru-RU" dirty="0"/>
              <a:t> это количество комбинаторных объектов данного размера, так как нужно перебрать все объекты, пока алгоритм не дойдет до нужного. В этом заключается главный недостаток алгоритмов – его неэффективность. Однако, они реализуются достаточно просто.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21015D1-E67F-424C-32F7-B4A8324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E24B8E-2AB0-A739-B218-5D756905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21464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D56EA-2238-B748-9C06-8DD254CB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Генерация разбиений. Алгоритм Гинденбурга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910DCC-7645-A44B-90FD-F249A7BA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В общем случае шаги алгоритма Гинденбурга начинаются с разбиения, которое состоит только из одного слагаемого, равного </a:t>
            </a:r>
            <a:r>
              <a:rPr lang="en" b="1" dirty="0"/>
              <a:t>n (p</a:t>
            </a:r>
            <a:r>
              <a:rPr lang="en" b="1" baseline="-25000" dirty="0"/>
              <a:t>1</a:t>
            </a:r>
            <a:r>
              <a:rPr lang="en" b="1" dirty="0"/>
              <a:t>=n)</a:t>
            </a:r>
            <a:r>
              <a:rPr lang="en" dirty="0"/>
              <a:t>. </a:t>
            </a:r>
            <a:r>
              <a:rPr lang="ru-RU" dirty="0"/>
              <a:t>У последующих разбиений число слагаемых </a:t>
            </a:r>
            <a:r>
              <a:rPr lang="en" b="1" dirty="0"/>
              <a:t>m</a:t>
            </a:r>
            <a:r>
              <a:rPr lang="en" dirty="0"/>
              <a:t> </a:t>
            </a:r>
            <a:r>
              <a:rPr lang="ru-RU" dirty="0"/>
              <a:t>не убывает, а сами слагаемые записываются в неубывающем порядке своих величин. При этом каждое очередное разбиение на </a:t>
            </a:r>
            <a:r>
              <a:rPr lang="en" b="1" dirty="0"/>
              <a:t>m</a:t>
            </a:r>
            <a:r>
              <a:rPr lang="en" dirty="0"/>
              <a:t> </a:t>
            </a:r>
            <a:r>
              <a:rPr lang="ru-RU" dirty="0"/>
              <a:t>слагаемых строится по текущему разбиению следующим образом. Нужно просмотреть текущее разбиение справа налево, с целью найти наибольшее слагаемое </a:t>
            </a:r>
            <a:r>
              <a:rPr lang="en" b="1" dirty="0"/>
              <a:t>p</a:t>
            </a:r>
            <a:r>
              <a:rPr lang="en" b="1" baseline="-25000" dirty="0"/>
              <a:t>i</a:t>
            </a:r>
            <a:r>
              <a:rPr lang="en" dirty="0"/>
              <a:t>, </a:t>
            </a:r>
            <a:r>
              <a:rPr lang="ru-RU" dirty="0"/>
              <a:t>которое отличается от последнего слагаемого </a:t>
            </a: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dirty="0"/>
              <a:t> </a:t>
            </a:r>
            <a:r>
              <a:rPr lang="ru-RU" dirty="0"/>
              <a:t>не меньше, чем на </a:t>
            </a:r>
            <a:r>
              <a:rPr lang="ru-RU" b="1" dirty="0"/>
              <a:t>2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b="1" dirty="0"/>
              <a:t> − p</a:t>
            </a:r>
            <a:r>
              <a:rPr lang="en" b="1" baseline="-25000" dirty="0"/>
              <a:t>i</a:t>
            </a:r>
            <a:r>
              <a:rPr lang="en" b="1" dirty="0"/>
              <a:t> ≥ 2.</a:t>
            </a:r>
            <a:endParaRPr lang="en" dirty="0"/>
          </a:p>
          <a:p>
            <a:pPr marL="0" indent="0">
              <a:buNone/>
            </a:pPr>
            <a:r>
              <a:rPr lang="ru-RU" dirty="0"/>
              <a:t>Слагаемое </a:t>
            </a:r>
            <a:r>
              <a:rPr lang="en" b="1" dirty="0"/>
              <a:t>p</a:t>
            </a:r>
            <a:r>
              <a:rPr lang="en" b="1" baseline="-25000" dirty="0"/>
              <a:t>i</a:t>
            </a:r>
            <a:r>
              <a:rPr lang="en" dirty="0"/>
              <a:t> </a:t>
            </a:r>
            <a:r>
              <a:rPr lang="ru-RU" dirty="0"/>
              <a:t>нужно увеличить на </a:t>
            </a:r>
            <a:r>
              <a:rPr lang="ru-RU" b="1" dirty="0"/>
              <a:t>1</a:t>
            </a:r>
            <a:r>
              <a:rPr lang="ru-RU" dirty="0"/>
              <a:t> и присвоить его новое значение всем слагаемым </a:t>
            </a:r>
            <a:r>
              <a:rPr lang="en" b="1" dirty="0" err="1"/>
              <a:t>p</a:t>
            </a:r>
            <a:r>
              <a:rPr lang="en" b="1" baseline="-25000" dirty="0" err="1"/>
              <a:t>j</a:t>
            </a:r>
            <a:r>
              <a:rPr lang="en" dirty="0"/>
              <a:t>, </a:t>
            </a:r>
            <a:r>
              <a:rPr lang="ru-RU" dirty="0"/>
              <a:t>справа от него до предпоследнего слагаемого, включительно. Указанное преобразование текущего разбиения можно формально записать следующим образом:</a:t>
            </a:r>
          </a:p>
          <a:p>
            <a:pPr marL="0" indent="0">
              <a:buNone/>
            </a:pPr>
            <a:r>
              <a:rPr lang="en" b="1" dirty="0" err="1"/>
              <a:t>p</a:t>
            </a:r>
            <a:r>
              <a:rPr lang="en" b="1" baseline="-25000" dirty="0" err="1"/>
              <a:t>j</a:t>
            </a:r>
            <a:r>
              <a:rPr lang="en" b="1" dirty="0"/>
              <a:t> = p</a:t>
            </a:r>
            <a:r>
              <a:rPr lang="en" b="1" baseline="-25000" dirty="0"/>
              <a:t>i</a:t>
            </a:r>
            <a:r>
              <a:rPr lang="en" b="1" dirty="0"/>
              <a:t> + 1 </a:t>
            </a:r>
            <a:r>
              <a:rPr lang="ru-RU" b="1" dirty="0"/>
              <a:t>для всех </a:t>
            </a:r>
            <a:r>
              <a:rPr lang="en" b="1" dirty="0"/>
              <a:t>j = </a:t>
            </a:r>
            <a:r>
              <a:rPr lang="en" b="1" dirty="0" err="1"/>
              <a:t>i</a:t>
            </a:r>
            <a:r>
              <a:rPr lang="en" b="1" dirty="0"/>
              <a:t>, …, (m − 1).</a:t>
            </a:r>
            <a:endParaRPr lang="en" dirty="0"/>
          </a:p>
          <a:p>
            <a:pPr marL="0" indent="0">
              <a:buNone/>
            </a:pPr>
            <a:r>
              <a:rPr lang="ru-RU" dirty="0"/>
              <a:t>С учетом полученных значений последнее слагаемое </a:t>
            </a: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dirty="0"/>
              <a:t> </a:t>
            </a:r>
            <a:r>
              <a:rPr lang="ru-RU" dirty="0"/>
              <a:t>вычисляется по следующей остаточной формуле:</a:t>
            </a:r>
          </a:p>
          <a:p>
            <a:pPr marL="0" indent="0">
              <a:buNone/>
            </a:pP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b="1" dirty="0"/>
              <a:t> = n − (p</a:t>
            </a:r>
            <a:r>
              <a:rPr lang="en" b="1" baseline="-25000" dirty="0"/>
              <a:t>1</a:t>
            </a:r>
            <a:r>
              <a:rPr lang="en" b="1" dirty="0"/>
              <a:t> + … + </a:t>
            </a:r>
            <a:r>
              <a:rPr lang="en" b="1" dirty="0" err="1"/>
              <a:t>p</a:t>
            </a:r>
            <a:r>
              <a:rPr lang="en" b="1" baseline="-25000" dirty="0" err="1"/>
              <a:t>j</a:t>
            </a:r>
            <a:r>
              <a:rPr lang="en" b="1" dirty="0"/>
              <a:t> + … + p</a:t>
            </a:r>
            <a:r>
              <a:rPr lang="en" b="1" baseline="-25000" dirty="0"/>
              <a:t>m−1</a:t>
            </a:r>
            <a:r>
              <a:rPr lang="en" b="1" dirty="0"/>
              <a:t>)</a:t>
            </a:r>
            <a:r>
              <a:rPr lang="en" dirty="0"/>
              <a:t>.</a:t>
            </a:r>
          </a:p>
          <a:p>
            <a:pPr marL="0" indent="0">
              <a:buNone/>
            </a:pPr>
            <a:r>
              <a:rPr lang="ru-RU" dirty="0"/>
              <a:t>В следующем примере приведены все последовательные разбиения числа </a:t>
            </a:r>
            <a:r>
              <a:rPr lang="ru-RU" b="1" dirty="0"/>
              <a:t>7</a:t>
            </a:r>
            <a:r>
              <a:rPr lang="ru-RU" dirty="0"/>
              <a:t> на </a:t>
            </a:r>
            <a:r>
              <a:rPr lang="ru-RU" b="1" dirty="0"/>
              <a:t>4</a:t>
            </a:r>
            <a:r>
              <a:rPr lang="ru-RU" dirty="0"/>
              <a:t> слагаемых, которые получены таким способом, а образующее слагаемое </a:t>
            </a:r>
            <a:r>
              <a:rPr lang="ru-RU" b="1" dirty="0"/>
              <a:t>1</a:t>
            </a:r>
            <a:r>
              <a:rPr lang="ru-RU" dirty="0"/>
              <a:t> выделено подчеркиванием:</a:t>
            </a:r>
          </a:p>
          <a:p>
            <a:pPr marL="0" indent="0">
              <a:buNone/>
            </a:pPr>
            <a:r>
              <a:rPr lang="ru-RU" b="1" dirty="0"/>
              <a:t>1 + 1 + </a:t>
            </a:r>
            <a:r>
              <a:rPr lang="ru-RU" b="1" u="sng" dirty="0"/>
              <a:t>1</a:t>
            </a:r>
            <a:r>
              <a:rPr lang="ru-RU" b="1" dirty="0"/>
              <a:t> + 4 −&gt; 1 + </a:t>
            </a:r>
            <a:r>
              <a:rPr lang="ru-RU" b="1" u="sng" dirty="0"/>
              <a:t>1</a:t>
            </a:r>
            <a:r>
              <a:rPr lang="ru-RU" b="1" dirty="0"/>
              <a:t> + 2 + 3 −&gt; 1 + 2 + 2 + 2 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D1BBB9-7112-0831-E7CA-8D946472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5469D67-3DB5-709A-DBCF-BF52DBFD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02102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F50D2-B296-AA49-BE96-EDBCE7D0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Генерация разбиений. Алгоритм Гинденбурга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B9867B-4552-9345-94DD-AF3CAF22E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В общем случае каждая серия из последовательных разбиений на </a:t>
            </a:r>
            <a:r>
              <a:rPr lang="en" b="1" dirty="0"/>
              <a:t>m</a:t>
            </a:r>
            <a:r>
              <a:rPr lang="en" dirty="0"/>
              <a:t> </a:t>
            </a:r>
            <a:r>
              <a:rPr lang="ru-RU" dirty="0"/>
              <a:t>слагаемых завершается </a:t>
            </a:r>
            <a:r>
              <a:rPr lang="ru-RU" dirty="0" err="1"/>
              <a:t>лексиграфически</a:t>
            </a:r>
            <a:r>
              <a:rPr lang="ru-RU" dirty="0"/>
              <a:t> наибольшим разбиением, где последнее слагаемое </a:t>
            </a: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dirty="0"/>
              <a:t> </a:t>
            </a:r>
            <a:r>
              <a:rPr lang="ru-RU" dirty="0"/>
              <a:t>не превосходит по величине остальные слагаемые больше, чем на </a:t>
            </a:r>
            <a:r>
              <a:rPr lang="ru-RU" b="1" dirty="0"/>
              <a:t>1</a:t>
            </a:r>
            <a:r>
              <a:rPr lang="ru-RU" dirty="0"/>
              <a:t>. Так как слагаемые разбиений записываются в неубывающем порядке своих величин, то такое соотношение их значений отражает следующее неравенство:</a:t>
            </a:r>
          </a:p>
          <a:p>
            <a:pPr marL="0" indent="0">
              <a:buNone/>
            </a:pP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b="1" dirty="0"/>
              <a:t> − p</a:t>
            </a:r>
            <a:r>
              <a:rPr lang="en" b="1" baseline="-25000" dirty="0"/>
              <a:t>1</a:t>
            </a:r>
            <a:r>
              <a:rPr lang="en" b="1" dirty="0"/>
              <a:t> ≤ 1.</a:t>
            </a:r>
            <a:endParaRPr lang="en" dirty="0"/>
          </a:p>
          <a:p>
            <a:pPr marL="0" indent="0">
              <a:buNone/>
            </a:pPr>
            <a:r>
              <a:rPr lang="ru-RU" dirty="0"/>
              <a:t>В этом случае нужно перейти к построению следующей серии </a:t>
            </a:r>
            <a:r>
              <a:rPr lang="ru-RU" dirty="0" err="1"/>
              <a:t>лексиграфически</a:t>
            </a:r>
            <a:r>
              <a:rPr lang="ru-RU" dirty="0"/>
              <a:t> упорядоченных разбиений на </a:t>
            </a:r>
            <a:r>
              <a:rPr lang="ru-RU" b="1" dirty="0"/>
              <a:t>(</a:t>
            </a:r>
            <a:r>
              <a:rPr lang="en" b="1" dirty="0"/>
              <a:t>m+1)</a:t>
            </a:r>
            <a:r>
              <a:rPr lang="en" dirty="0"/>
              <a:t> </a:t>
            </a:r>
            <a:r>
              <a:rPr lang="ru-RU" dirty="0"/>
              <a:t>слагаемых, где им присваиваются следующие начальные значения:</a:t>
            </a:r>
          </a:p>
          <a:p>
            <a:pPr marL="0" indent="0">
              <a:buNone/>
            </a:pPr>
            <a:r>
              <a:rPr lang="en" b="1" dirty="0"/>
              <a:t>p</a:t>
            </a:r>
            <a:r>
              <a:rPr lang="en" b="1" baseline="-25000" dirty="0"/>
              <a:t>1</a:t>
            </a:r>
            <a:r>
              <a:rPr lang="en" b="1" dirty="0"/>
              <a:t> = 1, …, p</a:t>
            </a:r>
            <a:r>
              <a:rPr lang="en" b="1" baseline="-25000" dirty="0"/>
              <a:t>m</a:t>
            </a:r>
            <a:r>
              <a:rPr lang="en" b="1" dirty="0"/>
              <a:t> = 1, p</a:t>
            </a:r>
            <a:r>
              <a:rPr lang="en" b="1" baseline="-25000" dirty="0"/>
              <a:t>m+1</a:t>
            </a:r>
            <a:r>
              <a:rPr lang="en" b="1" dirty="0"/>
              <a:t> = (n − m).</a:t>
            </a:r>
            <a:endParaRPr lang="en" dirty="0"/>
          </a:p>
          <a:p>
            <a:pPr marL="0" indent="0">
              <a:buNone/>
            </a:pPr>
            <a:r>
              <a:rPr lang="ru-RU" dirty="0"/>
              <a:t>Указанный переход показан в следующем примере для последовательных разбиений числа </a:t>
            </a:r>
            <a:r>
              <a:rPr lang="ru-RU" b="1" dirty="0"/>
              <a:t>7</a:t>
            </a:r>
            <a:r>
              <a:rPr lang="ru-RU" dirty="0"/>
              <a:t> на </a:t>
            </a:r>
            <a:r>
              <a:rPr lang="ru-RU" b="1" dirty="0"/>
              <a:t>4</a:t>
            </a:r>
            <a:r>
              <a:rPr lang="ru-RU" dirty="0"/>
              <a:t> и </a:t>
            </a:r>
            <a:r>
              <a:rPr lang="ru-RU" b="1" dirty="0"/>
              <a:t>5</a:t>
            </a:r>
            <a:r>
              <a:rPr lang="ru-RU" dirty="0"/>
              <a:t> слагаемых:</a:t>
            </a:r>
          </a:p>
          <a:p>
            <a:pPr marL="0" indent="0">
              <a:buNone/>
            </a:pPr>
            <a:r>
              <a:rPr lang="ru-RU" b="1" dirty="0"/>
              <a:t>1 + 2 + 2 + 2 −&gt; 1 + 1 + 1 + 1 + 3.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Таким образом, на каждом шаге алгоритма Гинденбурга либо по текущему разбиению строится следующее в </a:t>
            </a:r>
            <a:r>
              <a:rPr lang="ru-RU" dirty="0" err="1"/>
              <a:t>лексиграфическом</a:t>
            </a:r>
            <a:r>
              <a:rPr lang="ru-RU" dirty="0"/>
              <a:t> порядке разбиение с тем же количеством слагаемых, либо их число увеличивается на </a:t>
            </a:r>
            <a:r>
              <a:rPr lang="ru-RU" b="1" dirty="0"/>
              <a:t>1</a:t>
            </a:r>
            <a:r>
              <a:rPr lang="ru-RU" dirty="0"/>
              <a:t> и формируется опорное разбиение, где значения всех слагаемых, кроме последнего, равны </a:t>
            </a:r>
            <a:r>
              <a:rPr lang="ru-RU" b="1" dirty="0"/>
              <a:t>1</a:t>
            </a:r>
            <a:r>
              <a:rPr lang="ru-RU" dirty="0"/>
              <a:t>. Этот процесс генерации разбиений должен быть завершен, когда на конечном шаге получится разбиение с максимальным числом частей, где все значения равны </a:t>
            </a:r>
            <a:r>
              <a:rPr lang="ru-RU" b="1" dirty="0"/>
              <a:t>1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en" b="1" dirty="0"/>
              <a:t>n = (p</a:t>
            </a:r>
            <a:r>
              <a:rPr lang="en" b="1" baseline="-25000" dirty="0"/>
              <a:t>1</a:t>
            </a:r>
            <a:r>
              <a:rPr lang="en" b="1" dirty="0"/>
              <a:t> = 1) + … + (p</a:t>
            </a:r>
            <a:r>
              <a:rPr lang="en" b="1" baseline="-25000" dirty="0"/>
              <a:t>i</a:t>
            </a:r>
            <a:r>
              <a:rPr lang="en" b="1" dirty="0"/>
              <a:t> = 1) + … + (</a:t>
            </a:r>
            <a:r>
              <a:rPr lang="en" b="1" dirty="0" err="1"/>
              <a:t>p</a:t>
            </a:r>
            <a:r>
              <a:rPr lang="en" b="1" baseline="-25000" dirty="0" err="1"/>
              <a:t>n</a:t>
            </a:r>
            <a:r>
              <a:rPr lang="en" b="1" dirty="0"/>
              <a:t> = 1).</a:t>
            </a:r>
            <a:endParaRPr lang="en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03F5E1-BC23-EC85-542A-BE0D1872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BE2250-A820-8F20-500F-0ECF7612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29713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E09EF-8EA0-4140-83C9-F3CC50505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Генерация разбиений. Алгоритм Гинденбурга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E09984-47B1-684A-B24F-8CD6E447D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Можно заметить, что для любого целого числа </a:t>
            </a:r>
            <a:r>
              <a:rPr lang="en" dirty="0"/>
              <a:t>n </a:t>
            </a:r>
            <a:r>
              <a:rPr lang="ru-RU" dirty="0"/>
              <a:t>последовательность разбиений, формируемых алгоритмом Гинденбурга, частично упорядочена по количеству слагаемых от </a:t>
            </a:r>
            <a:r>
              <a:rPr lang="ru-RU" b="1" dirty="0"/>
              <a:t>1</a:t>
            </a:r>
            <a:r>
              <a:rPr lang="ru-RU" dirty="0"/>
              <a:t> до </a:t>
            </a:r>
            <a:r>
              <a:rPr lang="en" b="1" dirty="0"/>
              <a:t>n</a:t>
            </a:r>
            <a:r>
              <a:rPr lang="en" dirty="0"/>
              <a:t>. </a:t>
            </a:r>
            <a:r>
              <a:rPr lang="ru-RU" dirty="0"/>
              <a:t>Поэтому разбиения равной длины всегда оказываются рядом. Это можно использовать для перечисления всех разбиений любого целого числа </a:t>
            </a:r>
            <a:r>
              <a:rPr lang="en" b="1" dirty="0"/>
              <a:t>n</a:t>
            </a:r>
            <a:r>
              <a:rPr lang="en" dirty="0"/>
              <a:t>, </a:t>
            </a:r>
            <a:r>
              <a:rPr lang="ru-RU" dirty="0"/>
              <a:t>где количество слагаемых фиксировано или ограничено заданным значением </a:t>
            </a:r>
            <a:r>
              <a:rPr lang="en" b="1" dirty="0"/>
              <a:t>m&lt;n</a:t>
            </a:r>
            <a:r>
              <a:rPr lang="en" dirty="0"/>
              <a:t>. </a:t>
            </a:r>
            <a:r>
              <a:rPr lang="ru-RU" dirty="0"/>
              <a:t>Интересно, что величины наибольших слагаемых их сопряженных разбиений оказываются равны или ограничены значением </a:t>
            </a:r>
            <a:r>
              <a:rPr lang="en" b="1" dirty="0"/>
              <a:t>m</a:t>
            </a:r>
            <a:r>
              <a:rPr lang="en" dirty="0"/>
              <a:t>. </a:t>
            </a:r>
            <a:r>
              <a:rPr lang="ru-RU" dirty="0"/>
              <a:t>Это предоставляет возможность перечислять разбиения, где величина слагаемых ограничена заданным значением.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EDAF3F-5ADA-F5AB-9BD9-ABB5FCE4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DD04AB-8854-0A02-0285-5865D365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82391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D56EA-2238-B748-9C06-8DD254CB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Генерация разбиений. Алгоритм Эрлиха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910DCC-7645-A44B-90FD-F249A7BA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Не менее гибкий, но гораздо более совершенный в вычислительном отношении </a:t>
            </a:r>
            <a:r>
              <a:rPr lang="ru-RU" i="1" dirty="0"/>
              <a:t>алгоритм Эрлиха</a:t>
            </a:r>
            <a:r>
              <a:rPr lang="ru-RU" dirty="0"/>
              <a:t> порождает все разбиения любого заданного числа в словарном порядке, используя </a:t>
            </a:r>
            <a:r>
              <a:rPr lang="ru-RU" dirty="0" err="1"/>
              <a:t>мультимножественную</a:t>
            </a:r>
            <a:r>
              <a:rPr lang="ru-RU" dirty="0"/>
              <a:t> запись слагаемых, где учитывается их кратность. Это дает возможность записать разбиение любого числа </a:t>
            </a:r>
            <a:r>
              <a:rPr lang="en" b="1" dirty="0"/>
              <a:t>n</a:t>
            </a:r>
            <a:r>
              <a:rPr lang="en" dirty="0"/>
              <a:t> </a:t>
            </a:r>
            <a:r>
              <a:rPr lang="ru-RU" dirty="0"/>
              <a:t>на </a:t>
            </a:r>
            <a:r>
              <a:rPr lang="en" b="1" dirty="0" err="1"/>
              <a:t>m≤n</a:t>
            </a:r>
            <a:r>
              <a:rPr lang="en" dirty="0"/>
              <a:t> </a:t>
            </a:r>
            <a:r>
              <a:rPr lang="ru-RU" dirty="0" err="1"/>
              <a:t>мультислагаемых</a:t>
            </a:r>
            <a:r>
              <a:rPr lang="ru-RU" dirty="0"/>
              <a:t> в следующем формате:</a:t>
            </a:r>
          </a:p>
          <a:p>
            <a:pPr marL="0" indent="0">
              <a:buNone/>
            </a:pPr>
            <a:r>
              <a:rPr lang="en" b="1" dirty="0"/>
              <a:t>n = k</a:t>
            </a:r>
            <a:r>
              <a:rPr lang="en" b="1" baseline="-25000" dirty="0"/>
              <a:t>1</a:t>
            </a:r>
            <a:r>
              <a:rPr lang="en" b="1" dirty="0"/>
              <a:t>p</a:t>
            </a:r>
            <a:r>
              <a:rPr lang="en" b="1" baseline="-25000" dirty="0"/>
              <a:t>1</a:t>
            </a:r>
            <a:r>
              <a:rPr lang="en" b="1" dirty="0"/>
              <a:t>+ … + </a:t>
            </a:r>
            <a:r>
              <a:rPr lang="en" b="1" dirty="0" err="1"/>
              <a:t>k</a:t>
            </a:r>
            <a:r>
              <a:rPr lang="en" b="1" baseline="-25000" dirty="0" err="1"/>
              <a:t>i</a:t>
            </a:r>
            <a:r>
              <a:rPr lang="en" b="1" dirty="0" err="1"/>
              <a:t>p</a:t>
            </a:r>
            <a:r>
              <a:rPr lang="en" b="1" baseline="-25000" dirty="0" err="1"/>
              <a:t>i</a:t>
            </a:r>
            <a:r>
              <a:rPr lang="en" b="1" dirty="0"/>
              <a:t> + … + </a:t>
            </a:r>
            <a:r>
              <a:rPr lang="en" b="1" dirty="0" err="1"/>
              <a:t>k</a:t>
            </a:r>
            <a:r>
              <a:rPr lang="en" b="1" baseline="-25000" dirty="0" err="1"/>
              <a:t>m</a:t>
            </a:r>
            <a:r>
              <a:rPr lang="en" b="1" dirty="0" err="1"/>
              <a:t>p</a:t>
            </a:r>
            <a:r>
              <a:rPr lang="en" b="1" baseline="-25000" dirty="0" err="1"/>
              <a:t>m</a:t>
            </a:r>
            <a:r>
              <a:rPr lang="en" b="1" dirty="0"/>
              <a:t> .</a:t>
            </a:r>
            <a:endParaRPr lang="en" dirty="0"/>
          </a:p>
          <a:p>
            <a:pPr marL="0" indent="0">
              <a:buNone/>
            </a:pPr>
            <a:r>
              <a:rPr lang="ru-RU" dirty="0"/>
              <a:t>В этой записи </a:t>
            </a:r>
            <a:r>
              <a:rPr lang="en" b="1" dirty="0" err="1"/>
              <a:t>k</a:t>
            </a:r>
            <a:r>
              <a:rPr lang="en" b="1" baseline="-25000" dirty="0" err="1"/>
              <a:t>i</a:t>
            </a:r>
            <a:r>
              <a:rPr lang="en" dirty="0"/>
              <a:t> </a:t>
            </a:r>
            <a:r>
              <a:rPr lang="ru-RU" dirty="0"/>
              <a:t>обозначает кратность слагаемого </a:t>
            </a:r>
            <a:r>
              <a:rPr lang="en" b="1" dirty="0"/>
              <a:t>p</a:t>
            </a:r>
            <a:r>
              <a:rPr lang="en" b="1" baseline="-25000" dirty="0"/>
              <a:t>i</a:t>
            </a:r>
            <a:r>
              <a:rPr lang="en" dirty="0"/>
              <a:t>, </a:t>
            </a:r>
            <a:r>
              <a:rPr lang="ru-RU" dirty="0"/>
              <a:t>а все слагаемые перечислены в порядке убывания их величин:</a:t>
            </a:r>
          </a:p>
          <a:p>
            <a:pPr marL="0" indent="0">
              <a:buNone/>
            </a:pPr>
            <a:r>
              <a:rPr lang="en" b="1" dirty="0"/>
              <a:t>p</a:t>
            </a:r>
            <a:r>
              <a:rPr lang="en" b="1" baseline="-25000" dirty="0"/>
              <a:t>1</a:t>
            </a:r>
            <a:r>
              <a:rPr lang="en" b="1" dirty="0"/>
              <a:t> &gt; … &gt; p</a:t>
            </a:r>
            <a:r>
              <a:rPr lang="en" b="1" baseline="-25000" dirty="0"/>
              <a:t>i</a:t>
            </a:r>
            <a:r>
              <a:rPr lang="en" b="1" dirty="0"/>
              <a:t> &gt; … &gt; p</a:t>
            </a:r>
            <a:r>
              <a:rPr lang="en" b="1" baseline="-25000" dirty="0"/>
              <a:t>m</a:t>
            </a:r>
            <a:r>
              <a:rPr lang="en" b="1" dirty="0"/>
              <a:t> .</a:t>
            </a:r>
            <a:endParaRPr lang="en" dirty="0"/>
          </a:p>
          <a:p>
            <a:pPr marL="0" indent="0">
              <a:buNone/>
            </a:pPr>
            <a:r>
              <a:rPr lang="ru-RU" dirty="0"/>
              <a:t>Например, разбиение числа </a:t>
            </a:r>
            <a:r>
              <a:rPr lang="ru-RU" b="1" dirty="0"/>
              <a:t>7</a:t>
            </a:r>
            <a:r>
              <a:rPr lang="ru-RU" dirty="0"/>
              <a:t> на </a:t>
            </a:r>
            <a:r>
              <a:rPr lang="ru-RU" b="1" dirty="0"/>
              <a:t>2</a:t>
            </a:r>
            <a:r>
              <a:rPr lang="ru-RU" dirty="0"/>
              <a:t> </a:t>
            </a:r>
            <a:r>
              <a:rPr lang="ru-RU" dirty="0" err="1"/>
              <a:t>мультислагаемых</a:t>
            </a:r>
            <a:r>
              <a:rPr lang="ru-RU" dirty="0"/>
              <a:t> </a:t>
            </a:r>
            <a:r>
              <a:rPr lang="ru-RU" b="1" dirty="0"/>
              <a:t>2</a:t>
            </a:r>
            <a:r>
              <a:rPr lang="ru-RU" dirty="0"/>
              <a:t> и </a:t>
            </a:r>
            <a:r>
              <a:rPr lang="ru-RU" b="1" dirty="0"/>
              <a:t>1</a:t>
            </a:r>
            <a:r>
              <a:rPr lang="ru-RU" dirty="0"/>
              <a:t> с кратностями </a:t>
            </a:r>
            <a:r>
              <a:rPr lang="ru-RU" b="1" dirty="0"/>
              <a:t>2</a:t>
            </a:r>
            <a:r>
              <a:rPr lang="ru-RU" dirty="0"/>
              <a:t> и </a:t>
            </a:r>
            <a:r>
              <a:rPr lang="ru-RU" b="1" dirty="0"/>
              <a:t>3</a:t>
            </a:r>
            <a:r>
              <a:rPr lang="ru-RU" dirty="0"/>
              <a:t>, соответственно, выглядит так:</a:t>
            </a:r>
          </a:p>
          <a:p>
            <a:pPr marL="0" indent="0">
              <a:buNone/>
            </a:pPr>
            <a:r>
              <a:rPr lang="ru-RU" b="1" dirty="0"/>
              <a:t>7 = 2∙2 + 3∙1 = (2 + 2) + (1 + 1 + 1).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Мультимножественная</a:t>
            </a:r>
            <a:r>
              <a:rPr lang="ru-RU" dirty="0"/>
              <a:t> запись слагаемых позволяет построить алгоритм генерации разбиений целых чисел, который переходит от текущего разбиения к следующему в словарном порядке, рассматривая только самое правое </a:t>
            </a:r>
            <a:r>
              <a:rPr lang="ru-RU" dirty="0" err="1"/>
              <a:t>мультислагаемое</a:t>
            </a:r>
            <a:r>
              <a:rPr lang="ru-RU" dirty="0"/>
              <a:t> без анализа предыдущих частей разбиения как было в алгоритме Гинденбурга. Способ конструирования очередного разбиения зависит от кратности последнего </a:t>
            </a:r>
            <a:r>
              <a:rPr lang="ru-RU" dirty="0" err="1"/>
              <a:t>мультислагаемого</a:t>
            </a:r>
            <a:r>
              <a:rPr lang="ru-RU" dirty="0"/>
              <a:t> текущего разбиения. При этом требуется рассмотреть следующие два случая:</a:t>
            </a:r>
          </a:p>
          <a:p>
            <a:pPr marL="0" indent="0">
              <a:buNone/>
            </a:pPr>
            <a:r>
              <a:rPr lang="en" b="1" dirty="0"/>
              <a:t>k</a:t>
            </a:r>
            <a:r>
              <a:rPr lang="en" b="1" baseline="-25000" dirty="0"/>
              <a:t>m</a:t>
            </a:r>
            <a:r>
              <a:rPr lang="en" b="1" dirty="0"/>
              <a:t> &gt; 1 </a:t>
            </a:r>
            <a:r>
              <a:rPr lang="ru-RU" b="1" dirty="0"/>
              <a:t>и </a:t>
            </a:r>
            <a:r>
              <a:rPr lang="en" b="1" dirty="0"/>
              <a:t>k</a:t>
            </a:r>
            <a:r>
              <a:rPr lang="en" b="1" baseline="-25000" dirty="0"/>
              <a:t>m</a:t>
            </a:r>
            <a:r>
              <a:rPr lang="en" b="1" dirty="0"/>
              <a:t> = 1.</a:t>
            </a:r>
            <a:endParaRPr lang="en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5EEE74-422C-CD6F-D53E-FD5F5B60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478749-94DB-4527-FC29-CFA13027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28292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36781-E027-0842-9964-B624E2CB2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Генерация разбиений. Алгоритм Эрлиха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55E5F6-0B79-CB46-BD4C-89FA166A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первом случае нужно исключить из разбиения значение </a:t>
            </a:r>
            <a:r>
              <a:rPr lang="ru-RU" b="1" dirty="0"/>
              <a:t>(2∙</a:t>
            </a: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b="1" dirty="0"/>
              <a:t>)</a:t>
            </a:r>
            <a:r>
              <a:rPr lang="en" dirty="0"/>
              <a:t>, </a:t>
            </a:r>
            <a:r>
              <a:rPr lang="ru-RU" dirty="0"/>
              <a:t>чтобы получить возможность добавить (еще) одно </a:t>
            </a:r>
            <a:r>
              <a:rPr lang="ru-RU" dirty="0" err="1"/>
              <a:t>мультислагаемое</a:t>
            </a:r>
            <a:r>
              <a:rPr lang="ru-RU" dirty="0"/>
              <a:t> со значением </a:t>
            </a:r>
            <a:r>
              <a:rPr lang="ru-RU" b="1" dirty="0"/>
              <a:t>(</a:t>
            </a: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b="1" dirty="0"/>
              <a:t>+1)</a:t>
            </a:r>
            <a:r>
              <a:rPr lang="en" dirty="0"/>
              <a:t>. </a:t>
            </a:r>
            <a:r>
              <a:rPr lang="ru-RU" dirty="0"/>
              <a:t>Во втором случае нужно добавить еще одно </a:t>
            </a:r>
            <a:r>
              <a:rPr lang="ru-RU" dirty="0" err="1"/>
              <a:t>мультислагаемое</a:t>
            </a:r>
            <a:r>
              <a:rPr lang="ru-RU" dirty="0"/>
              <a:t> со значением </a:t>
            </a:r>
            <a:r>
              <a:rPr lang="ru-RU" b="1" dirty="0"/>
              <a:t>(</a:t>
            </a:r>
            <a:r>
              <a:rPr lang="en" b="1" dirty="0"/>
              <a:t>p</a:t>
            </a:r>
            <a:r>
              <a:rPr lang="en" b="1" baseline="-25000" dirty="0"/>
              <a:t>m</a:t>
            </a:r>
            <a:r>
              <a:rPr lang="en" b="1" dirty="0"/>
              <a:t>−1+1)</a:t>
            </a:r>
            <a:r>
              <a:rPr lang="en" dirty="0"/>
              <a:t>, </a:t>
            </a:r>
            <a:r>
              <a:rPr lang="ru-RU" dirty="0"/>
              <a:t>исключив два последних </a:t>
            </a:r>
            <a:r>
              <a:rPr lang="ru-RU" dirty="0" err="1"/>
              <a:t>мультислагаемых</a:t>
            </a:r>
            <a:r>
              <a:rPr lang="ru-RU" dirty="0"/>
              <a:t>. В любом случае, то, что остается от уменьшаемых </a:t>
            </a:r>
            <a:r>
              <a:rPr lang="ru-RU" dirty="0" err="1"/>
              <a:t>мультислагаемых</a:t>
            </a:r>
            <a:r>
              <a:rPr lang="ru-RU" dirty="0"/>
              <a:t> должно быть превращено в соответствующее число единиц для последнего </a:t>
            </a:r>
            <a:r>
              <a:rPr lang="ru-RU" dirty="0" err="1"/>
              <a:t>мультислагаемого</a:t>
            </a:r>
            <a:r>
              <a:rPr lang="ru-RU" dirty="0"/>
              <a:t> следующего разбиения. Этот процесс должен начинать с разбиения, где все части равны единице, и завершаться разбиением из одного </a:t>
            </a:r>
            <a:r>
              <a:rPr lang="ru-RU" dirty="0" err="1"/>
              <a:t>мультислагаемого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236938-8C4F-BE09-D6CF-7F079A86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343CDA-0303-27E3-6531-E05BD9C8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22859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85D1A-847E-BA4F-9DD5-7B30F2CC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Генерация разбиений. Алгоритм Эрлиха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4CF70E-E538-2441-9975-2180D5EC3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8FF74D-3ADE-514C-8FB3-960C35E5C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068" y="1690688"/>
            <a:ext cx="4832276" cy="4613060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EC31F8-FFD6-1A77-A649-7B7429B9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CB3F27-607E-BED7-144E-5E3E439C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74270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0CA7F-B376-4D94-0870-BAB0C8800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Гинденбурга. Алгоритм Эрлиха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C7633B-B2A2-374F-4B43-CE89F6780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Алгоритм Гинденбурга - алгоритм, порождающий разбиения любых натуральных чисел в порядке увеличения количества слагаемых, а разбиения равной длины перечисляются в </a:t>
            </a:r>
            <a:r>
              <a:rPr lang="ru-RU" dirty="0" err="1"/>
              <a:t>лексиграфическом</a:t>
            </a:r>
            <a:r>
              <a:rPr lang="ru-RU" dirty="0"/>
              <a:t> порядке. Алгоритм Эрлиха - алгоритм порождающий все разбиения любого заданного числа в словарном порядке, </a:t>
            </a:r>
            <a:r>
              <a:rPr lang="ru-RU" dirty="0" err="1"/>
              <a:t>использющий</a:t>
            </a:r>
            <a:r>
              <a:rPr lang="ru-RU" dirty="0"/>
              <a:t> </a:t>
            </a:r>
            <a:r>
              <a:rPr lang="ru-RU" dirty="0" err="1"/>
              <a:t>мультимножественную</a:t>
            </a:r>
            <a:r>
              <a:rPr lang="ru-RU" dirty="0"/>
              <a:t> запись слагаемых, где учитывается их кратность. Более совершенен в вычислительном отношении чем алгоритм Гинденбурга.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233550-F172-8FA6-BF73-7BC01CAD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208521-078F-873C-6AA1-49888B33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01032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56B7B2D-87CA-4799-B1E7-0E689CB1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267" dirty="0"/>
              <a:t>Представление числа в виде суммы целых положительных слагаемых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BE4390B-AB76-4F6E-8588-DEA0D68DF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77" y="1727767"/>
            <a:ext cx="11071559" cy="43497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133" b="1" dirty="0"/>
              <a:t>Задача</a:t>
            </a:r>
            <a:r>
              <a:rPr lang="ru-RU" sz="2133" dirty="0"/>
              <a:t>: перечислить все представления целого положительного числа </a:t>
            </a:r>
            <a:r>
              <a:rPr lang="en-US" sz="2133" dirty="0"/>
              <a:t>n</a:t>
            </a:r>
            <a:r>
              <a:rPr lang="ru-RU" sz="2133" dirty="0"/>
              <a:t> в виде суммы последовательности невозрастающих целых положительных слагаемых в лексикографическом порядке. </a:t>
            </a:r>
            <a:endParaRPr lang="en-US" sz="2133" dirty="0"/>
          </a:p>
          <a:p>
            <a:pPr marL="0" indent="0">
              <a:buNone/>
            </a:pPr>
            <a:r>
              <a:rPr lang="ru-RU" sz="2133" dirty="0"/>
              <a:t>Например, для </a:t>
            </a:r>
            <a:r>
              <a:rPr lang="en-US" sz="2133" dirty="0"/>
              <a:t>n=5</a:t>
            </a:r>
            <a:r>
              <a:rPr lang="ru-RU" sz="2133" dirty="0"/>
              <a:t> получим</a:t>
            </a:r>
          </a:p>
          <a:p>
            <a:pPr marL="0" indent="0">
              <a:buNone/>
            </a:pPr>
            <a:r>
              <a:rPr lang="ru-RU" sz="2133" dirty="0"/>
              <a:t>1+1+1+1+1, 2+1+1+1, 2+2+1, 3+1+1, 3+2, 4+1, 5</a:t>
            </a:r>
          </a:p>
          <a:p>
            <a:pPr marL="0" indent="0">
              <a:buNone/>
            </a:pPr>
            <a:r>
              <a:rPr lang="ru-RU" sz="2133" b="1" dirty="0"/>
              <a:t>Решение</a:t>
            </a:r>
            <a:r>
              <a:rPr lang="ru-RU" sz="2133" dirty="0"/>
              <a:t> рекурсивное: будем использовать массив слагаемых </a:t>
            </a:r>
            <a:r>
              <a:rPr lang="en-US" sz="2133" dirty="0"/>
              <a:t>A</a:t>
            </a:r>
            <a:r>
              <a:rPr lang="ru-RU" sz="2133" dirty="0"/>
              <a:t>, состоящий из </a:t>
            </a:r>
            <a:r>
              <a:rPr lang="en-US" sz="2133" dirty="0"/>
              <a:t>n</a:t>
            </a:r>
            <a:r>
              <a:rPr lang="ru-RU" sz="2133" dirty="0"/>
              <a:t> элементов, </a:t>
            </a:r>
            <a:r>
              <a:rPr lang="en-US" sz="2133" dirty="0"/>
              <a:t>n</a:t>
            </a:r>
            <a:r>
              <a:rPr lang="ru-RU" sz="2133" dirty="0"/>
              <a:t>- максимальное количество слагаемых (все слагаемые – единицы). </a:t>
            </a:r>
          </a:p>
          <a:p>
            <a:pPr marL="0" indent="0">
              <a:buNone/>
            </a:pPr>
            <a:r>
              <a:rPr lang="ru-RU" sz="2133" dirty="0"/>
              <a:t>Пусть a[1], a[2], a[3], .., a[</a:t>
            </a:r>
            <a:r>
              <a:rPr lang="ru-RU" sz="2133" dirty="0" err="1"/>
              <a:t>last</a:t>
            </a:r>
            <a:r>
              <a:rPr lang="ru-RU" sz="2133" dirty="0"/>
              <a:t>] – невозрастающая последовательность целых чисел, сумма которых </a:t>
            </a:r>
            <a:r>
              <a:rPr lang="en-US" sz="2133" dirty="0"/>
              <a:t>s&lt;=</a:t>
            </a:r>
            <a:r>
              <a:rPr lang="ru-RU" sz="2133" dirty="0"/>
              <a:t>n</a:t>
            </a:r>
            <a:r>
              <a:rPr lang="en-US" sz="2133" dirty="0"/>
              <a:t>;</a:t>
            </a:r>
            <a:r>
              <a:rPr lang="ru-RU" sz="2133" dirty="0"/>
              <a:t> </a:t>
            </a:r>
            <a:r>
              <a:rPr lang="ru-RU" sz="2133" dirty="0" err="1"/>
              <a:t>last</a:t>
            </a:r>
            <a:r>
              <a:rPr lang="ru-RU" sz="2133" dirty="0"/>
              <a:t> – индекс последнего взятого элемента. </a:t>
            </a:r>
            <a:endParaRPr lang="en-US" sz="2133" dirty="0"/>
          </a:p>
          <a:p>
            <a:pPr marL="0" indent="0">
              <a:buNone/>
            </a:pPr>
            <a:r>
              <a:rPr lang="ru-RU" sz="2133" dirty="0"/>
              <a:t>Если сумма стала равна заданному числу n, то выводим последовательность чисел. </a:t>
            </a:r>
            <a:endParaRPr lang="en-US" sz="2133" dirty="0"/>
          </a:p>
          <a:p>
            <a:pPr marL="0" indent="0">
              <a:buNone/>
            </a:pPr>
            <a:r>
              <a:rPr lang="ru-RU" sz="2133" dirty="0"/>
              <a:t>Иначе</a:t>
            </a:r>
            <a:r>
              <a:rPr lang="en-US" sz="2133" dirty="0"/>
              <a:t> </a:t>
            </a:r>
            <a:r>
              <a:rPr lang="ru-RU" sz="2133" dirty="0"/>
              <a:t>подбираем следующее слагаемое j, начиная с единицы, которое не больше последнего слагаемого j&lt;= a[</a:t>
            </a:r>
            <a:r>
              <a:rPr lang="ru-RU" sz="2133" dirty="0" err="1"/>
              <a:t>last</a:t>
            </a:r>
            <a:r>
              <a:rPr lang="ru-RU" sz="2133" dirty="0"/>
              <a:t>] и которое не увеличит сумму больше </a:t>
            </a:r>
            <a:r>
              <a:rPr lang="en-US" sz="2133" dirty="0"/>
              <a:t>n</a:t>
            </a:r>
            <a:r>
              <a:rPr lang="ru-RU" sz="2133" dirty="0"/>
              <a:t>, т.е. </a:t>
            </a:r>
            <a:r>
              <a:rPr lang="en-US" sz="2133" dirty="0"/>
              <a:t>j&lt;=(n-s)</a:t>
            </a:r>
            <a:r>
              <a:rPr lang="ru-RU" sz="2133" dirty="0"/>
              <a:t>.</a:t>
            </a:r>
          </a:p>
          <a:p>
            <a:pPr marL="0" indent="0">
              <a:buNone/>
            </a:pPr>
            <a:r>
              <a:rPr lang="ru-RU" sz="2133" dirty="0"/>
              <a:t>Взяв очередное слагаемое, продолжаем комбинировать последовательность.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8F798D-7D8C-4533-8EB2-AED91432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D3D531-4100-42AB-8F6D-4C22EFFA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148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583866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8E57D-D364-4DED-8754-1B303053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267" dirty="0"/>
              <a:t>Представление числа в виде суммы целых положительных слагаемых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1BA48D-7BE4-4548-970A-B75F947AE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133" b="1" dirty="0"/>
              <a:t>Решение </a:t>
            </a:r>
            <a:r>
              <a:rPr lang="ru-RU" sz="2133" b="1" dirty="0" err="1"/>
              <a:t>нерекурсивное</a:t>
            </a:r>
            <a:r>
              <a:rPr lang="ru-RU" sz="2133" dirty="0"/>
              <a:t>: будем использовать массив слагаемых </a:t>
            </a:r>
            <a:r>
              <a:rPr lang="en-US" sz="2133" dirty="0"/>
              <a:t>A</a:t>
            </a:r>
            <a:r>
              <a:rPr lang="ru-RU" sz="2133" dirty="0"/>
              <a:t>, состоящий из </a:t>
            </a:r>
            <a:r>
              <a:rPr lang="en-US" sz="2133" dirty="0"/>
              <a:t>n</a:t>
            </a:r>
            <a:r>
              <a:rPr lang="ru-RU" sz="2133" dirty="0"/>
              <a:t> элементов, </a:t>
            </a:r>
            <a:r>
              <a:rPr lang="en-US" sz="2133" dirty="0"/>
              <a:t>n</a:t>
            </a:r>
            <a:r>
              <a:rPr lang="ru-RU" sz="2133" dirty="0"/>
              <a:t> - максимальное количество слагаемых (в случае, когда все слагаемые – единицы). </a:t>
            </a:r>
          </a:p>
          <a:p>
            <a:pPr marL="0" indent="0">
              <a:buNone/>
            </a:pPr>
            <a:r>
              <a:rPr lang="ru-RU" sz="2133" dirty="0"/>
              <a:t>В начале алгоритма генерации массив разбиений и количество слагаемых задаем</a:t>
            </a:r>
            <a:endParaRPr lang="en-US" sz="2133" dirty="0"/>
          </a:p>
          <a:p>
            <a:pPr marL="0" indent="0" algn="ctr">
              <a:buNone/>
            </a:pPr>
            <a:r>
              <a:rPr lang="en-US" sz="2133" dirty="0"/>
              <a:t>a[1] = a[2] = … = a[n] = 1, </a:t>
            </a:r>
          </a:p>
          <a:p>
            <a:pPr marL="0" indent="0" algn="ctr">
              <a:buNone/>
            </a:pPr>
            <a:r>
              <a:rPr lang="en-US" sz="2133" dirty="0"/>
              <a:t>last = n</a:t>
            </a:r>
          </a:p>
          <a:p>
            <a:pPr marL="0" indent="0">
              <a:buNone/>
            </a:pPr>
            <a:r>
              <a:rPr lang="ru-RU" sz="2133" dirty="0"/>
              <a:t>В конце они примут значения</a:t>
            </a:r>
          </a:p>
          <a:p>
            <a:pPr marL="0" indent="0" algn="ctr">
              <a:buNone/>
            </a:pPr>
            <a:r>
              <a:rPr lang="en-US" sz="2133" dirty="0"/>
              <a:t>a[1] = n</a:t>
            </a:r>
          </a:p>
          <a:p>
            <a:pPr marL="0" indent="0" algn="ctr">
              <a:buNone/>
            </a:pPr>
            <a:r>
              <a:rPr lang="en-US" sz="2133" dirty="0"/>
              <a:t>last = 1</a:t>
            </a:r>
          </a:p>
          <a:p>
            <a:pPr marL="0" indent="0">
              <a:buNone/>
            </a:pPr>
            <a:endParaRPr lang="en-US" sz="2133" dirty="0"/>
          </a:p>
          <a:p>
            <a:pPr marL="0" indent="0">
              <a:buNone/>
            </a:pPr>
            <a:r>
              <a:rPr lang="ru-RU" sz="2133" dirty="0"/>
              <a:t>После задания начальных значений вызываем функцию генерации следующего разбиения, на вход подаем указатель (ссылку) на массив </a:t>
            </a:r>
            <a:r>
              <a:rPr lang="en-US" sz="2133" dirty="0"/>
              <a:t>a</a:t>
            </a:r>
            <a:r>
              <a:rPr lang="ru-RU" sz="2133" dirty="0"/>
              <a:t> и значение </a:t>
            </a:r>
            <a:r>
              <a:rPr lang="en-US" sz="2133" dirty="0"/>
              <a:t>last</a:t>
            </a:r>
            <a:endParaRPr lang="ru-RU" sz="2133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4E6842-8037-4B4A-A333-2B8CD4A9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AAF38D-2215-4594-A349-F61BCA81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149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757935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8E57D-D364-4DED-8754-1B303053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267" dirty="0"/>
              <a:t>Представление числа в виде суммы целых положительных слагаемых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1BA48D-7BE4-4548-970A-B75F947AE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77" y="1727766"/>
            <a:ext cx="10515600" cy="4764049"/>
          </a:xfrm>
        </p:spPr>
        <p:txBody>
          <a:bodyPr>
            <a:normAutofit lnSpcReduction="10000"/>
          </a:bodyPr>
          <a:lstStyle/>
          <a:p>
            <a:r>
              <a:rPr lang="ru-RU" sz="1600" dirty="0"/>
              <a:t>В каком случае можно увеличить </a:t>
            </a:r>
            <a:r>
              <a:rPr lang="en-US" sz="1600" dirty="0"/>
              <a:t>a[k]</a:t>
            </a:r>
            <a:r>
              <a:rPr lang="ru-RU" sz="1600" dirty="0"/>
              <a:t>, не меняя предыдущих?</a:t>
            </a:r>
          </a:p>
          <a:p>
            <a:pPr marL="817180" lvl="1" indent="-457189">
              <a:buAutoNum type="arabicParenR"/>
            </a:pPr>
            <a:r>
              <a:rPr lang="ru-RU" sz="1600" dirty="0"/>
              <a:t>Должно быть </a:t>
            </a:r>
            <a:r>
              <a:rPr lang="en-US" sz="1600" dirty="0"/>
              <a:t>a[k-1]&gt;a[k] </a:t>
            </a:r>
            <a:r>
              <a:rPr lang="ru-RU" sz="1600" dirty="0"/>
              <a:t>или </a:t>
            </a:r>
            <a:r>
              <a:rPr lang="en-US" sz="1600" dirty="0"/>
              <a:t>k=1</a:t>
            </a:r>
            <a:endParaRPr lang="ru-RU" sz="1600" dirty="0"/>
          </a:p>
          <a:p>
            <a:pPr marL="817180" lvl="1" indent="-457189">
              <a:buAutoNum type="arabicParenR"/>
            </a:pPr>
            <a:r>
              <a:rPr lang="en-US" sz="1600" dirty="0"/>
              <a:t>k</a:t>
            </a:r>
            <a:r>
              <a:rPr lang="ru-RU" sz="1600" dirty="0"/>
              <a:t> должно быть не последним элементом (увеличение </a:t>
            </a:r>
            <a:r>
              <a:rPr lang="en-US" sz="1600" dirty="0"/>
              <a:t>k </a:t>
            </a:r>
            <a:r>
              <a:rPr lang="ru-RU" sz="1600" dirty="0"/>
              <a:t>надо компенсировать уменьшением следующих).</a:t>
            </a:r>
          </a:p>
          <a:p>
            <a:r>
              <a:rPr lang="ru-RU" sz="1600" dirty="0"/>
              <a:t>Увеличив </a:t>
            </a:r>
            <a:r>
              <a:rPr lang="en-US" sz="1600" dirty="0"/>
              <a:t>a[k]</a:t>
            </a:r>
            <a:r>
              <a:rPr lang="ru-RU" sz="1600" dirty="0"/>
              <a:t>, все следующие элементы надо взять минимально возможными.</a:t>
            </a:r>
          </a:p>
          <a:p>
            <a:r>
              <a:rPr lang="ru-RU" sz="1600" dirty="0"/>
              <a:t>Примеры: Пусть </a:t>
            </a:r>
            <a:r>
              <a:rPr lang="en-US" sz="1600" dirty="0"/>
              <a:t>N = 10.</a:t>
            </a:r>
            <a:r>
              <a:rPr lang="ru-RU" sz="1600" dirty="0"/>
              <a:t> Зададим разбиения и сгенерируем 3 следующих</a:t>
            </a:r>
          </a:p>
          <a:p>
            <a:r>
              <a:rPr lang="ru-RU" sz="1600" dirty="0">
                <a:solidFill>
                  <a:srgbClr val="FF0000"/>
                </a:solidFill>
              </a:rPr>
              <a:t>2</a:t>
            </a:r>
            <a:r>
              <a:rPr lang="ru-RU" sz="1600" dirty="0"/>
              <a:t>2222 -</a:t>
            </a:r>
            <a:r>
              <a:rPr lang="en-US" sz="1600" dirty="0"/>
              <a:t>&gt; </a:t>
            </a:r>
            <a:r>
              <a:rPr lang="ru-RU" sz="1600" dirty="0"/>
              <a:t>3</a:t>
            </a:r>
            <a:r>
              <a:rPr lang="ru-RU" sz="1600" dirty="0">
                <a:solidFill>
                  <a:srgbClr val="FF0000"/>
                </a:solidFill>
              </a:rPr>
              <a:t>1</a:t>
            </a:r>
            <a:r>
              <a:rPr lang="ru-RU" sz="1600" dirty="0"/>
              <a:t>111111 -</a:t>
            </a:r>
            <a:r>
              <a:rPr lang="en-US" sz="1600" dirty="0"/>
              <a:t>&gt;</a:t>
            </a:r>
            <a:r>
              <a:rPr lang="ru-RU" sz="1600" dirty="0"/>
              <a:t> 32</a:t>
            </a:r>
            <a:r>
              <a:rPr lang="ru-RU" sz="1600" dirty="0">
                <a:solidFill>
                  <a:srgbClr val="FF0000"/>
                </a:solidFill>
              </a:rPr>
              <a:t>1</a:t>
            </a:r>
            <a:r>
              <a:rPr lang="ru-RU" sz="1600" dirty="0"/>
              <a:t>1111</a:t>
            </a:r>
            <a:r>
              <a:rPr lang="en-US" sz="1600" dirty="0"/>
              <a:t>-&gt;</a:t>
            </a:r>
            <a:r>
              <a:rPr lang="ru-RU" sz="1600" dirty="0"/>
              <a:t>322</a:t>
            </a:r>
            <a:r>
              <a:rPr lang="ru-RU" sz="1600" dirty="0">
                <a:solidFill>
                  <a:srgbClr val="FF0000"/>
                </a:solidFill>
              </a:rPr>
              <a:t>1</a:t>
            </a:r>
            <a:r>
              <a:rPr lang="ru-RU" sz="1600" dirty="0"/>
              <a:t>11</a:t>
            </a:r>
            <a:r>
              <a:rPr lang="en-US" sz="1600" dirty="0"/>
              <a:t> -&gt;</a:t>
            </a:r>
            <a:r>
              <a:rPr lang="ru-RU" sz="1600" dirty="0"/>
              <a:t> 3</a:t>
            </a:r>
            <a:r>
              <a:rPr lang="ru-RU" sz="1600" dirty="0">
                <a:solidFill>
                  <a:srgbClr val="FF0000"/>
                </a:solidFill>
              </a:rPr>
              <a:t>2</a:t>
            </a:r>
            <a:r>
              <a:rPr lang="ru-RU" sz="1600" dirty="0"/>
              <a:t>221</a:t>
            </a:r>
            <a:r>
              <a:rPr lang="en-US" sz="1600" dirty="0"/>
              <a:t> -&gt;</a:t>
            </a:r>
            <a:r>
              <a:rPr lang="ru-RU" sz="1600" dirty="0"/>
              <a:t> 33</a:t>
            </a:r>
            <a:r>
              <a:rPr lang="ru-RU" sz="1600" dirty="0">
                <a:solidFill>
                  <a:srgbClr val="FF0000"/>
                </a:solidFill>
              </a:rPr>
              <a:t>1</a:t>
            </a:r>
            <a:r>
              <a:rPr lang="ru-RU" sz="1600" dirty="0"/>
              <a:t>111 </a:t>
            </a:r>
            <a:r>
              <a:rPr lang="en-US" sz="1600" dirty="0"/>
              <a:t>-&gt;</a:t>
            </a:r>
            <a:r>
              <a:rPr lang="ru-RU" sz="1600" dirty="0"/>
              <a:t>332</a:t>
            </a:r>
            <a:r>
              <a:rPr lang="ru-RU" sz="1600" dirty="0">
                <a:solidFill>
                  <a:srgbClr val="FF0000"/>
                </a:solidFill>
              </a:rPr>
              <a:t>1</a:t>
            </a:r>
            <a:r>
              <a:rPr lang="ru-RU" sz="1600" dirty="0"/>
              <a:t>1 -</a:t>
            </a:r>
            <a:r>
              <a:rPr lang="en-US" sz="1600" dirty="0"/>
              <a:t>&gt;</a:t>
            </a:r>
            <a:r>
              <a:rPr lang="ru-RU" sz="1600" dirty="0"/>
              <a:t>33</a:t>
            </a:r>
            <a:r>
              <a:rPr lang="ru-RU" sz="1600" dirty="0">
                <a:solidFill>
                  <a:srgbClr val="FF0000"/>
                </a:solidFill>
              </a:rPr>
              <a:t>2</a:t>
            </a:r>
            <a:r>
              <a:rPr lang="ru-RU" sz="1600" dirty="0"/>
              <a:t>2</a:t>
            </a:r>
            <a:r>
              <a:rPr lang="en-US" sz="1600" dirty="0"/>
              <a:t> -&gt;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3</a:t>
            </a:r>
            <a:r>
              <a:rPr lang="en-US" sz="1600" dirty="0"/>
              <a:t>331 -&gt; 4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/>
              <a:t>11111 -&gt; 42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/>
              <a:t>111 -&gt; 422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/>
              <a:t>1 -&gt; 4</a:t>
            </a:r>
            <a:r>
              <a:rPr lang="en-US" sz="1600" dirty="0">
                <a:solidFill>
                  <a:srgbClr val="FF0000"/>
                </a:solidFill>
              </a:rPr>
              <a:t>2</a:t>
            </a:r>
            <a:r>
              <a:rPr lang="en-US" sz="1600" dirty="0"/>
              <a:t>22 -&gt; 43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/>
              <a:t>11 -&gt;</a:t>
            </a:r>
            <a:r>
              <a:rPr lang="ru-RU" sz="1600" dirty="0"/>
              <a:t> и т.д.</a:t>
            </a:r>
          </a:p>
          <a:p>
            <a:endParaRPr lang="ru-RU" sz="1600" dirty="0"/>
          </a:p>
          <a:p>
            <a:pPr marL="342891" lvl="1" indent="-342891">
              <a:buFont typeface="+mj-lt"/>
              <a:buAutoNum type="arabicPeriod"/>
            </a:pPr>
            <a:r>
              <a:rPr lang="ru-RU" sz="1600" dirty="0"/>
              <a:t>Просматриваем элементы разбиения справа налево, начиная с предпоследнего (</a:t>
            </a:r>
            <a:r>
              <a:rPr lang="en-US" sz="1600" dirty="0"/>
              <a:t>last-1)</a:t>
            </a:r>
            <a:r>
              <a:rPr lang="ru-RU" sz="1600" dirty="0"/>
              <a:t>, до тех пор, пока не встретим </a:t>
            </a:r>
            <a:r>
              <a:rPr lang="en-US" sz="1600" dirty="0"/>
              <a:t>a[k-1]&gt;a[k] </a:t>
            </a:r>
            <a:r>
              <a:rPr lang="ru-RU" sz="1600" dirty="0"/>
              <a:t>или до левой границы массива</a:t>
            </a:r>
            <a:r>
              <a:rPr lang="en-US" sz="1600" dirty="0"/>
              <a:t> k=1</a:t>
            </a:r>
            <a:r>
              <a:rPr lang="ru-RU" sz="1600" dirty="0"/>
              <a:t>.</a:t>
            </a:r>
          </a:p>
          <a:p>
            <a:r>
              <a:rPr lang="ru-RU" sz="1600" dirty="0"/>
              <a:t>2.   Элемент </a:t>
            </a:r>
            <a:r>
              <a:rPr lang="en-US" sz="1600" dirty="0"/>
              <a:t>a[k]</a:t>
            </a:r>
            <a:r>
              <a:rPr lang="ru-RU" sz="1600" dirty="0"/>
              <a:t> увеличиваем на единицу</a:t>
            </a:r>
          </a:p>
          <a:p>
            <a:r>
              <a:rPr lang="ru-RU" sz="1600" dirty="0"/>
              <a:t>3.   Вычисляем </a:t>
            </a:r>
            <a:r>
              <a:rPr lang="en-US" sz="1600" dirty="0"/>
              <a:t>sum - </a:t>
            </a:r>
            <a:r>
              <a:rPr lang="ru-RU" sz="1600" dirty="0"/>
              <a:t>сумму элементов, находящихся справа от </a:t>
            </a:r>
            <a:r>
              <a:rPr lang="en-US" sz="1600" dirty="0"/>
              <a:t>k-</a:t>
            </a:r>
            <a:r>
              <a:rPr lang="ru-RU" sz="1600" dirty="0"/>
              <a:t>го</a:t>
            </a:r>
          </a:p>
          <a:p>
            <a:pPr marL="342891" indent="-342891">
              <a:buAutoNum type="arabicPeriod" startAt="4"/>
            </a:pPr>
            <a:r>
              <a:rPr lang="ru-RU" sz="1600" dirty="0"/>
              <a:t>Начиная с </a:t>
            </a:r>
            <a:r>
              <a:rPr lang="en-US" sz="1600" dirty="0"/>
              <a:t>a[k+1]-</a:t>
            </a:r>
            <a:r>
              <a:rPr lang="ru-RU" sz="1600" dirty="0"/>
              <a:t>го элемента присваиваем единицы (</a:t>
            </a:r>
            <a:r>
              <a:rPr lang="en-US" sz="1600" dirty="0"/>
              <a:t>sum-1)</a:t>
            </a:r>
            <a:r>
              <a:rPr lang="ru-RU" sz="1600" dirty="0"/>
              <a:t> элементам</a:t>
            </a:r>
          </a:p>
          <a:p>
            <a:pPr marL="342891" indent="-342891">
              <a:buAutoNum type="arabicPeriod" startAt="4"/>
            </a:pPr>
            <a:r>
              <a:rPr lang="ru-RU" sz="1600" dirty="0"/>
              <a:t>Вычисляем количество слагаемых в полученном разбиении </a:t>
            </a:r>
            <a:r>
              <a:rPr lang="en-US" sz="1600" dirty="0"/>
              <a:t>last = k+sum-1</a:t>
            </a:r>
          </a:p>
          <a:p>
            <a:pPr marL="342891" indent="-342891">
              <a:buAutoNum type="arabicPeriod" startAt="4"/>
            </a:pPr>
            <a:r>
              <a:rPr lang="ru-RU" sz="1600" dirty="0"/>
              <a:t>Вывод элементов массива а с </a:t>
            </a:r>
            <a:r>
              <a:rPr lang="en-US" sz="1600" dirty="0"/>
              <a:t>a[1] </a:t>
            </a:r>
            <a:r>
              <a:rPr lang="ru-RU" sz="1600" dirty="0"/>
              <a:t>до </a:t>
            </a:r>
            <a:r>
              <a:rPr lang="en-US" sz="1600" dirty="0"/>
              <a:t>a[last]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4E6842-8037-4B4A-A333-2B8CD4A9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AAF38D-2215-4594-A349-F61BCA81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150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489532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336B6-7FE5-4D96-B5C3-7FD3E035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267" dirty="0"/>
              <a:t>Представление числа в виде суммы целых положительных слагаемых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7B8E302-9D95-4A41-AACB-55F25FDC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02CAFE-5FBB-49B2-A0A5-5477BEED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151</a:t>
            </a:fld>
            <a:endParaRPr lang="ru-RU" dirty="0"/>
          </a:p>
        </p:txBody>
      </p:sp>
      <p:sp>
        <p:nvSpPr>
          <p:cNvPr id="6" name="Объект 8">
            <a:extLst>
              <a:ext uri="{FF2B5EF4-FFF2-40B4-BE49-F238E27FC236}">
                <a16:creationId xmlns:a16="http://schemas.microsoft.com/office/drawing/2014/main" id="{1B675B2E-A2B9-4E4E-9EB5-6FC3000AE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03" y="1841723"/>
            <a:ext cx="7814103" cy="430638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ru-RU" sz="1800" dirty="0">
                <a:solidFill>
                  <a:srgbClr val="009900"/>
                </a:solidFill>
                <a:latin typeface="Consolas" panose="020B0609020204030204" pitchFamily="49" charset="0"/>
              </a:rPr>
              <a:t>// функция генерации следующего разбиения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01  k = last – 1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02  while (k≠1) &amp;&amp;</a:t>
            </a:r>
            <a:r>
              <a:rPr lang="ru-RU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(a[k-1] &lt;= a[k]) do k--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9900"/>
                </a:solidFill>
                <a:latin typeface="Consolas" panose="020B0609020204030204" pitchFamily="49" charset="0"/>
              </a:rPr>
              <a:t>// k-</a:t>
            </a:r>
            <a:r>
              <a:rPr lang="ru-RU" sz="1800" dirty="0">
                <a:solidFill>
                  <a:srgbClr val="009900"/>
                </a:solidFill>
                <a:latin typeface="Consolas" panose="020B0609020204030204" pitchFamily="49" charset="0"/>
              </a:rPr>
              <a:t>е слагаемое увеличиваем</a:t>
            </a:r>
            <a:endParaRPr lang="en-US" sz="1800" dirty="0">
              <a:solidFill>
                <a:srgbClr val="0099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latin typeface="Consolas" panose="020B0609020204030204" pitchFamily="49" charset="0"/>
              </a:rPr>
              <a:t>03  a[k]++    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04  sum = 0   </a:t>
            </a:r>
            <a:r>
              <a:rPr lang="en-US" sz="1800" dirty="0">
                <a:solidFill>
                  <a:srgbClr val="009900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9900"/>
                </a:solidFill>
                <a:latin typeface="Consolas" panose="020B0609020204030204" pitchFamily="49" charset="0"/>
              </a:rPr>
              <a:t>сумма членов, стоявших после </a:t>
            </a:r>
            <a:r>
              <a:rPr lang="en-US" sz="1800" dirty="0">
                <a:solidFill>
                  <a:srgbClr val="009900"/>
                </a:solidFill>
                <a:latin typeface="Consolas" panose="020B0609020204030204" pitchFamily="49" charset="0"/>
              </a:rPr>
              <a:t>a[k]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05  for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k+1 to last do 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06     sum = sum + a[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07  for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1 to sum - 1 do 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08     a[k +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 = 1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09  last = k + sum – 1;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10  for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1 to last do </a:t>
            </a:r>
            <a:endParaRPr lang="ru-RU" sz="1800" dirty="0">
              <a:latin typeface="Consolas" panose="020B0609020204030204" pitchFamily="49" charset="0"/>
            </a:endParaRPr>
          </a:p>
          <a:p>
            <a:r>
              <a:rPr lang="ru-RU" sz="1800" dirty="0">
                <a:latin typeface="Consolas" panose="020B0609020204030204" pitchFamily="49" charset="0"/>
              </a:rPr>
              <a:t>11      вывод </a:t>
            </a:r>
            <a:r>
              <a:rPr lang="en-US" sz="1800" dirty="0">
                <a:latin typeface="Consolas" panose="020B0609020204030204" pitchFamily="49" charset="0"/>
              </a:rPr>
              <a:t>a[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5995858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070C9-A8C5-736C-835C-2E7D46F8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генерации композиции по номеру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A056DA-E0E4-701D-615A-18FE4CA34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833" y="1847850"/>
            <a:ext cx="8170333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Unrank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num,n,m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begin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if n &lt; m return;</a:t>
            </a:r>
            <a:endParaRPr lang="ru-RU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if n=m </a:t>
            </a:r>
            <a:endParaRPr lang="ru-RU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then v[1]:=m </a:t>
            </a:r>
            <a:endParaRPr lang="ru-RU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else begin</a:t>
            </a:r>
          </a:p>
          <a:p>
            <a:pPr marL="0" indent="0" algn="l">
              <a:buNone/>
            </a:pPr>
            <a:r>
              <a:rPr lang="ru-RU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if(num&lt;c (n - m)) //</a:t>
            </a:r>
            <a:r>
              <a:rPr lang="ru-RU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переход по правой ветви дерева, операция 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pos_m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begin 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Unrank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num,m,n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-m);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pos_m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(v);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 else begin //</a:t>
            </a:r>
            <a:r>
              <a:rPr lang="ru-RU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переход по левой ветви дерева, операция 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ru-RU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:=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num-cm(n - m); 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Unrank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num,m,n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-1);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(v); 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end 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end 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5DB1C6-A426-14C9-391A-39DB6E9C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BF483B-188D-D4CC-0213-B97D080E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18955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1FE09-66E4-0D4F-953F-90475FC0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генерации номера композиции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D088E-61DD-04DF-B2DF-3FE2D0D75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1467" y="1690688"/>
            <a:ext cx="6663267" cy="410104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algorithm Rank(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v,m,n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begin 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m=n then return 0; 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[1]=m then 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v.erase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v.begin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 Rank(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v,m,n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-m) 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else begin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v[0]:= v[0]-1 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 Rank(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v,m,n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-1)+cm(n - m) </a:t>
            </a:r>
            <a:endParaRPr lang="ru-RU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</a:t>
            </a:r>
          </a:p>
          <a:p>
            <a:pPr marL="0" indent="0" algn="l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C944116-4FFA-7D6B-84AD-9BED5C0A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2DB652-4168-639D-D784-295C580C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FA0D-C7B2-48E2-96F8-FFEB6C1A02EE}" type="slidenum">
              <a:rPr lang="ru-RU" smtClean="0"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76575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C2E8327-7CD8-446C-B583-36D8B277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267" dirty="0"/>
              <a:t>Подмножества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B8508C7-1A8F-4FB9-85A1-C4D587C16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133" b="1" dirty="0"/>
              <a:t>Задача</a:t>
            </a:r>
            <a:r>
              <a:rPr lang="ru-RU" sz="2133" dirty="0"/>
              <a:t>: для заданных </a:t>
            </a:r>
            <a:r>
              <a:rPr lang="en-US" sz="2133" dirty="0"/>
              <a:t>N</a:t>
            </a:r>
            <a:r>
              <a:rPr lang="ru-RU" sz="2133" dirty="0"/>
              <a:t> и </a:t>
            </a:r>
            <a:r>
              <a:rPr lang="en-US" sz="2133" dirty="0"/>
              <a:t>k</a:t>
            </a:r>
            <a:r>
              <a:rPr lang="ru-RU" sz="2133" dirty="0"/>
              <a:t> (</a:t>
            </a:r>
            <a:r>
              <a:rPr lang="en-US" sz="2133" dirty="0"/>
              <a:t>k &lt;</a:t>
            </a:r>
            <a:r>
              <a:rPr lang="ru-RU" sz="2133" dirty="0"/>
              <a:t>=</a:t>
            </a:r>
            <a:r>
              <a:rPr lang="en-US" sz="2133" dirty="0"/>
              <a:t> N</a:t>
            </a:r>
            <a:r>
              <a:rPr lang="ru-RU" sz="2133" dirty="0"/>
              <a:t>) перечислить все </a:t>
            </a:r>
            <a:r>
              <a:rPr lang="en-US" sz="2133" dirty="0"/>
              <a:t>k-</a:t>
            </a:r>
            <a:r>
              <a:rPr lang="ru-RU" sz="2133" dirty="0"/>
              <a:t>элементные подмножества множества </a:t>
            </a:r>
            <a:r>
              <a:rPr lang="en-US" sz="2133" dirty="0"/>
              <a:t>{1 . . N}</a:t>
            </a:r>
          </a:p>
          <a:p>
            <a:r>
              <a:rPr lang="ru-RU" sz="2133" b="1" dirty="0"/>
              <a:t>Решение</a:t>
            </a:r>
            <a:r>
              <a:rPr lang="ru-RU" sz="2133" dirty="0"/>
              <a:t> рекурсивное: будем представлять каждое подмножество массивом </a:t>
            </a:r>
            <a:r>
              <a:rPr lang="en-US" sz="2133" dirty="0"/>
              <a:t>A</a:t>
            </a:r>
            <a:r>
              <a:rPr lang="ru-RU" sz="2133" dirty="0"/>
              <a:t>, длины </a:t>
            </a:r>
            <a:r>
              <a:rPr lang="en-US" sz="2133" dirty="0"/>
              <a:t>N</a:t>
            </a:r>
            <a:r>
              <a:rPr lang="ru-RU" sz="2133" dirty="0"/>
              <a:t>, состоящим из 0 и 1, в котором ровно </a:t>
            </a:r>
            <a:r>
              <a:rPr lang="en-US" sz="2133" dirty="0"/>
              <a:t>k</a:t>
            </a:r>
            <a:r>
              <a:rPr lang="ru-RU" sz="2133" dirty="0"/>
              <a:t> единиц.</a:t>
            </a:r>
          </a:p>
          <a:p>
            <a:r>
              <a:rPr lang="ru-RU" sz="2133" dirty="0"/>
              <a:t>Последовательности упорядочим лексикографически.</a:t>
            </a:r>
          </a:p>
          <a:p>
            <a:endParaRPr lang="ru-RU" sz="2133" dirty="0"/>
          </a:p>
          <a:p>
            <a:r>
              <a:rPr lang="ru-RU" sz="2133" dirty="0"/>
              <a:t>В каком случае </a:t>
            </a:r>
            <a:r>
              <a:rPr lang="en-US" sz="2133" dirty="0"/>
              <a:t>s-</a:t>
            </a:r>
            <a:r>
              <a:rPr lang="ru-RU" sz="2133" dirty="0"/>
              <a:t>й элемент последовательности можно увеличить, не меняя предыдущие? </a:t>
            </a:r>
          </a:p>
          <a:p>
            <a:r>
              <a:rPr lang="ru-RU" sz="2133" dirty="0"/>
              <a:t>Если </a:t>
            </a:r>
            <a:r>
              <a:rPr lang="en-US" sz="2133" dirty="0"/>
              <a:t>a[s]</a:t>
            </a:r>
            <a:r>
              <a:rPr lang="ru-RU" sz="2133" dirty="0"/>
              <a:t> меняется с 0 на 1, то для сохранения общего числа единиц надо справа от </a:t>
            </a:r>
            <a:r>
              <a:rPr lang="en-US" sz="2133" dirty="0"/>
              <a:t>a[s]</a:t>
            </a:r>
            <a:r>
              <a:rPr lang="ru-RU" sz="2133" dirty="0"/>
              <a:t> заменить 1 на 0.</a:t>
            </a:r>
          </a:p>
          <a:p>
            <a:r>
              <a:rPr lang="ru-RU" sz="2133" dirty="0"/>
              <a:t>Для этого надо, чтобы справа от </a:t>
            </a:r>
            <a:r>
              <a:rPr lang="en-US" sz="2133" dirty="0"/>
              <a:t>a[s]</a:t>
            </a:r>
            <a:r>
              <a:rPr lang="ru-RU" sz="2133" dirty="0"/>
              <a:t> единицы были.</a:t>
            </a:r>
          </a:p>
          <a:p>
            <a:r>
              <a:rPr lang="en-US" sz="2133" dirty="0"/>
              <a:t>a[s]</a:t>
            </a:r>
            <a:r>
              <a:rPr lang="ru-RU" sz="2133" dirty="0"/>
              <a:t> должен быть первым справа нулем, за которым стоят единицы. Т.е. </a:t>
            </a:r>
            <a:r>
              <a:rPr lang="en-US" sz="2133" dirty="0"/>
              <a:t>a[s</a:t>
            </a:r>
            <a:r>
              <a:rPr lang="ru-RU" sz="2133" dirty="0"/>
              <a:t>+1</a:t>
            </a:r>
            <a:r>
              <a:rPr lang="en-US" sz="2133" dirty="0"/>
              <a:t>]</a:t>
            </a:r>
            <a:r>
              <a:rPr lang="ru-RU" sz="2133" dirty="0"/>
              <a:t>=1.</a:t>
            </a:r>
          </a:p>
          <a:p>
            <a:r>
              <a:rPr lang="ru-RU" sz="2133" dirty="0"/>
              <a:t>Надо искать наибольшее </a:t>
            </a:r>
            <a:r>
              <a:rPr lang="en-US" sz="2133" dirty="0"/>
              <a:t>s</a:t>
            </a:r>
            <a:r>
              <a:rPr lang="ru-RU" sz="2133" dirty="0"/>
              <a:t>, для которого  </a:t>
            </a:r>
            <a:r>
              <a:rPr lang="en-US" sz="2133" dirty="0"/>
              <a:t>a[s]</a:t>
            </a:r>
            <a:r>
              <a:rPr lang="ru-RU" sz="2133" dirty="0"/>
              <a:t> = 0 и </a:t>
            </a:r>
            <a:r>
              <a:rPr lang="en-US" sz="2133" dirty="0"/>
              <a:t>a[s</a:t>
            </a:r>
            <a:r>
              <a:rPr lang="ru-RU" sz="2133" dirty="0"/>
              <a:t>+1</a:t>
            </a:r>
            <a:r>
              <a:rPr lang="en-US" sz="2133" dirty="0"/>
              <a:t>]</a:t>
            </a:r>
            <a:r>
              <a:rPr lang="ru-RU" sz="2133" dirty="0"/>
              <a:t>=1.</a:t>
            </a:r>
          </a:p>
          <a:p>
            <a:r>
              <a:rPr lang="ru-RU" sz="2133" dirty="0"/>
              <a:t>Заменив </a:t>
            </a:r>
            <a:r>
              <a:rPr lang="en-US" sz="2133" dirty="0"/>
              <a:t>a[s]</a:t>
            </a:r>
            <a:r>
              <a:rPr lang="ru-RU" sz="2133" dirty="0"/>
              <a:t> на единицу (и </a:t>
            </a:r>
            <a:r>
              <a:rPr lang="en-US" sz="2133" dirty="0"/>
              <a:t>a[s+1] </a:t>
            </a:r>
            <a:r>
              <a:rPr lang="ru-RU" sz="2133" dirty="0"/>
              <a:t>на 0?), надо записать следующие элементы в порядке возрастания – сначала нули, затем единицы.</a:t>
            </a:r>
          </a:p>
          <a:p>
            <a:endParaRPr lang="en-US" sz="2133" dirty="0"/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CA28EF5-AF5E-4EC2-ABE7-0B4A990C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108DD5-FED6-47C5-998D-EE7EF336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154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1929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D6AC5-10F0-4646-92A6-B8BDD3F7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267" dirty="0"/>
              <a:t>Генерация </a:t>
            </a:r>
            <a:r>
              <a:rPr lang="en-US" sz="4267" dirty="0"/>
              <a:t>k </a:t>
            </a:r>
            <a:r>
              <a:rPr lang="ru-RU" sz="4267" dirty="0"/>
              <a:t>элементных подмножеств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0892DB-DBBA-4121-B49C-77AC7BF53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Начиная справа ищем </a:t>
            </a:r>
            <a:r>
              <a:rPr lang="en-US" dirty="0"/>
              <a:t>a[s]</a:t>
            </a:r>
            <a:r>
              <a:rPr lang="ru-RU" dirty="0"/>
              <a:t>, это должен быть первым справа нулем, за которым стоят единицы. Т.е. </a:t>
            </a:r>
            <a:r>
              <a:rPr lang="en-US" dirty="0"/>
              <a:t>a[s]</a:t>
            </a:r>
            <a:r>
              <a:rPr lang="ru-RU" dirty="0"/>
              <a:t>=0, </a:t>
            </a:r>
            <a:r>
              <a:rPr lang="en-US" dirty="0"/>
              <a:t>a[s</a:t>
            </a:r>
            <a:r>
              <a:rPr lang="ru-RU" dirty="0"/>
              <a:t>+1</a:t>
            </a:r>
            <a:r>
              <a:rPr lang="en-US" dirty="0"/>
              <a:t>]</a:t>
            </a:r>
            <a:r>
              <a:rPr lang="ru-RU" dirty="0"/>
              <a:t>=1. Т.е. надо искать наибольшее </a:t>
            </a:r>
            <a:r>
              <a:rPr lang="en-US" dirty="0"/>
              <a:t>s</a:t>
            </a:r>
            <a:r>
              <a:rPr lang="ru-RU" dirty="0"/>
              <a:t>, для которого  </a:t>
            </a:r>
            <a:r>
              <a:rPr lang="en-US" dirty="0"/>
              <a:t>a[s]</a:t>
            </a:r>
            <a:r>
              <a:rPr lang="ru-RU" dirty="0"/>
              <a:t> = 0 и </a:t>
            </a:r>
            <a:r>
              <a:rPr lang="en-US" dirty="0"/>
              <a:t>a[s</a:t>
            </a:r>
            <a:r>
              <a:rPr lang="ru-RU" dirty="0"/>
              <a:t>+1</a:t>
            </a:r>
            <a:r>
              <a:rPr lang="en-US" dirty="0"/>
              <a:t>]</a:t>
            </a:r>
            <a:r>
              <a:rPr lang="ru-RU" dirty="0"/>
              <a:t>=1.</a:t>
            </a:r>
          </a:p>
          <a:p>
            <a:endParaRPr lang="ru-RU" dirty="0"/>
          </a:p>
          <a:p>
            <a:r>
              <a:rPr lang="ru-RU" dirty="0"/>
              <a:t>Заменив </a:t>
            </a:r>
            <a:r>
              <a:rPr lang="en-US" dirty="0"/>
              <a:t>a[s]</a:t>
            </a:r>
            <a:r>
              <a:rPr lang="ru-RU" dirty="0"/>
              <a:t> на единицу (и </a:t>
            </a:r>
            <a:r>
              <a:rPr lang="en-US" dirty="0"/>
              <a:t>a[s+1] </a:t>
            </a:r>
            <a:r>
              <a:rPr lang="ru-RU" dirty="0"/>
              <a:t>на 0?), надо записать следующие элементы в порядке возрастания – сначала нули, затем единицы.</a:t>
            </a:r>
          </a:p>
          <a:p>
            <a:endParaRPr lang="ru-RU" dirty="0"/>
          </a:p>
          <a:p>
            <a:r>
              <a:rPr lang="ru-RU" dirty="0"/>
              <a:t>Можно при просмотре справа налево посчитать количество нулей и потом записать на один больше, после чего записать единицы до конца массива.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6067C5-F795-4B7E-AFAA-EA705795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AB6C8F-5C8C-4F7C-BFB7-186CCC98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155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623341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33D069-5E01-4D90-A4E9-BD4DD20E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B6E85E-8102-47E5-9DC1-957842316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77" y="1351110"/>
            <a:ext cx="10515600" cy="1514532"/>
          </a:xfrm>
        </p:spPr>
        <p:txBody>
          <a:bodyPr/>
          <a:lstStyle/>
          <a:p>
            <a:r>
              <a:rPr lang="ru-RU" dirty="0"/>
              <a:t>Пусть </a:t>
            </a:r>
            <a:r>
              <a:rPr lang="en-US" dirty="0"/>
              <a:t>n=5, k=3</a:t>
            </a:r>
            <a:r>
              <a:rPr lang="ru-RU" dirty="0"/>
              <a:t>.</a:t>
            </a:r>
          </a:p>
          <a:p>
            <a:r>
              <a:rPr lang="ru-RU" dirty="0"/>
              <a:t>Массив из 5 элементов должен содержать 3 единицы и 2 нуля.</a:t>
            </a:r>
          </a:p>
          <a:p>
            <a:r>
              <a:rPr lang="ru-RU" dirty="0"/>
              <a:t>Запишем в лексикографическом порядке.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617837-CEC2-46BB-B4CF-D6B446E6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D296D8-6DE5-45E5-AF6F-FABA100D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5C1-7BFE-4580-BC51-08A531450E4D}" type="slidenum">
              <a:rPr lang="ru-RU" smtClean="0"/>
              <a:pPr/>
              <a:t>156</a:t>
            </a:fld>
            <a:endParaRPr lang="ru-RU" dirty="0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7E4214F0-4AC1-496B-9A37-A2CF849B99EF}"/>
              </a:ext>
            </a:extLst>
          </p:cNvPr>
          <p:cNvSpPr txBox="1">
            <a:spLocks/>
          </p:cNvSpPr>
          <p:nvPr/>
        </p:nvSpPr>
        <p:spPr bwMode="auto">
          <a:xfrm>
            <a:off x="3470708" y="2971568"/>
            <a:ext cx="100811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spcBef>
                <a:spcPts val="6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6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72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8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44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011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2FB29C5C-3F8F-49EB-97BF-FD139E334437}"/>
              </a:ext>
            </a:extLst>
          </p:cNvPr>
          <p:cNvSpPr txBox="1">
            <a:spLocks/>
          </p:cNvSpPr>
          <p:nvPr/>
        </p:nvSpPr>
        <p:spPr bwMode="auto">
          <a:xfrm>
            <a:off x="4694844" y="2971568"/>
            <a:ext cx="100811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spcBef>
                <a:spcPts val="6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6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72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8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440000" indent="457200" algn="l" rtl="0" eaLnBrk="0" fontAlgn="base" hangingPunct="0">
              <a:spcBef>
                <a:spcPts val="6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110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11100</a:t>
            </a:r>
          </a:p>
        </p:txBody>
      </p:sp>
    </p:spTree>
    <p:extLst>
      <p:ext uri="{BB962C8B-B14F-4D97-AF65-F5344CB8AC3E}">
        <p14:creationId xmlns:p14="http://schemas.microsoft.com/office/powerpoint/2010/main" val="68169620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Источники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919536" y="1772816"/>
            <a:ext cx="8229600" cy="316865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  <a:defRPr/>
            </a:pPr>
            <a:r>
              <a:rPr lang="ru-RU" dirty="0" err="1"/>
              <a:t>Скиена</a:t>
            </a:r>
            <a:r>
              <a:rPr lang="ru-RU" dirty="0"/>
              <a:t>, С. С. Алгоритмы. Руководство по разработке. </a:t>
            </a:r>
            <a:r>
              <a:rPr lang="ru-RU" dirty="0" err="1"/>
              <a:t>БХВ-Петербург</a:t>
            </a:r>
            <a:r>
              <a:rPr lang="ru-RU" dirty="0"/>
              <a:t>, 2011. (Стр. 251-292, 440,  455-492)</a:t>
            </a:r>
          </a:p>
          <a:p>
            <a:pPr marL="514350" indent="-514350">
              <a:buAutoNum type="arabicPeriod"/>
              <a:defRPr/>
            </a:pPr>
            <a:r>
              <a:rPr lang="ru-RU" dirty="0" err="1"/>
              <a:t>Макконнелл</a:t>
            </a:r>
            <a:r>
              <a:rPr lang="ru-RU" dirty="0"/>
              <a:t>, Д. Д. Анализ алгоритмов. Активный обучающий подход. </a:t>
            </a:r>
            <a:r>
              <a:rPr lang="ru-RU" dirty="0" err="1"/>
              <a:t>Техносфера</a:t>
            </a:r>
            <a:r>
              <a:rPr lang="ru-RU" dirty="0"/>
              <a:t>, 2009. - 415 с. (стр. 67 – 69)</a:t>
            </a:r>
          </a:p>
          <a:p>
            <a:pPr marL="514350" indent="-514350">
              <a:buAutoNum type="arabicPeriod"/>
              <a:defRPr/>
            </a:pPr>
            <a:r>
              <a:rPr lang="ru-RU" dirty="0"/>
              <a:t>Окулов С. М. Программирование в алгоритмах / 3-е изд. – М. :БИНОМ. Лаборатория знаний, 2007. – 383 с. (стр. 27-76)</a:t>
            </a:r>
          </a:p>
          <a:p>
            <a:pPr marL="514350" indent="-514350">
              <a:buAutoNum type="arabicPeriod"/>
              <a:defRPr/>
            </a:pPr>
            <a:endParaRPr lang="ru-RU" dirty="0"/>
          </a:p>
          <a:p>
            <a:pPr>
              <a:defRPr/>
            </a:pPr>
            <a:endParaRPr lang="ru-RU" dirty="0"/>
          </a:p>
        </p:txBody>
      </p:sp>
      <p:pic>
        <p:nvPicPr>
          <p:cNvPr id="46085" name="Picture 4" descr="br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75921" y="4941169"/>
            <a:ext cx="1322429" cy="1095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Комбинаторика. Генерация комбинаторных объектов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0F093-D7B6-4123-A0D4-B7FEDEA6BC02}" type="slidenum">
              <a:rPr lang="ru-RU" smtClean="0"/>
              <a:t>157</a:t>
            </a:fld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AED5A84DE385CB4F8ACB5BD379C4001C" ma:contentTypeVersion="4" ma:contentTypeDescription="Создание документа." ma:contentTypeScope="" ma:versionID="7f16f80279537f342c1276c6328bc867">
  <xsd:schema xmlns:xsd="http://www.w3.org/2001/XMLSchema" xmlns:xs="http://www.w3.org/2001/XMLSchema" xmlns:p="http://schemas.microsoft.com/office/2006/metadata/properties" xmlns:ns2="08591127-1632-4b47-90b2-8bec51a2ca1d" targetNamespace="http://schemas.microsoft.com/office/2006/metadata/properties" ma:root="true" ma:fieldsID="05422691399151e7145c30f372052658" ns2:_="">
    <xsd:import namespace="08591127-1632-4b47-90b2-8bec51a2ca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91127-1632-4b47-90b2-8bec51a2ca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041D3D-00D9-443A-959C-E7BA5CAF4E06}"/>
</file>

<file path=customXml/itemProps2.xml><?xml version="1.0" encoding="utf-8"?>
<ds:datastoreItem xmlns:ds="http://schemas.openxmlformats.org/officeDocument/2006/customXml" ds:itemID="{6D066411-7323-440F-896A-48DB92A91253}"/>
</file>

<file path=customXml/itemProps3.xml><?xml version="1.0" encoding="utf-8"?>
<ds:datastoreItem xmlns:ds="http://schemas.openxmlformats.org/officeDocument/2006/customXml" ds:itemID="{A74ADBAF-9743-4AE5-BAFC-195822C2840F}"/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32042</Words>
  <Application>Microsoft Macintosh PowerPoint</Application>
  <PresentationFormat>Широкоэкранный</PresentationFormat>
  <Paragraphs>3240</Paragraphs>
  <Slides>157</Slides>
  <Notes>30</Notes>
  <HiddenSlides>1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157</vt:i4>
      </vt:variant>
    </vt:vector>
  </HeadingPairs>
  <TitlesOfParts>
    <vt:vector size="167" baseType="lpstr">
      <vt:lpstr>Arial</vt:lpstr>
      <vt:lpstr>Calibri</vt:lpstr>
      <vt:lpstr>Calibri Light</vt:lpstr>
      <vt:lpstr>Cambria Math</vt:lpstr>
      <vt:lpstr>Consolas</vt:lpstr>
      <vt:lpstr>Segoe UI</vt:lpstr>
      <vt:lpstr>YS Text</vt:lpstr>
      <vt:lpstr>Тема Office</vt:lpstr>
      <vt:lpstr>Формула</vt:lpstr>
      <vt:lpstr>Excel.Sheet.8</vt:lpstr>
      <vt:lpstr>Генерация перестановок, сочетаний, размещений без повторений. Генерация перестановок, сочетаний, размещений с повторениями. Генерация комбинаций и разбиений</vt:lpstr>
      <vt:lpstr>Комбинаторика</vt:lpstr>
      <vt:lpstr>Правило сложения</vt:lpstr>
      <vt:lpstr>Правило умножения</vt:lpstr>
      <vt:lpstr>Принцип Дирихле</vt:lpstr>
      <vt:lpstr>Треугольник Паскаля</vt:lpstr>
      <vt:lpstr>Бином Ньютона</vt:lpstr>
      <vt:lpstr>Бином Ньютона</vt:lpstr>
      <vt:lpstr>Бином Ньютона</vt:lpstr>
      <vt:lpstr>Бином Ньютона</vt:lpstr>
      <vt:lpstr>Бином Ньютона</vt:lpstr>
      <vt:lpstr>Бином Ньютона</vt:lpstr>
      <vt:lpstr>Комбинаторные тождества </vt:lpstr>
      <vt:lpstr>Комбинаторные тождества </vt:lpstr>
      <vt:lpstr>Комбинаторные тождества </vt:lpstr>
      <vt:lpstr>Комбинаторные тождества </vt:lpstr>
      <vt:lpstr>Комбинаторные тождества </vt:lpstr>
      <vt:lpstr>Комбинаторные тождества </vt:lpstr>
      <vt:lpstr>Полиномиальная формула </vt:lpstr>
      <vt:lpstr>Полиномиальная формула</vt:lpstr>
      <vt:lpstr>Примеры</vt:lpstr>
      <vt:lpstr>Формула включений и исключений </vt:lpstr>
      <vt:lpstr>Сочетания, размещения и перестановки </vt:lpstr>
      <vt:lpstr>Размещения с повторениями</vt:lpstr>
      <vt:lpstr>Теорема о количестве размещений с повторениями </vt:lpstr>
      <vt:lpstr>Размещения без повторений</vt:lpstr>
      <vt:lpstr>Теорема</vt:lpstr>
      <vt:lpstr>Размещения без повторений</vt:lpstr>
      <vt:lpstr>Сочетания без повторений</vt:lpstr>
      <vt:lpstr>Теорема о количестве сочетаний без повторений</vt:lpstr>
      <vt:lpstr>Сочетания с повторениями</vt:lpstr>
      <vt:lpstr>Сочетания с повторениями</vt:lpstr>
      <vt:lpstr>Теорема о числе сочетаний с повторениями </vt:lpstr>
      <vt:lpstr>Теорема о числе сочетаний с повторениями </vt:lpstr>
      <vt:lpstr>Сочетания</vt:lpstr>
      <vt:lpstr>Перестановки без повторений</vt:lpstr>
      <vt:lpstr>Количество перестановок без повторений</vt:lpstr>
      <vt:lpstr>Перестановки без повторений</vt:lpstr>
      <vt:lpstr>Перестановки с повторениями</vt:lpstr>
      <vt:lpstr>Перестановки с повторениями</vt:lpstr>
      <vt:lpstr>Количество перестановок с повторениями</vt:lpstr>
      <vt:lpstr>Разбиения</vt:lpstr>
      <vt:lpstr>Количество разбиений</vt:lpstr>
      <vt:lpstr>Композиции</vt:lpstr>
      <vt:lpstr>Количество композиций</vt:lpstr>
      <vt:lpstr>Композиции и разбиения</vt:lpstr>
      <vt:lpstr>Количество комбинаторных объектов</vt:lpstr>
      <vt:lpstr>Презентация PowerPoint</vt:lpstr>
      <vt:lpstr>Задачи генерации комбинаторных объектов</vt:lpstr>
      <vt:lpstr>Подходы к порождению комбинаторных объектов </vt:lpstr>
      <vt:lpstr>Генерация перестановок</vt:lpstr>
      <vt:lpstr>Лексикографический порядок</vt:lpstr>
      <vt:lpstr>Систематическое порождение комбинаторных объектов </vt:lpstr>
      <vt:lpstr>Алгоритм  порождения перестановок в лексикографическом порядке</vt:lpstr>
      <vt:lpstr>Получение следующей перестановки в лексикографическом порядке</vt:lpstr>
      <vt:lpstr>Презентация PowerPoint</vt:lpstr>
      <vt:lpstr>Презентация PowerPoint</vt:lpstr>
      <vt:lpstr>Алгоритм генерации перестановки</vt:lpstr>
      <vt:lpstr>Презентация PowerPoint</vt:lpstr>
      <vt:lpstr>Презентация PowerPoint</vt:lpstr>
      <vt:lpstr>Перестановки с одним обменом</vt:lpstr>
      <vt:lpstr>Представление в виде графа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Генерация перестановки по номеру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Получение номера перестановки</vt:lpstr>
      <vt:lpstr>Генерация размещений без повторений в лексикографическом порядке</vt:lpstr>
      <vt:lpstr>Генерация размещений без повторений</vt:lpstr>
      <vt:lpstr>Генерация размещений без повторений</vt:lpstr>
      <vt:lpstr>Презентация PowerPoint</vt:lpstr>
      <vt:lpstr>Генерация размещений с повторениями в лексикографическом порядке</vt:lpstr>
      <vt:lpstr>Генерация размещений с повторениями в лексикографическом порядке</vt:lpstr>
      <vt:lpstr>Генерация размещений с повторениями</vt:lpstr>
      <vt:lpstr>Презентация PowerPoint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Генерация размещения по номеру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Получение номера размещения</vt:lpstr>
      <vt:lpstr>Алгоритм  порождения сочетаний в лексикографическом порядке</vt:lpstr>
      <vt:lpstr>Алгоритм  порождения сочетаний в лексикографическом порядке</vt:lpstr>
      <vt:lpstr>Алгоритм  порождения сочетаний в лексикографическом порядке</vt:lpstr>
      <vt:lpstr>Алгоритм  порождения сочетаний в лексикографическом порядке</vt:lpstr>
      <vt:lpstr>Алгоритм  порождения сочетаний в лексикографическом порядке</vt:lpstr>
      <vt:lpstr>Презентация PowerPoint</vt:lpstr>
      <vt:lpstr>Алгоритм  порождения сочетаний с повторениями</vt:lpstr>
      <vt:lpstr>Презентация PowerPoint</vt:lpstr>
      <vt:lpstr>Генерация сочетания по номеру</vt:lpstr>
      <vt:lpstr>Генерация сочетаний по номеру</vt:lpstr>
      <vt:lpstr>Генерация сочетаний по номеру</vt:lpstr>
      <vt:lpstr>Генерация сочетаний по номеру</vt:lpstr>
      <vt:lpstr>Генерация сочетаний по номеру</vt:lpstr>
      <vt:lpstr>Генерация сочетаний по номеру</vt:lpstr>
      <vt:lpstr>Генерация сочетаний по номеру</vt:lpstr>
      <vt:lpstr>Генерация сочетаний по номеру</vt:lpstr>
      <vt:lpstr>Получение номера сочетания</vt:lpstr>
      <vt:lpstr>Получение номера сочетания</vt:lpstr>
      <vt:lpstr>Получение номера сочетания</vt:lpstr>
      <vt:lpstr>Получение номера сочетания</vt:lpstr>
      <vt:lpstr>Получение номера сочетания</vt:lpstr>
      <vt:lpstr>Получение номера сочетания</vt:lpstr>
      <vt:lpstr>Получение номера сочетания</vt:lpstr>
      <vt:lpstr>Получение номера сочетания</vt:lpstr>
      <vt:lpstr>Получение номера сочетания</vt:lpstr>
      <vt:lpstr>Получение номера сочетания</vt:lpstr>
      <vt:lpstr>Генерация перестановок, сочетаний, размещений</vt:lpstr>
      <vt:lpstr>Генерация разбиений. Алгоритм Гинденбурга</vt:lpstr>
      <vt:lpstr>Генерация разбиений. Алгоритм Гинденбурга</vt:lpstr>
      <vt:lpstr>Генерация разбиений. Алгоритм Гинденбурга</vt:lpstr>
      <vt:lpstr>Генерация разбиений. Алгоритм Эрлиха</vt:lpstr>
      <vt:lpstr>Генерация разбиений. Алгоритм Эрлиха</vt:lpstr>
      <vt:lpstr>Генерация разбиений. Алгоритм Эрлиха</vt:lpstr>
      <vt:lpstr>Алгоритм Гинденбурга. Алгоритм Эрлиха</vt:lpstr>
      <vt:lpstr>Представление числа в виде суммы целых положительных слагаемых</vt:lpstr>
      <vt:lpstr>Представление числа в виде суммы целых положительных слагаемых</vt:lpstr>
      <vt:lpstr>Представление числа в виде суммы целых положительных слагаемых</vt:lpstr>
      <vt:lpstr>Представление числа в виде суммы целых положительных слагаемых</vt:lpstr>
      <vt:lpstr>Алгоритм генерации композиции по номеру</vt:lpstr>
      <vt:lpstr>Алгоритм генерации номера композиции</vt:lpstr>
      <vt:lpstr>Подмножества</vt:lpstr>
      <vt:lpstr>Генерация k элементных подмножеств</vt:lpstr>
      <vt:lpstr>Пример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16. Генерация перестановок, сочетаний, размещений без повторений. Генерация перестановок, сочетаний, размещений с повторения. Генерация комбинаций и разбиений</dc:title>
  <dc:creator>Mitsu Mitsu</dc:creator>
  <cp:lastModifiedBy>Microsoft Office User</cp:lastModifiedBy>
  <cp:revision>74</cp:revision>
  <dcterms:created xsi:type="dcterms:W3CDTF">2022-06-13T11:11:02Z</dcterms:created>
  <dcterms:modified xsi:type="dcterms:W3CDTF">2022-12-06T18:27:54Z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0x010100AED5A84DE385CB4F8ACB5BD379C4001C</vt:lpwstr>
  </property>
</Properties>
</file>